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6"/>
  </p:notesMasterIdLst>
  <p:handoutMasterIdLst>
    <p:handoutMasterId r:id="rId13"/>
  </p:handoutMasterIdLst>
  <p:sldIdLst>
    <p:sldId id="288" r:id="rId4"/>
    <p:sldId id="264" r:id="rId5"/>
    <p:sldId id="324" r:id="rId7"/>
    <p:sldId id="369" r:id="rId8"/>
    <p:sldId id="382" r:id="rId9"/>
    <p:sldId id="375" r:id="rId10"/>
    <p:sldId id="380" r:id="rId11"/>
    <p:sldId id="364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  <p:cmAuthor id="1312837854" name="Ruby" initials="R" lastIdx="14" clrIdx="0"/>
  <p:cmAuthor id="1" name="胡 勃涛" initials="胡" lastIdx="1" clrIdx="0"/>
  <p:cmAuthor id="4" name="1206988966@qq.com" initials="1" lastIdx="1" clrIdx="2"/>
  <p:cmAuthor id="5" name="姜伟光" initials="姜" lastIdx="1" clrIdx="0"/>
  <p:cmAuthor id="6" name="lenovo" initials="l" lastIdx="6" clrIdx="2"/>
  <p:cmAuthor id="7" name="Administrator" initials="A" lastIdx="4" clrIdx="3"/>
  <p:cmAuthor id="8" name="宋洁然" initials="宋" lastIdx="2" clrIdx="1"/>
  <p:cmAuthor id="9" name="ming qiu" initials="m" lastIdx="17" clrIdx="1"/>
  <p:cmAuthor id="10" name="Unknown User4" initials="U" lastIdx="1" clrIdx="10"/>
  <p:cmAuthor id="11" name="Unknown User6" initials="U" lastIdx="1" clrIdx="12"/>
  <p:cmAuthor id="12" name="Unknown User7" initials="U" lastIdx="1" clrIdx="13"/>
  <p:cmAuthor id="13" name="Unknown User8" initials="U" lastIdx="1" clrIdx="14"/>
  <p:cmAuthor id="14" name="Unknown User9" initials="U" lastIdx="1" clrIdx="15"/>
  <p:cmAuthor id="1312837855" name="曹凡" initials="曹凡" lastIdx="1" clrIdx="1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4C8"/>
    <a:srgbClr val="DE0000"/>
    <a:srgbClr val="F90000"/>
    <a:srgbClr val="C7FFF9"/>
    <a:srgbClr val="4CFFF6"/>
    <a:srgbClr val="FF4FFA"/>
    <a:srgbClr val="F41100"/>
    <a:srgbClr val="FCF3F3"/>
    <a:srgbClr val="F48A88"/>
    <a:srgbClr val="EAF2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068"/>
        <p:guide pos="389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96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960"/>
              <a:t>亮度及功率对比</a:t>
            </a:r>
            <a:endParaRPr sz="960"/>
          </a:p>
        </c:rich>
      </c:tx>
      <c:layout>
        <c:manualLayout>
          <c:xMode val="edge"/>
          <c:yMode val="edge"/>
          <c:x val="0.402838745913709"/>
          <c:y val="0.0086355785837651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14577871001573"/>
          <c:y val="0.120916905444126"/>
          <c:w val="0.90061178115714"/>
          <c:h val="0.69077363896848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SDR亮度</c:v>
                </c:pt>
              </c:strCache>
            </c:strRef>
          </c:tx>
          <c:spPr>
            <a:ln w="12700" cap="rnd">
              <a:solidFill>
                <a:srgbClr val="990000"/>
              </a:solidFill>
              <a:round/>
            </a:ln>
            <a:effectLst/>
            <a:sp3d contourW="12700"/>
          </c:spPr>
          <c:marker>
            <c:symbol val="circle"/>
            <c:size val="2"/>
            <c:spPr>
              <a:solidFill>
                <a:srgbClr val="990000"/>
              </a:solidFill>
              <a:ln w="9525">
                <a:noFill/>
              </a:ln>
              <a:effectLst/>
            </c:spPr>
          </c:marker>
          <c:dPt>
            <c:idx val="12"/>
            <c:marker>
              <c:symbol val="circle"/>
              <c:size val="4"/>
              <c:spPr>
                <a:solidFill>
                  <a:srgbClr val="990000"/>
                </a:solidFill>
                <a:ln w="9525">
                  <a:noFill/>
                </a:ln>
                <a:effectLst/>
              </c:spPr>
            </c:marker>
            <c:bubble3D val="0"/>
          </c:dPt>
          <c:dPt>
            <c:idx val="15"/>
            <c:marker>
              <c:symbol val="circle"/>
              <c:size val="2"/>
              <c:spPr>
                <a:solidFill>
                  <a:srgbClr val="990000"/>
                </a:solidFill>
                <a:ln w="9525">
                  <a:noFill/>
                </a:ln>
                <a:effectLst/>
              </c:spPr>
            </c:marker>
            <c:bubble3D val="0"/>
          </c:dPt>
          <c:dPt>
            <c:idx val="16"/>
            <c:marker>
              <c:symbol val="circle"/>
              <c:size val="2"/>
              <c:spPr>
                <a:solidFill>
                  <a:srgbClr val="990000"/>
                </a:solidFill>
                <a:ln w="9525">
                  <a:noFill/>
                </a:ln>
                <a:effectLst/>
              </c:spPr>
            </c:marker>
            <c:bubble3D val="0"/>
          </c:dPt>
          <c:dPt>
            <c:idx val="17"/>
            <c:marker>
              <c:symbol val="circle"/>
              <c:size val="2"/>
              <c:spPr>
                <a:solidFill>
                  <a:srgbClr val="990000"/>
                </a:solidFill>
                <a:ln w="9525">
                  <a:noFill/>
                </a:ln>
                <a:effectLst/>
              </c:spPr>
            </c:marker>
            <c:bubble3D val="0"/>
          </c:dPt>
          <c:dLbls>
            <c:delete val="1"/>
          </c:dLbls>
          <c:cat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0.95</c:v>
                </c:pt>
                <c:pt idx="2">
                  <c:v>0.9</c:v>
                </c:pt>
                <c:pt idx="3">
                  <c:v>0.85</c:v>
                </c:pt>
                <c:pt idx="4">
                  <c:v>0.8</c:v>
                </c:pt>
                <c:pt idx="5">
                  <c:v>0.75</c:v>
                </c:pt>
                <c:pt idx="6">
                  <c:v>0.7</c:v>
                </c:pt>
                <c:pt idx="7">
                  <c:v>0.65</c:v>
                </c:pt>
                <c:pt idx="8">
                  <c:v>0.6</c:v>
                </c:pt>
                <c:pt idx="9">
                  <c:v>0.55</c:v>
                </c:pt>
                <c:pt idx="10">
                  <c:v>0.5</c:v>
                </c:pt>
                <c:pt idx="11">
                  <c:v>0.45</c:v>
                </c:pt>
                <c:pt idx="12">
                  <c:v>0.4</c:v>
                </c:pt>
                <c:pt idx="13">
                  <c:v>0.35</c:v>
                </c:pt>
                <c:pt idx="14">
                  <c:v>0.3</c:v>
                </c:pt>
                <c:pt idx="15">
                  <c:v>0.25</c:v>
                </c:pt>
                <c:pt idx="16">
                  <c:v>0.2</c:v>
                </c:pt>
                <c:pt idx="17">
                  <c:v>0.15</c:v>
                </c:pt>
                <c:pt idx="18">
                  <c:v>0.1</c:v>
                </c:pt>
                <c:pt idx="19">
                  <c:v>0.05</c:v>
                </c:pt>
                <c:pt idx="20">
                  <c:v>0.02</c:v>
                </c:pt>
              </c:numCache>
            </c:num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757.98</c:v>
                </c:pt>
                <c:pt idx="1">
                  <c:v>775.3</c:v>
                </c:pt>
                <c:pt idx="2">
                  <c:v>792.59</c:v>
                </c:pt>
                <c:pt idx="3">
                  <c:v>812.22</c:v>
                </c:pt>
                <c:pt idx="4">
                  <c:v>849.34</c:v>
                </c:pt>
                <c:pt idx="5">
                  <c:v>895.38</c:v>
                </c:pt>
                <c:pt idx="6">
                  <c:v>948.81</c:v>
                </c:pt>
                <c:pt idx="7" c:formatCode="#,##0.00">
                  <c:v>1011.55</c:v>
                </c:pt>
                <c:pt idx="8" c:formatCode="#,##0.00">
                  <c:v>1073.85</c:v>
                </c:pt>
                <c:pt idx="9" c:formatCode="#,##0.00">
                  <c:v>1157.45</c:v>
                </c:pt>
                <c:pt idx="10" c:formatCode="#,##0.00">
                  <c:v>1284.72</c:v>
                </c:pt>
                <c:pt idx="11" c:formatCode="#,##0.00">
                  <c:v>1381.08</c:v>
                </c:pt>
                <c:pt idx="12" c:formatCode="#,##0.00">
                  <c:v>1544.31</c:v>
                </c:pt>
                <c:pt idx="13">
                  <c:v>941</c:v>
                </c:pt>
                <c:pt idx="14">
                  <c:v>922.12</c:v>
                </c:pt>
                <c:pt idx="15">
                  <c:v>948.43</c:v>
                </c:pt>
                <c:pt idx="16" c:formatCode="#,##0.00">
                  <c:v>1020</c:v>
                </c:pt>
                <c:pt idx="17" c:formatCode="#,##0.00">
                  <c:v>1141</c:v>
                </c:pt>
                <c:pt idx="18" c:formatCode="#,##0.00">
                  <c:v>1199</c:v>
                </c:pt>
                <c:pt idx="19" c:formatCode="#,##0.00">
                  <c:v>1120.7</c:v>
                </c:pt>
                <c:pt idx="20">
                  <c:v>909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HDR亮度</c:v>
                </c:pt>
              </c:strCache>
            </c:strRef>
          </c:tx>
          <c:spPr>
            <a:ln w="12700" cap="rnd" cmpd="sng">
              <a:solidFill>
                <a:schemeClr val="accent1"/>
              </a:solidFill>
              <a:prstDash val="solid"/>
              <a:round/>
              <a:headEnd type="none"/>
              <a:tailEnd type="none"/>
            </a:ln>
            <a:effectLst/>
            <a:sp3d contourW="12700"/>
          </c:spPr>
          <c:marker>
            <c:symbol val="circle"/>
            <c:size val="2"/>
            <c:spPr>
              <a:solidFill>
                <a:schemeClr val="accent5"/>
              </a:solidFill>
              <a:ln w="0" cmpd="dbl">
                <a:noFill/>
                <a:prstDash val="sysDot"/>
              </a:ln>
              <a:effectLst/>
            </c:spPr>
          </c:marker>
          <c:dPt>
            <c:idx val="1"/>
            <c:marker>
              <c:symbol val="circle"/>
              <c:size val="2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  <c:spPr>
              <a:ln w="12700" cap="rnd" cmpd="sng">
                <a:solidFill>
                  <a:schemeClr val="accent1"/>
                </a:solidFill>
                <a:prstDash val="solid"/>
                <a:round/>
                <a:headEnd type="none"/>
                <a:tailEnd type="none"/>
              </a:ln>
              <a:effectLst/>
              <a:sp3d contourW="12700"/>
            </c:spPr>
          </c:dPt>
          <c:dPt>
            <c:idx val="12"/>
            <c:marker>
              <c:symbol val="circle"/>
              <c:size val="4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  <c:spPr>
              <a:ln w="12700" cap="rnd" cmpd="sng">
                <a:solidFill>
                  <a:schemeClr val="accent1"/>
                </a:solidFill>
                <a:prstDash val="solid"/>
                <a:round/>
                <a:headEnd type="none"/>
                <a:tailEnd type="none"/>
              </a:ln>
              <a:effectLst/>
              <a:sp3d contourW="12700"/>
            </c:spPr>
          </c:dPt>
          <c:dPt>
            <c:idx val="13"/>
            <c:marker>
              <c:symbol val="circle"/>
              <c:size val="2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</c:dPt>
          <c:dPt>
            <c:idx val="14"/>
            <c:marker>
              <c:symbol val="circle"/>
              <c:size val="2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</c:dPt>
          <c:dPt>
            <c:idx val="15"/>
            <c:marker>
              <c:symbol val="circle"/>
              <c:size val="2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</c:dPt>
          <c:dPt>
            <c:idx val="16"/>
            <c:marker>
              <c:symbol val="circle"/>
              <c:size val="2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</c:dPt>
          <c:dPt>
            <c:idx val="20"/>
            <c:marker>
              <c:symbol val="circle"/>
              <c:size val="4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</c:dPt>
          <c:dLbls>
            <c:delete val="1"/>
          </c:dLbls>
          <c:cat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0.95</c:v>
                </c:pt>
                <c:pt idx="2">
                  <c:v>0.9</c:v>
                </c:pt>
                <c:pt idx="3">
                  <c:v>0.85</c:v>
                </c:pt>
                <c:pt idx="4">
                  <c:v>0.8</c:v>
                </c:pt>
                <c:pt idx="5">
                  <c:v>0.75</c:v>
                </c:pt>
                <c:pt idx="6">
                  <c:v>0.7</c:v>
                </c:pt>
                <c:pt idx="7">
                  <c:v>0.65</c:v>
                </c:pt>
                <c:pt idx="8">
                  <c:v>0.6</c:v>
                </c:pt>
                <c:pt idx="9">
                  <c:v>0.55</c:v>
                </c:pt>
                <c:pt idx="10">
                  <c:v>0.5</c:v>
                </c:pt>
                <c:pt idx="11">
                  <c:v>0.45</c:v>
                </c:pt>
                <c:pt idx="12">
                  <c:v>0.4</c:v>
                </c:pt>
                <c:pt idx="13">
                  <c:v>0.35</c:v>
                </c:pt>
                <c:pt idx="14">
                  <c:v>0.3</c:v>
                </c:pt>
                <c:pt idx="15">
                  <c:v>0.25</c:v>
                </c:pt>
                <c:pt idx="16">
                  <c:v>0.2</c:v>
                </c:pt>
                <c:pt idx="17">
                  <c:v>0.15</c:v>
                </c:pt>
                <c:pt idx="18">
                  <c:v>0.1</c:v>
                </c:pt>
                <c:pt idx="19">
                  <c:v>0.05</c:v>
                </c:pt>
                <c:pt idx="20">
                  <c:v>0.02</c:v>
                </c:pt>
              </c:numCache>
            </c:num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874.67</c:v>
                </c:pt>
                <c:pt idx="1">
                  <c:v>883.31</c:v>
                </c:pt>
                <c:pt idx="2">
                  <c:v>900.21</c:v>
                </c:pt>
                <c:pt idx="3">
                  <c:v>925.32</c:v>
                </c:pt>
                <c:pt idx="4">
                  <c:v>967.35</c:v>
                </c:pt>
                <c:pt idx="5" c:formatCode="#,##0.00">
                  <c:v>1009.31</c:v>
                </c:pt>
                <c:pt idx="6" c:formatCode="#,##0.00">
                  <c:v>1068.32</c:v>
                </c:pt>
                <c:pt idx="7" c:formatCode="#,##0.00">
                  <c:v>1137.04</c:v>
                </c:pt>
                <c:pt idx="8" c:formatCode="#,##0.00">
                  <c:v>1210.83</c:v>
                </c:pt>
                <c:pt idx="9" c:formatCode="#,##0.00">
                  <c:v>1305.12</c:v>
                </c:pt>
                <c:pt idx="10" c:formatCode="#,##0.00">
                  <c:v>1436.82</c:v>
                </c:pt>
                <c:pt idx="11" c:formatCode="#,##0.00">
                  <c:v>1542.66</c:v>
                </c:pt>
                <c:pt idx="12" c:formatCode="#,##0.00">
                  <c:v>1728.12</c:v>
                </c:pt>
                <c:pt idx="13">
                  <c:v>909.28</c:v>
                </c:pt>
                <c:pt idx="14">
                  <c:v>913</c:v>
                </c:pt>
                <c:pt idx="15">
                  <c:v>938</c:v>
                </c:pt>
                <c:pt idx="16" c:formatCode="#,##0.00">
                  <c:v>1072</c:v>
                </c:pt>
                <c:pt idx="17" c:formatCode="#,##0.00">
                  <c:v>1185</c:v>
                </c:pt>
                <c:pt idx="18" c:formatCode="#,##0.00">
                  <c:v>1165</c:v>
                </c:pt>
                <c:pt idx="19" c:formatCode="#,##0.00">
                  <c:v>1123</c:v>
                </c:pt>
                <c:pt idx="20" c:formatCode="#,##0.00">
                  <c:v>2328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SDR功率</c:v>
                </c:pt>
              </c:strCache>
            </c:strRef>
          </c:tx>
          <c:spPr>
            <a:ln w="12700" cap="rnd">
              <a:solidFill>
                <a:srgbClr val="990000"/>
              </a:solidFill>
              <a:prstDash val="sysDot"/>
              <a:round/>
            </a:ln>
            <a:effectLst/>
            <a:sp3d contourW="12700"/>
          </c:spPr>
          <c:marker>
            <c:symbol val="circle"/>
            <c:size val="2"/>
            <c:spPr>
              <a:solidFill>
                <a:srgbClr val="990000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2"/>
              <c:spPr>
                <a:solidFill>
                  <a:srgbClr val="990000"/>
                </a:solidFill>
                <a:ln w="9525">
                  <a:noFill/>
                </a:ln>
                <a:effectLst/>
              </c:spPr>
            </c:marker>
            <c:bubble3D val="0"/>
          </c:dPt>
          <c:dLbls>
            <c:delete val="1"/>
          </c:dLbls>
          <c:cat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0.95</c:v>
                </c:pt>
                <c:pt idx="2">
                  <c:v>0.9</c:v>
                </c:pt>
                <c:pt idx="3">
                  <c:v>0.85</c:v>
                </c:pt>
                <c:pt idx="4">
                  <c:v>0.8</c:v>
                </c:pt>
                <c:pt idx="5">
                  <c:v>0.75</c:v>
                </c:pt>
                <c:pt idx="6">
                  <c:v>0.7</c:v>
                </c:pt>
                <c:pt idx="7">
                  <c:v>0.65</c:v>
                </c:pt>
                <c:pt idx="8">
                  <c:v>0.6</c:v>
                </c:pt>
                <c:pt idx="9">
                  <c:v>0.55</c:v>
                </c:pt>
                <c:pt idx="10">
                  <c:v>0.5</c:v>
                </c:pt>
                <c:pt idx="11">
                  <c:v>0.45</c:v>
                </c:pt>
                <c:pt idx="12">
                  <c:v>0.4</c:v>
                </c:pt>
                <c:pt idx="13">
                  <c:v>0.35</c:v>
                </c:pt>
                <c:pt idx="14">
                  <c:v>0.3</c:v>
                </c:pt>
                <c:pt idx="15">
                  <c:v>0.25</c:v>
                </c:pt>
                <c:pt idx="16">
                  <c:v>0.2</c:v>
                </c:pt>
                <c:pt idx="17">
                  <c:v>0.15</c:v>
                </c:pt>
                <c:pt idx="18">
                  <c:v>0.1</c:v>
                </c:pt>
                <c:pt idx="19">
                  <c:v>0.05</c:v>
                </c:pt>
                <c:pt idx="20">
                  <c:v>0.02</c:v>
                </c:pt>
              </c:numCache>
            </c:num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295</c:v>
                </c:pt>
                <c:pt idx="1">
                  <c:v>291</c:v>
                </c:pt>
                <c:pt idx="2">
                  <c:v>286</c:v>
                </c:pt>
                <c:pt idx="3">
                  <c:v>282</c:v>
                </c:pt>
                <c:pt idx="4">
                  <c:v>280</c:v>
                </c:pt>
                <c:pt idx="5">
                  <c:v>279</c:v>
                </c:pt>
                <c:pt idx="6">
                  <c:v>277</c:v>
                </c:pt>
                <c:pt idx="7">
                  <c:v>274</c:v>
                </c:pt>
                <c:pt idx="8">
                  <c:v>273</c:v>
                </c:pt>
                <c:pt idx="9">
                  <c:v>270</c:v>
                </c:pt>
                <c:pt idx="10">
                  <c:v>273</c:v>
                </c:pt>
                <c:pt idx="11">
                  <c:v>272</c:v>
                </c:pt>
                <c:pt idx="12">
                  <c:v>273</c:v>
                </c:pt>
                <c:pt idx="13">
                  <c:v>153</c:v>
                </c:pt>
                <c:pt idx="14">
                  <c:v>138</c:v>
                </c:pt>
                <c:pt idx="15">
                  <c:v>128</c:v>
                </c:pt>
                <c:pt idx="16">
                  <c:v>120</c:v>
                </c:pt>
                <c:pt idx="17">
                  <c:v>111</c:v>
                </c:pt>
                <c:pt idx="18">
                  <c:v>98</c:v>
                </c:pt>
                <c:pt idx="19">
                  <c:v>76</c:v>
                </c:pt>
                <c:pt idx="20">
                  <c:v>53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HDR功率</c:v>
                </c:pt>
              </c:strCache>
            </c:strRef>
          </c:tx>
          <c:spPr>
            <a:ln w="12700" cap="rnd">
              <a:solidFill>
                <a:schemeClr val="accent5"/>
              </a:solidFill>
              <a:prstDash val="sysDot"/>
              <a:round/>
            </a:ln>
            <a:effectLst/>
            <a:sp3d contourW="12700"/>
          </c:spPr>
          <c:marker>
            <c:symbol val="circle"/>
            <c:size val="2"/>
            <c:spPr>
              <a:solidFill>
                <a:schemeClr val="accent5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2"/>
              <c:spPr>
                <a:solidFill>
                  <a:schemeClr val="accent5"/>
                </a:solidFill>
                <a:ln w="9525">
                  <a:noFill/>
                </a:ln>
                <a:effectLst/>
              </c:spPr>
            </c:marker>
            <c:bubble3D val="0"/>
          </c:dPt>
          <c:dPt>
            <c:idx val="12"/>
            <c:marker>
              <c:symbol val="circle"/>
              <c:size val="2"/>
              <c:spPr>
                <a:solidFill>
                  <a:schemeClr val="accent5"/>
                </a:solidFill>
                <a:ln w="9525">
                  <a:noFill/>
                </a:ln>
                <a:effectLst/>
              </c:spPr>
            </c:marker>
            <c:bubble3D val="0"/>
          </c:dPt>
          <c:dLbls>
            <c:delete val="1"/>
          </c:dLbls>
          <c:cat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0.95</c:v>
                </c:pt>
                <c:pt idx="2">
                  <c:v>0.9</c:v>
                </c:pt>
                <c:pt idx="3">
                  <c:v>0.85</c:v>
                </c:pt>
                <c:pt idx="4">
                  <c:v>0.8</c:v>
                </c:pt>
                <c:pt idx="5">
                  <c:v>0.75</c:v>
                </c:pt>
                <c:pt idx="6">
                  <c:v>0.7</c:v>
                </c:pt>
                <c:pt idx="7">
                  <c:v>0.65</c:v>
                </c:pt>
                <c:pt idx="8">
                  <c:v>0.6</c:v>
                </c:pt>
                <c:pt idx="9">
                  <c:v>0.55</c:v>
                </c:pt>
                <c:pt idx="10">
                  <c:v>0.5</c:v>
                </c:pt>
                <c:pt idx="11">
                  <c:v>0.45</c:v>
                </c:pt>
                <c:pt idx="12">
                  <c:v>0.4</c:v>
                </c:pt>
                <c:pt idx="13">
                  <c:v>0.35</c:v>
                </c:pt>
                <c:pt idx="14">
                  <c:v>0.3</c:v>
                </c:pt>
                <c:pt idx="15">
                  <c:v>0.25</c:v>
                </c:pt>
                <c:pt idx="16">
                  <c:v>0.2</c:v>
                </c:pt>
                <c:pt idx="17">
                  <c:v>0.15</c:v>
                </c:pt>
                <c:pt idx="18">
                  <c:v>0.1</c:v>
                </c:pt>
                <c:pt idx="19">
                  <c:v>0.05</c:v>
                </c:pt>
                <c:pt idx="20">
                  <c:v>0.02</c:v>
                </c:pt>
              </c:numCache>
            </c:num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294</c:v>
                </c:pt>
                <c:pt idx="1">
                  <c:v>290</c:v>
                </c:pt>
                <c:pt idx="2">
                  <c:v>285</c:v>
                </c:pt>
                <c:pt idx="3">
                  <c:v>282</c:v>
                </c:pt>
                <c:pt idx="4">
                  <c:v>282</c:v>
                </c:pt>
                <c:pt idx="5">
                  <c:v>279</c:v>
                </c:pt>
                <c:pt idx="6">
                  <c:v>277</c:v>
                </c:pt>
                <c:pt idx="7">
                  <c:v>274</c:v>
                </c:pt>
                <c:pt idx="8">
                  <c:v>273</c:v>
                </c:pt>
                <c:pt idx="9">
                  <c:v>271</c:v>
                </c:pt>
                <c:pt idx="10">
                  <c:v>273</c:v>
                </c:pt>
                <c:pt idx="11">
                  <c:v>271</c:v>
                </c:pt>
                <c:pt idx="12">
                  <c:v>272</c:v>
                </c:pt>
                <c:pt idx="13">
                  <c:v>152</c:v>
                </c:pt>
                <c:pt idx="14">
                  <c:v>138</c:v>
                </c:pt>
                <c:pt idx="15">
                  <c:v>130</c:v>
                </c:pt>
                <c:pt idx="16">
                  <c:v>115</c:v>
                </c:pt>
                <c:pt idx="17">
                  <c:v>100</c:v>
                </c:pt>
                <c:pt idx="18">
                  <c:v>88</c:v>
                </c:pt>
                <c:pt idx="19">
                  <c:v>70</c:v>
                </c:pt>
                <c:pt idx="20">
                  <c:v>73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1186888"/>
        <c:axId val="33740152"/>
      </c:lineChart>
      <c:catAx>
        <c:axId val="1611868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3740152"/>
        <c:crosses val="autoZero"/>
        <c:auto val="1"/>
        <c:lblAlgn val="ctr"/>
        <c:lblOffset val="100"/>
        <c:noMultiLvlLbl val="0"/>
      </c:catAx>
      <c:valAx>
        <c:axId val="33740152"/>
        <c:scaling>
          <c:orientation val="minMax"/>
          <c:max val="2400"/>
          <c:min val="5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61186888"/>
        <c:crosses val="autoZero"/>
        <c:crossBetween val="between"/>
        <c:majorUnit val="500"/>
        <c:minorUnit val="100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899874581939799"/>
          <c:y val="0.902991922127533"/>
          <c:w val="0.764109531772575"/>
          <c:h val="0.092752758723531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3" Type="http://schemas.openxmlformats.org/officeDocument/2006/relationships/tags" Target="../tags/tag54.xml"/><Relationship Id="rId22" Type="http://schemas.openxmlformats.org/officeDocument/2006/relationships/tags" Target="../tags/tag53.xml"/><Relationship Id="rId21" Type="http://schemas.openxmlformats.org/officeDocument/2006/relationships/tags" Target="../tags/tag52.xml"/><Relationship Id="rId20" Type="http://schemas.openxmlformats.org/officeDocument/2006/relationships/tags" Target="../tags/tag51.xml"/><Relationship Id="rId2" Type="http://schemas.openxmlformats.org/officeDocument/2006/relationships/tags" Target="../tags/tag33.xml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5" Type="http://schemas.openxmlformats.org/officeDocument/2006/relationships/tags" Target="../tags/tag114.xml"/><Relationship Id="rId24" Type="http://schemas.openxmlformats.org/officeDocument/2006/relationships/tags" Target="../tags/tag113.xml"/><Relationship Id="rId23" Type="http://schemas.openxmlformats.org/officeDocument/2006/relationships/tags" Target="../tags/tag112.xml"/><Relationship Id="rId22" Type="http://schemas.openxmlformats.org/officeDocument/2006/relationships/tags" Target="../tags/tag111.xml"/><Relationship Id="rId21" Type="http://schemas.openxmlformats.org/officeDocument/2006/relationships/tags" Target="../tags/tag110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4" Type="http://schemas.openxmlformats.org/officeDocument/2006/relationships/tags" Target="../tags/tag149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0" Type="http://schemas.openxmlformats.org/officeDocument/2006/relationships/tags" Target="../tags/tag168.xml"/><Relationship Id="rId2" Type="http://schemas.openxmlformats.org/officeDocument/2006/relationships/tags" Target="../tags/tag150.xml"/><Relationship Id="rId19" Type="http://schemas.openxmlformats.org/officeDocument/2006/relationships/tags" Target="../tags/tag167.xml"/><Relationship Id="rId18" Type="http://schemas.openxmlformats.org/officeDocument/2006/relationships/tags" Target="../tags/tag166.xml"/><Relationship Id="rId17" Type="http://schemas.openxmlformats.org/officeDocument/2006/relationships/tags" Target="../tags/tag165.xml"/><Relationship Id="rId16" Type="http://schemas.openxmlformats.org/officeDocument/2006/relationships/tags" Target="../tags/tag164.xml"/><Relationship Id="rId15" Type="http://schemas.openxmlformats.org/officeDocument/2006/relationships/tags" Target="../tags/tag163.xml"/><Relationship Id="rId14" Type="http://schemas.openxmlformats.org/officeDocument/2006/relationships/tags" Target="../tags/tag162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0" Type="http://schemas.openxmlformats.org/officeDocument/2006/relationships/tags" Target="../tags/tag187.xml"/><Relationship Id="rId2" Type="http://schemas.openxmlformats.org/officeDocument/2006/relationships/tags" Target="../tags/tag169.xml"/><Relationship Id="rId19" Type="http://schemas.openxmlformats.org/officeDocument/2006/relationships/tags" Target="../tags/tag186.xml"/><Relationship Id="rId18" Type="http://schemas.openxmlformats.org/officeDocument/2006/relationships/tags" Target="../tags/tag185.xml"/><Relationship Id="rId17" Type="http://schemas.openxmlformats.org/officeDocument/2006/relationships/tags" Target="../tags/tag184.xml"/><Relationship Id="rId16" Type="http://schemas.openxmlformats.org/officeDocument/2006/relationships/tags" Target="../tags/tag183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结合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748609" y="1699063"/>
            <a:ext cx="4443955" cy="46437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图文结合 这里是文字主题</a:t>
            </a:r>
            <a:r>
              <a:rPr kumimoji="1" lang="en-US" altLang="zh-CN" dirty="0"/>
              <a:t>18</a:t>
            </a:r>
            <a:r>
              <a:rPr kumimoji="1" lang="zh-CN" altLang="en-US" dirty="0"/>
              <a:t>号</a:t>
            </a:r>
            <a:endParaRPr kumimoji="1" lang="zh-CN" altLang="en-US" dirty="0"/>
          </a:p>
        </p:txBody>
      </p:sp>
      <p:sp>
        <p:nvSpPr>
          <p:cNvPr id="8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748608" y="2377444"/>
            <a:ext cx="4443955" cy="14094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900"/>
              </a:lnSpc>
              <a:buNone/>
              <a:defRPr sz="1465" b="0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这里是一段解释说明文字，这里是一段解释说明文字，这里是一段解释说明文字，这里是一段解释说明文字 </a:t>
            </a:r>
            <a:r>
              <a:rPr kumimoji="1" lang="en-US" altLang="zh-CN" dirty="0"/>
              <a:t>11</a:t>
            </a:r>
            <a:r>
              <a:rPr kumimoji="1" lang="zh-CN" altLang="en-US" dirty="0"/>
              <a:t>号</a:t>
            </a:r>
            <a:endParaRPr kumimoji="1" lang="zh-CN" altLang="en-US" dirty="0"/>
          </a:p>
        </p:txBody>
      </p:sp>
      <p:sp>
        <p:nvSpPr>
          <p:cNvPr id="10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748609" y="3796035"/>
            <a:ext cx="2800879" cy="120421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000" b="1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7999</a:t>
            </a:r>
            <a:endParaRPr kumimoji="1" lang="zh-CN" altLang="en-US" dirty="0"/>
          </a:p>
        </p:txBody>
      </p:sp>
      <p:pic>
        <p:nvPicPr>
          <p:cNvPr id="12" name="图片 11" descr="20190402-AIoT 中-RGB-彩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691" y="6372520"/>
            <a:ext cx="708076" cy="481739"/>
          </a:xfrm>
          <a:prstGeom prst="rect">
            <a:avLst/>
          </a:prstGeom>
        </p:spPr>
      </p:pic>
      <p:pic>
        <p:nvPicPr>
          <p:cNvPr id="13" name="图片 12" descr="20190402-SKYWORTH 创导未来 中-03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37" y="21481"/>
            <a:ext cx="1222627" cy="390912"/>
          </a:xfrm>
          <a:prstGeom prst="rect">
            <a:avLst/>
          </a:prstGeom>
        </p:spPr>
      </p:pic>
      <p:sp>
        <p:nvSpPr>
          <p:cNvPr id="14" name="文本占位符 10"/>
          <p:cNvSpPr>
            <a:spLocks noGrp="1"/>
          </p:cNvSpPr>
          <p:nvPr>
            <p:ph type="body" sz="quarter" idx="15" hasCustomPrompt="1"/>
          </p:nvPr>
        </p:nvSpPr>
        <p:spPr>
          <a:xfrm>
            <a:off x="3327343" y="4526392"/>
            <a:ext cx="1681020" cy="5970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900"/>
              </a:lnSpc>
              <a:buNone/>
              <a:defRPr sz="1465" b="0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元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2540"/>
            <a:ext cx="12192000" cy="6858000"/>
          </a:xfrm>
          <a:prstGeom prst="rect">
            <a:avLst/>
          </a:prstGeom>
        </p:spPr>
      </p:pic>
      <p:pic>
        <p:nvPicPr>
          <p:cNvPr id="6" name="图片 5" descr="20190402-AIoT 中-RGB-彩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683" y="6058293"/>
            <a:ext cx="1099932" cy="748339"/>
          </a:xfrm>
          <a:prstGeom prst="rect">
            <a:avLst/>
          </a:prstGeom>
        </p:spPr>
      </p:pic>
      <p:pic>
        <p:nvPicPr>
          <p:cNvPr id="8" name="图片 7" descr="20190402-SKYWORTH 创导未来 中-03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088" y="21481"/>
            <a:ext cx="2056161" cy="657419"/>
          </a:xfrm>
          <a:prstGeom prst="rect">
            <a:avLst/>
          </a:prstGeom>
        </p:spPr>
      </p:pic>
      <p:sp>
        <p:nvSpPr>
          <p:cNvPr id="12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1294308" y="2477104"/>
            <a:ext cx="9652179" cy="115397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5335" b="0" i="0">
                <a:solidFill>
                  <a:srgbClr val="41B2D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演讲主题 </a:t>
            </a:r>
            <a:r>
              <a:rPr kumimoji="1" lang="en-US" altLang="zh-CN" dirty="0"/>
              <a:t>40</a:t>
            </a:r>
            <a:r>
              <a:rPr kumimoji="1" lang="zh-CN" altLang="en-US" dirty="0"/>
              <a:t>号 </a:t>
            </a:r>
            <a:r>
              <a:rPr kumimoji="1" lang="en-US" altLang="zh-CN" dirty="0" err="1"/>
              <a:t>AIoT</a:t>
            </a:r>
            <a:r>
              <a:rPr kumimoji="1" lang="zh-CN" altLang="en-US" dirty="0"/>
              <a:t>蓝</a:t>
            </a:r>
            <a:endParaRPr kumimoji="1" lang="zh-CN" altLang="en-US" dirty="0"/>
          </a:p>
        </p:txBody>
      </p:sp>
      <p:sp>
        <p:nvSpPr>
          <p:cNvPr id="15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294308" y="3709845"/>
            <a:ext cx="9652179" cy="5747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solidFill>
                  <a:srgbClr val="41B2D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作者信息 </a:t>
            </a:r>
            <a:r>
              <a:rPr kumimoji="1" lang="en-US" altLang="zh-CN" dirty="0"/>
              <a:t>12</a:t>
            </a:r>
            <a:r>
              <a:rPr kumimoji="1" lang="zh-CN" altLang="en-US" dirty="0"/>
              <a:t>号 </a:t>
            </a:r>
            <a:r>
              <a:rPr kumimoji="1" lang="en-US" altLang="zh-CN" dirty="0" err="1"/>
              <a:t>AIoT</a:t>
            </a:r>
            <a:r>
              <a:rPr kumimoji="1" lang="zh-CN" altLang="en-US" dirty="0"/>
              <a:t>蓝</a:t>
            </a:r>
            <a:endParaRPr kumimoji="1" lang="zh-CN" altLang="en-US" dirty="0"/>
          </a:p>
        </p:txBody>
      </p:sp>
      <p:sp>
        <p:nvSpPr>
          <p:cNvPr id="18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118009" y="6450833"/>
            <a:ext cx="9652179" cy="28726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65" b="0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19 March,2018  </a:t>
            </a:r>
            <a:r>
              <a:rPr kumimoji="1" lang="zh-CN" altLang="en-US" dirty="0"/>
              <a:t>日期</a:t>
            </a:r>
            <a:r>
              <a:rPr kumimoji="1" lang="en-US" altLang="zh-CN" dirty="0"/>
              <a:t>8</a:t>
            </a:r>
            <a:r>
              <a:rPr kumimoji="1" lang="zh-CN" altLang="en-US" dirty="0"/>
              <a:t>号 </a:t>
            </a:r>
            <a:r>
              <a:rPr kumimoji="1" lang="en-US" altLang="zh-CN" dirty="0"/>
              <a:t>70%</a:t>
            </a:r>
            <a:r>
              <a:rPr kumimoji="1" lang="zh-CN" altLang="en-US" dirty="0"/>
              <a:t>黑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>
            <p:custDataLst>
              <p:tags r:id="rId2"/>
            </p:custDataLst>
          </p:nvPr>
        </p:nvSpPr>
        <p:spPr>
          <a:xfrm>
            <a:off x="8479422" y="4726875"/>
            <a:ext cx="2160001" cy="2954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9577065" y="4755401"/>
            <a:ext cx="1032934" cy="2390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 rot="10800000">
            <a:off x="5312130" y="-7535"/>
            <a:ext cx="2286000" cy="2342337"/>
          </a:xfrm>
          <a:custGeom>
            <a:avLst/>
            <a:gdLst>
              <a:gd name="connsiteX0" fmla="*/ 2286000 w 2286000"/>
              <a:gd name="connsiteY0" fmla="*/ 2342337 h 2342337"/>
              <a:gd name="connsiteX1" fmla="*/ 0 w 2286000"/>
              <a:gd name="connsiteY1" fmla="*/ 2342337 h 2342337"/>
              <a:gd name="connsiteX2" fmla="*/ 0 w 2286000"/>
              <a:gd name="connsiteY2" fmla="*/ 0 h 2342337"/>
              <a:gd name="connsiteX3" fmla="*/ 2286000 w 2286000"/>
              <a:gd name="connsiteY3" fmla="*/ 0 h 2342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2342337">
                <a:moveTo>
                  <a:pt x="2286000" y="2342337"/>
                </a:moveTo>
                <a:lnTo>
                  <a:pt x="0" y="2342337"/>
                </a:lnTo>
                <a:lnTo>
                  <a:pt x="0" y="0"/>
                </a:lnTo>
                <a:lnTo>
                  <a:pt x="2286000" y="0"/>
                </a:lnTo>
                <a:close/>
              </a:path>
            </a:pathLst>
          </a:custGeom>
        </p:spPr>
      </p:pic>
      <p:grpSp>
        <p:nvGrpSpPr>
          <p:cNvPr id="80" name="组合 79"/>
          <p:cNvGrpSpPr/>
          <p:nvPr userDrawn="1">
            <p:custDataLst>
              <p:tags r:id="rId6"/>
            </p:custDataLst>
          </p:nvPr>
        </p:nvGrpSpPr>
        <p:grpSpPr>
          <a:xfrm>
            <a:off x="-3447" y="-189"/>
            <a:ext cx="4675187" cy="6856525"/>
            <a:chOff x="-3447" y="-189"/>
            <a:chExt cx="4675187" cy="6856525"/>
          </a:xfrm>
          <a:solidFill>
            <a:schemeClr val="accent1"/>
          </a:solidFill>
        </p:grpSpPr>
        <p:sp>
          <p:nvSpPr>
            <p:cNvPr id="7" name="流程图: 文档 6"/>
            <p:cNvSpPr/>
            <p:nvPr userDrawn="1">
              <p:custDataLst>
                <p:tags r:id="rId7"/>
              </p:custDataLst>
            </p:nvPr>
          </p:nvSpPr>
          <p:spPr>
            <a:xfrm rot="16200000">
              <a:off x="-872533" y="1312062"/>
              <a:ext cx="6856524" cy="4232023"/>
            </a:xfrm>
            <a:prstGeom prst="flowChartDocumen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: 形状 65"/>
            <p:cNvSpPr/>
            <p:nvPr userDrawn="1">
              <p:custDataLst>
                <p:tags r:id="rId8"/>
              </p:custDataLst>
            </p:nvPr>
          </p:nvSpPr>
          <p:spPr>
            <a:xfrm>
              <a:off x="0" y="1"/>
              <a:ext cx="4559301" cy="6855293"/>
            </a:xfrm>
            <a:custGeom>
              <a:avLst/>
              <a:gdLst>
                <a:gd name="connsiteX0" fmla="*/ 0 w 4559301"/>
                <a:gd name="connsiteY0" fmla="*/ 0 h 6855293"/>
                <a:gd name="connsiteX1" fmla="*/ 3762289 w 4559301"/>
                <a:gd name="connsiteY1" fmla="*/ 0 h 6855293"/>
                <a:gd name="connsiteX2" fmla="*/ 3765029 w 4559301"/>
                <a:gd name="connsiteY2" fmla="*/ 230702 h 6855293"/>
                <a:gd name="connsiteX3" fmla="*/ 4391808 w 4559301"/>
                <a:gd name="connsiteY3" fmla="*/ 6560195 h 6855293"/>
                <a:gd name="connsiteX4" fmla="*/ 4331769 w 4559301"/>
                <a:gd name="connsiteY4" fmla="*/ 6855293 h 6855293"/>
                <a:gd name="connsiteX5" fmla="*/ 0 w 4559301"/>
                <a:gd name="connsiteY5" fmla="*/ 6855293 h 685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59301" h="6855293">
                  <a:moveTo>
                    <a:pt x="0" y="0"/>
                  </a:moveTo>
                  <a:lnTo>
                    <a:pt x="3762289" y="0"/>
                  </a:lnTo>
                  <a:lnTo>
                    <a:pt x="3765029" y="230702"/>
                  </a:lnTo>
                  <a:cubicBezTo>
                    <a:pt x="3839114" y="3295200"/>
                    <a:pt x="4979109" y="3489718"/>
                    <a:pt x="4391808" y="6560195"/>
                  </a:cubicBezTo>
                  <a:lnTo>
                    <a:pt x="4331769" y="6855293"/>
                  </a:lnTo>
                  <a:lnTo>
                    <a:pt x="0" y="68552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/>
            <p:cNvSpPr/>
            <p:nvPr>
              <p:custDataLst>
                <p:tags r:id="rId9"/>
              </p:custDataLst>
            </p:nvPr>
          </p:nvSpPr>
          <p:spPr>
            <a:xfrm>
              <a:off x="672465" y="606425"/>
              <a:ext cx="670560" cy="670560"/>
            </a:xfrm>
            <a:prstGeom prst="roundRect">
              <a:avLst/>
            </a:prstGeom>
            <a:grpFill/>
            <a:ln w="15875">
              <a:solidFill>
                <a:schemeClr val="bg1">
                  <a:alpha val="4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: 形状 59"/>
            <p:cNvSpPr/>
            <p:nvPr>
              <p:custDataLst>
                <p:tags r:id="rId10"/>
              </p:custDataLst>
            </p:nvPr>
          </p:nvSpPr>
          <p:spPr>
            <a:xfrm>
              <a:off x="-3447" y="-189"/>
              <a:ext cx="1010557" cy="1043494"/>
            </a:xfrm>
            <a:custGeom>
              <a:avLst/>
              <a:gdLst>
                <a:gd name="connsiteX0" fmla="*/ 0 w 1010557"/>
                <a:gd name="connsiteY0" fmla="*/ 0 h 1043494"/>
                <a:gd name="connsiteX1" fmla="*/ 1010557 w 1010557"/>
                <a:gd name="connsiteY1" fmla="*/ 0 h 1043494"/>
                <a:gd name="connsiteX2" fmla="*/ 1010557 w 1010557"/>
                <a:gd name="connsiteY2" fmla="*/ 820287 h 1043494"/>
                <a:gd name="connsiteX3" fmla="*/ 787350 w 1010557"/>
                <a:gd name="connsiteY3" fmla="*/ 1043494 h 1043494"/>
                <a:gd name="connsiteX4" fmla="*/ 0 w 1010557"/>
                <a:gd name="connsiteY4" fmla="*/ 1043494 h 1043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557" h="1043494">
                  <a:moveTo>
                    <a:pt x="0" y="0"/>
                  </a:moveTo>
                  <a:lnTo>
                    <a:pt x="1010557" y="0"/>
                  </a:lnTo>
                  <a:lnTo>
                    <a:pt x="1010557" y="820287"/>
                  </a:lnTo>
                  <a:cubicBezTo>
                    <a:pt x="1010557" y="943561"/>
                    <a:pt x="910624" y="1043494"/>
                    <a:pt x="787350" y="1043494"/>
                  </a:cubicBezTo>
                  <a:lnTo>
                    <a:pt x="0" y="1043494"/>
                  </a:lnTo>
                  <a:close/>
                </a:path>
              </a:pathLst>
            </a:custGeom>
            <a:grpFill/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>
              <p:custDataLst>
                <p:tags r:id="rId11"/>
              </p:custDataLst>
            </p:nvPr>
          </p:nvSpPr>
          <p:spPr>
            <a:xfrm>
              <a:off x="1474470" y="-189"/>
              <a:ext cx="813435" cy="624394"/>
            </a:xfrm>
            <a:custGeom>
              <a:avLst/>
              <a:gdLst>
                <a:gd name="connsiteX0" fmla="*/ 0 w 813435"/>
                <a:gd name="connsiteY0" fmla="*/ 0 h 624394"/>
                <a:gd name="connsiteX1" fmla="*/ 813435 w 813435"/>
                <a:gd name="connsiteY1" fmla="*/ 0 h 624394"/>
                <a:gd name="connsiteX2" fmla="*/ 813435 w 813435"/>
                <a:gd name="connsiteY2" fmla="*/ 488819 h 624394"/>
                <a:gd name="connsiteX3" fmla="*/ 677860 w 813435"/>
                <a:gd name="connsiteY3" fmla="*/ 624394 h 624394"/>
                <a:gd name="connsiteX4" fmla="*/ 135575 w 813435"/>
                <a:gd name="connsiteY4" fmla="*/ 624394 h 624394"/>
                <a:gd name="connsiteX5" fmla="*/ 0 w 813435"/>
                <a:gd name="connsiteY5" fmla="*/ 488819 h 62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435" h="624394">
                  <a:moveTo>
                    <a:pt x="0" y="0"/>
                  </a:moveTo>
                  <a:lnTo>
                    <a:pt x="813435" y="0"/>
                  </a:lnTo>
                  <a:lnTo>
                    <a:pt x="813435" y="488819"/>
                  </a:lnTo>
                  <a:cubicBezTo>
                    <a:pt x="813435" y="563695"/>
                    <a:pt x="752736" y="624394"/>
                    <a:pt x="677860" y="624394"/>
                  </a:cubicBezTo>
                  <a:lnTo>
                    <a:pt x="135575" y="624394"/>
                  </a:lnTo>
                  <a:cubicBezTo>
                    <a:pt x="60699" y="624394"/>
                    <a:pt x="0" y="563695"/>
                    <a:pt x="0" y="488819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/>
            <p:cNvSpPr/>
            <p:nvPr>
              <p:custDataLst>
                <p:tags r:id="rId12"/>
              </p:custDataLst>
            </p:nvPr>
          </p:nvSpPr>
          <p:spPr>
            <a:xfrm>
              <a:off x="2493645" y="353060"/>
              <a:ext cx="659130" cy="659130"/>
            </a:xfrm>
            <a:prstGeom prst="roundRect">
              <a:avLst/>
            </a:prstGeom>
            <a:grpFill/>
            <a:ln w="15875">
              <a:solidFill>
                <a:schemeClr val="bg1">
                  <a:alpha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: 形状 61"/>
            <p:cNvSpPr/>
            <p:nvPr>
              <p:custDataLst>
                <p:tags r:id="rId13"/>
              </p:custDataLst>
            </p:nvPr>
          </p:nvSpPr>
          <p:spPr>
            <a:xfrm>
              <a:off x="-3447" y="1544320"/>
              <a:ext cx="284752" cy="504190"/>
            </a:xfrm>
            <a:custGeom>
              <a:avLst/>
              <a:gdLst>
                <a:gd name="connsiteX0" fmla="*/ 0 w 284752"/>
                <a:gd name="connsiteY0" fmla="*/ 0 h 504190"/>
                <a:gd name="connsiteX1" fmla="*/ 200719 w 284752"/>
                <a:gd name="connsiteY1" fmla="*/ 0 h 504190"/>
                <a:gd name="connsiteX2" fmla="*/ 284752 w 284752"/>
                <a:gd name="connsiteY2" fmla="*/ 84033 h 504190"/>
                <a:gd name="connsiteX3" fmla="*/ 284752 w 284752"/>
                <a:gd name="connsiteY3" fmla="*/ 420157 h 504190"/>
                <a:gd name="connsiteX4" fmla="*/ 200719 w 284752"/>
                <a:gd name="connsiteY4" fmla="*/ 504190 h 504190"/>
                <a:gd name="connsiteX5" fmla="*/ 0 w 284752"/>
                <a:gd name="connsiteY5" fmla="*/ 504190 h 50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752" h="504190">
                  <a:moveTo>
                    <a:pt x="0" y="0"/>
                  </a:moveTo>
                  <a:lnTo>
                    <a:pt x="200719" y="0"/>
                  </a:lnTo>
                  <a:cubicBezTo>
                    <a:pt x="247129" y="0"/>
                    <a:pt x="284752" y="37623"/>
                    <a:pt x="284752" y="84033"/>
                  </a:cubicBezTo>
                  <a:lnTo>
                    <a:pt x="284752" y="420157"/>
                  </a:lnTo>
                  <a:cubicBezTo>
                    <a:pt x="284752" y="466567"/>
                    <a:pt x="247129" y="504190"/>
                    <a:pt x="200719" y="504190"/>
                  </a:cubicBezTo>
                  <a:lnTo>
                    <a:pt x="0" y="504190"/>
                  </a:lnTo>
                  <a:close/>
                </a:path>
              </a:pathLst>
            </a:custGeom>
            <a:grpFill/>
            <a:ln w="15875">
              <a:solidFill>
                <a:schemeClr val="bg1">
                  <a:alpha val="4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/>
            <p:cNvSpPr/>
            <p:nvPr>
              <p:custDataLst>
                <p:tags r:id="rId14"/>
              </p:custDataLst>
            </p:nvPr>
          </p:nvSpPr>
          <p:spPr>
            <a:xfrm>
              <a:off x="2707640" y="624205"/>
              <a:ext cx="876300" cy="876300"/>
            </a:xfrm>
            <a:prstGeom prst="roundRect">
              <a:avLst/>
            </a:prstGeom>
            <a:grpFill/>
            <a:ln w="15875">
              <a:solidFill>
                <a:schemeClr val="bg1">
                  <a:alpha val="4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/>
            <p:cNvSpPr/>
            <p:nvPr>
              <p:custDataLst>
                <p:tags r:id="rId15"/>
              </p:custDataLst>
            </p:nvPr>
          </p:nvSpPr>
          <p:spPr>
            <a:xfrm>
              <a:off x="1605280" y="1115060"/>
              <a:ext cx="402590" cy="402590"/>
            </a:xfrm>
            <a:prstGeom prst="roundRect">
              <a:avLst/>
            </a:prstGeom>
            <a:grpFill/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/>
            <p:cNvSpPr/>
            <p:nvPr>
              <p:custDataLst>
                <p:tags r:id="rId16"/>
              </p:custDataLst>
            </p:nvPr>
          </p:nvSpPr>
          <p:spPr>
            <a:xfrm>
              <a:off x="169545" y="1916430"/>
              <a:ext cx="402590" cy="432435"/>
            </a:xfrm>
            <a:prstGeom prst="roundRect">
              <a:avLst/>
            </a:prstGeom>
            <a:grpFill/>
            <a:ln w="15875">
              <a:solidFill>
                <a:schemeClr val="bg1">
                  <a:alpha val="4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: 形状 71"/>
            <p:cNvSpPr/>
            <p:nvPr>
              <p:custDataLst>
                <p:tags r:id="rId17"/>
              </p:custDataLst>
            </p:nvPr>
          </p:nvSpPr>
          <p:spPr>
            <a:xfrm>
              <a:off x="885825" y="6346190"/>
              <a:ext cx="893445" cy="505682"/>
            </a:xfrm>
            <a:custGeom>
              <a:avLst/>
              <a:gdLst>
                <a:gd name="connsiteX0" fmla="*/ 148910 w 893445"/>
                <a:gd name="connsiteY0" fmla="*/ 0 h 505682"/>
                <a:gd name="connsiteX1" fmla="*/ 744535 w 893445"/>
                <a:gd name="connsiteY1" fmla="*/ 0 h 505682"/>
                <a:gd name="connsiteX2" fmla="*/ 893445 w 893445"/>
                <a:gd name="connsiteY2" fmla="*/ 148910 h 505682"/>
                <a:gd name="connsiteX3" fmla="*/ 893445 w 893445"/>
                <a:gd name="connsiteY3" fmla="*/ 505682 h 505682"/>
                <a:gd name="connsiteX4" fmla="*/ 0 w 893445"/>
                <a:gd name="connsiteY4" fmla="*/ 505682 h 505682"/>
                <a:gd name="connsiteX5" fmla="*/ 0 w 893445"/>
                <a:gd name="connsiteY5" fmla="*/ 148910 h 505682"/>
                <a:gd name="connsiteX6" fmla="*/ 148910 w 893445"/>
                <a:gd name="connsiteY6" fmla="*/ 0 h 505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505682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505682"/>
                  </a:lnTo>
                  <a:lnTo>
                    <a:pt x="0" y="505682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5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: 形状 68"/>
            <p:cNvSpPr/>
            <p:nvPr>
              <p:custDataLst>
                <p:tags r:id="rId18"/>
              </p:custDataLst>
            </p:nvPr>
          </p:nvSpPr>
          <p:spPr>
            <a:xfrm>
              <a:off x="0" y="5970905"/>
              <a:ext cx="1332230" cy="880967"/>
            </a:xfrm>
            <a:custGeom>
              <a:avLst/>
              <a:gdLst>
                <a:gd name="connsiteX0" fmla="*/ 0 w 1332230"/>
                <a:gd name="connsiteY0" fmla="*/ 0 h 880967"/>
                <a:gd name="connsiteX1" fmla="*/ 1034727 w 1332230"/>
                <a:gd name="connsiteY1" fmla="*/ 0 h 880967"/>
                <a:gd name="connsiteX2" fmla="*/ 1332230 w 1332230"/>
                <a:gd name="connsiteY2" fmla="*/ 297503 h 880967"/>
                <a:gd name="connsiteX3" fmla="*/ 1332230 w 1332230"/>
                <a:gd name="connsiteY3" fmla="*/ 880967 h 880967"/>
                <a:gd name="connsiteX4" fmla="*/ 0 w 1332230"/>
                <a:gd name="connsiteY4" fmla="*/ 880967 h 880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2230" h="880967">
                  <a:moveTo>
                    <a:pt x="0" y="0"/>
                  </a:moveTo>
                  <a:lnTo>
                    <a:pt x="1034727" y="0"/>
                  </a:lnTo>
                  <a:cubicBezTo>
                    <a:pt x="1199033" y="0"/>
                    <a:pt x="1332230" y="133197"/>
                    <a:pt x="1332230" y="297503"/>
                  </a:cubicBezTo>
                  <a:lnTo>
                    <a:pt x="1332230" y="880967"/>
                  </a:lnTo>
                  <a:lnTo>
                    <a:pt x="0" y="880967"/>
                  </a:lnTo>
                  <a:close/>
                </a:path>
              </a:pathLst>
            </a:custGeom>
            <a:grpFill/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6" name="任意多边形: 形状 75"/>
            <p:cNvSpPr/>
            <p:nvPr userDrawn="1">
              <p:custDataLst>
                <p:tags r:id="rId19"/>
              </p:custDataLst>
            </p:nvPr>
          </p:nvSpPr>
          <p:spPr>
            <a:xfrm>
              <a:off x="2136605" y="6588125"/>
              <a:ext cx="1771355" cy="263747"/>
            </a:xfrm>
            <a:custGeom>
              <a:avLst/>
              <a:gdLst>
                <a:gd name="connsiteX0" fmla="*/ 290688 w 1771355"/>
                <a:gd name="connsiteY0" fmla="*/ 0 h 263747"/>
                <a:gd name="connsiteX1" fmla="*/ 1480667 w 1771355"/>
                <a:gd name="connsiteY1" fmla="*/ 0 h 263747"/>
                <a:gd name="connsiteX2" fmla="*/ 1754791 w 1771355"/>
                <a:gd name="connsiteY2" fmla="*/ 181702 h 263747"/>
                <a:gd name="connsiteX3" fmla="*/ 1771355 w 1771355"/>
                <a:gd name="connsiteY3" fmla="*/ 263747 h 263747"/>
                <a:gd name="connsiteX4" fmla="*/ 0 w 1771355"/>
                <a:gd name="connsiteY4" fmla="*/ 263747 h 263747"/>
                <a:gd name="connsiteX5" fmla="*/ 16564 w 1771355"/>
                <a:gd name="connsiteY5" fmla="*/ 181702 h 263747"/>
                <a:gd name="connsiteX6" fmla="*/ 290688 w 1771355"/>
                <a:gd name="connsiteY6" fmla="*/ 0 h 26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355" h="263747">
                  <a:moveTo>
                    <a:pt x="290688" y="0"/>
                  </a:moveTo>
                  <a:lnTo>
                    <a:pt x="1480667" y="0"/>
                  </a:lnTo>
                  <a:cubicBezTo>
                    <a:pt x="1603897" y="0"/>
                    <a:pt x="1709627" y="74924"/>
                    <a:pt x="1754791" y="181702"/>
                  </a:cubicBezTo>
                  <a:lnTo>
                    <a:pt x="1771355" y="263747"/>
                  </a:lnTo>
                  <a:lnTo>
                    <a:pt x="0" y="263747"/>
                  </a:lnTo>
                  <a:lnTo>
                    <a:pt x="16564" y="181702"/>
                  </a:lnTo>
                  <a:cubicBezTo>
                    <a:pt x="61728" y="74924"/>
                    <a:pt x="167459" y="0"/>
                    <a:pt x="290688" y="0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8" name="任意多边形: 形状 77"/>
            <p:cNvSpPr/>
            <p:nvPr>
              <p:custDataLst>
                <p:tags r:id="rId20"/>
              </p:custDataLst>
            </p:nvPr>
          </p:nvSpPr>
          <p:spPr>
            <a:xfrm>
              <a:off x="3397885" y="6395720"/>
              <a:ext cx="727710" cy="456152"/>
            </a:xfrm>
            <a:custGeom>
              <a:avLst/>
              <a:gdLst>
                <a:gd name="connsiteX0" fmla="*/ 121287 w 727710"/>
                <a:gd name="connsiteY0" fmla="*/ 0 h 456152"/>
                <a:gd name="connsiteX1" fmla="*/ 606423 w 727710"/>
                <a:gd name="connsiteY1" fmla="*/ 0 h 456152"/>
                <a:gd name="connsiteX2" fmla="*/ 727710 w 727710"/>
                <a:gd name="connsiteY2" fmla="*/ 121287 h 456152"/>
                <a:gd name="connsiteX3" fmla="*/ 727710 w 727710"/>
                <a:gd name="connsiteY3" fmla="*/ 456152 h 456152"/>
                <a:gd name="connsiteX4" fmla="*/ 0 w 727710"/>
                <a:gd name="connsiteY4" fmla="*/ 456152 h 456152"/>
                <a:gd name="connsiteX5" fmla="*/ 0 w 727710"/>
                <a:gd name="connsiteY5" fmla="*/ 121287 h 456152"/>
                <a:gd name="connsiteX6" fmla="*/ 121287 w 727710"/>
                <a:gd name="connsiteY6" fmla="*/ 0 h 45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7710" h="456152">
                  <a:moveTo>
                    <a:pt x="121287" y="0"/>
                  </a:moveTo>
                  <a:lnTo>
                    <a:pt x="606423" y="0"/>
                  </a:lnTo>
                  <a:cubicBezTo>
                    <a:pt x="673408" y="0"/>
                    <a:pt x="727710" y="54302"/>
                    <a:pt x="727710" y="121287"/>
                  </a:cubicBezTo>
                  <a:lnTo>
                    <a:pt x="727710" y="456152"/>
                  </a:lnTo>
                  <a:lnTo>
                    <a:pt x="0" y="456152"/>
                  </a:lnTo>
                  <a:lnTo>
                    <a:pt x="0" y="121287"/>
                  </a:lnTo>
                  <a:cubicBezTo>
                    <a:pt x="0" y="54302"/>
                    <a:pt x="54302" y="0"/>
                    <a:pt x="121287" y="0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6" name="日期占位符 15"/>
          <p:cNvSpPr>
            <a:spLocks noGrp="1"/>
          </p:cNvSpPr>
          <p:nvPr userDrawn="1">
            <p:ph type="dt" sz="half" idx="10"/>
            <p:custDataLst>
              <p:tags r:id="rId2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 userDrawn="1">
            <p:ph type="ftr" sz="quarter" idx="11"/>
            <p:custDataLst>
              <p:tags r:id="rId2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 userDrawn="1">
            <p:ph type="sldNum" sz="quarter" idx="12"/>
            <p:custDataLst>
              <p:tags r:id="rId2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24"/>
            </p:custDataLst>
          </p:nvPr>
        </p:nvSpPr>
        <p:spPr>
          <a:xfrm>
            <a:off x="5003801" y="2779449"/>
            <a:ext cx="6369050" cy="942095"/>
          </a:xfrm>
        </p:spPr>
        <p:txBody>
          <a:bodyPr lIns="90000" tIns="0" rIns="90000" bIns="46800" anchor="t" anchorCtr="0">
            <a:normAutofit/>
          </a:bodyPr>
          <a:lstStyle>
            <a:lvl1pPr algn="ctr">
              <a:defRPr sz="5400" spc="6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25"/>
            </p:custDataLst>
          </p:nvPr>
        </p:nvSpPr>
        <p:spPr>
          <a:xfrm>
            <a:off x="4999018" y="2172371"/>
            <a:ext cx="6373833" cy="571384"/>
          </a:xfrm>
        </p:spPr>
        <p:txBody>
          <a:bodyPr lIns="90000" tIns="46800" rIns="90000" bIns="0" anchor="b">
            <a:normAutofit/>
          </a:bodyPr>
          <a:lstStyle>
            <a:lvl1pPr marL="0" indent="0" algn="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accent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 userDrawn="1">
            <p:ph type="body" sz="quarter" idx="13"/>
            <p:custDataLst>
              <p:tags r:id="rId26"/>
            </p:custDataLst>
          </p:nvPr>
        </p:nvSpPr>
        <p:spPr>
          <a:xfrm>
            <a:off x="7408546" y="3760360"/>
            <a:ext cx="3230878" cy="396000"/>
          </a:xfrm>
        </p:spPr>
        <p:txBody>
          <a:bodyPr lIns="90000" tIns="46800" rIns="90000" bIns="0" anchor="b" anchorCtr="0">
            <a:normAutofit/>
          </a:bodyPr>
          <a:lstStyle>
            <a:lvl1pPr marL="0" indent="0" algn="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6" name="文本占位符 35"/>
          <p:cNvSpPr>
            <a:spLocks noGrp="1"/>
          </p:cNvSpPr>
          <p:nvPr userDrawn="1">
            <p:ph type="body" sz="quarter" idx="14"/>
            <p:custDataLst>
              <p:tags r:id="rId27"/>
            </p:custDataLst>
          </p:nvPr>
        </p:nvSpPr>
        <p:spPr>
          <a:xfrm>
            <a:off x="7408545" y="4206840"/>
            <a:ext cx="3230878" cy="396000"/>
          </a:xfrm>
        </p:spPr>
        <p:txBody>
          <a:bodyPr lIns="90000" tIns="0" rIns="90000" bIns="46800">
            <a:normAutofit/>
          </a:bodyPr>
          <a:lstStyle>
            <a:lvl1pPr marL="0" indent="0" algn="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8" name="文本占位符 37"/>
          <p:cNvSpPr>
            <a:spLocks noGrp="1"/>
          </p:cNvSpPr>
          <p:nvPr userDrawn="1">
            <p:ph type="body" sz="quarter" idx="15" hasCustomPrompt="1"/>
            <p:custDataLst>
              <p:tags r:id="rId28"/>
            </p:custDataLst>
          </p:nvPr>
        </p:nvSpPr>
        <p:spPr>
          <a:xfrm>
            <a:off x="8461825" y="4652159"/>
            <a:ext cx="1116000" cy="396000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40" name="文本占位符 39"/>
          <p:cNvSpPr>
            <a:spLocks noGrp="1"/>
          </p:cNvSpPr>
          <p:nvPr userDrawn="1">
            <p:ph type="body" sz="quarter" idx="16" hasCustomPrompt="1"/>
            <p:custDataLst>
              <p:tags r:id="rId29"/>
            </p:custDataLst>
          </p:nvPr>
        </p:nvSpPr>
        <p:spPr>
          <a:xfrm>
            <a:off x="9586550" y="4652159"/>
            <a:ext cx="1116000" cy="396000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1923559"/>
            <a:ext cx="12192000" cy="2335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>
            <p:custDataLst>
              <p:tags r:id="rId3"/>
            </p:custDataLst>
          </p:nvPr>
        </p:nvGrpSpPr>
        <p:grpSpPr>
          <a:xfrm>
            <a:off x="-3804" y="1485900"/>
            <a:ext cx="1522089" cy="3243580"/>
            <a:chOff x="-3804" y="1485900"/>
            <a:chExt cx="1522089" cy="3243580"/>
          </a:xfrm>
        </p:grpSpPr>
        <p:sp>
          <p:nvSpPr>
            <p:cNvPr id="36" name="任意多边形: 形状 35"/>
            <p:cNvSpPr/>
            <p:nvPr>
              <p:custDataLst>
                <p:tags r:id="rId4"/>
              </p:custDataLst>
            </p:nvPr>
          </p:nvSpPr>
          <p:spPr>
            <a:xfrm>
              <a:off x="1" y="2719070"/>
              <a:ext cx="494665" cy="670560"/>
            </a:xfrm>
            <a:custGeom>
              <a:avLst/>
              <a:gdLst>
                <a:gd name="connsiteX0" fmla="*/ 0 w 494665"/>
                <a:gd name="connsiteY0" fmla="*/ 0 h 670560"/>
                <a:gd name="connsiteX1" fmla="*/ 382903 w 494665"/>
                <a:gd name="connsiteY1" fmla="*/ 0 h 670560"/>
                <a:gd name="connsiteX2" fmla="*/ 494665 w 494665"/>
                <a:gd name="connsiteY2" fmla="*/ 111762 h 670560"/>
                <a:gd name="connsiteX3" fmla="*/ 494665 w 494665"/>
                <a:gd name="connsiteY3" fmla="*/ 558798 h 670560"/>
                <a:gd name="connsiteX4" fmla="*/ 382903 w 494665"/>
                <a:gd name="connsiteY4" fmla="*/ 670560 h 670560"/>
                <a:gd name="connsiteX5" fmla="*/ 0 w 494665"/>
                <a:gd name="connsiteY5" fmla="*/ 670560 h 670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4665" h="670560">
                  <a:moveTo>
                    <a:pt x="0" y="0"/>
                  </a:moveTo>
                  <a:lnTo>
                    <a:pt x="382903" y="0"/>
                  </a:lnTo>
                  <a:cubicBezTo>
                    <a:pt x="444627" y="0"/>
                    <a:pt x="494665" y="50038"/>
                    <a:pt x="494665" y="111762"/>
                  </a:cubicBezTo>
                  <a:lnTo>
                    <a:pt x="494665" y="558798"/>
                  </a:lnTo>
                  <a:cubicBezTo>
                    <a:pt x="494665" y="620522"/>
                    <a:pt x="444627" y="670560"/>
                    <a:pt x="382903" y="670560"/>
                  </a:cubicBezTo>
                  <a:lnTo>
                    <a:pt x="0" y="670560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5875">
              <a:solidFill>
                <a:schemeClr val="bg1">
                  <a:alpha val="3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任意多边形: 形状 27"/>
            <p:cNvSpPr/>
            <p:nvPr>
              <p:custDataLst>
                <p:tags r:id="rId5"/>
              </p:custDataLst>
            </p:nvPr>
          </p:nvSpPr>
          <p:spPr>
            <a:xfrm>
              <a:off x="-3804" y="1816735"/>
              <a:ext cx="343529" cy="1339215"/>
            </a:xfrm>
            <a:custGeom>
              <a:avLst/>
              <a:gdLst>
                <a:gd name="connsiteX0" fmla="*/ 0 w 343529"/>
                <a:gd name="connsiteY0" fmla="*/ 0 h 1339215"/>
                <a:gd name="connsiteX1" fmla="*/ 120322 w 343529"/>
                <a:gd name="connsiteY1" fmla="*/ 0 h 1339215"/>
                <a:gd name="connsiteX2" fmla="*/ 343529 w 343529"/>
                <a:gd name="connsiteY2" fmla="*/ 223207 h 1339215"/>
                <a:gd name="connsiteX3" fmla="*/ 343529 w 343529"/>
                <a:gd name="connsiteY3" fmla="*/ 1116008 h 1339215"/>
                <a:gd name="connsiteX4" fmla="*/ 120322 w 343529"/>
                <a:gd name="connsiteY4" fmla="*/ 1339215 h 1339215"/>
                <a:gd name="connsiteX5" fmla="*/ 0 w 343529"/>
                <a:gd name="connsiteY5" fmla="*/ 1339215 h 1339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529" h="1339215">
                  <a:moveTo>
                    <a:pt x="0" y="0"/>
                  </a:moveTo>
                  <a:lnTo>
                    <a:pt x="120322" y="0"/>
                  </a:lnTo>
                  <a:cubicBezTo>
                    <a:pt x="243596" y="0"/>
                    <a:pt x="343529" y="99933"/>
                    <a:pt x="343529" y="223207"/>
                  </a:cubicBezTo>
                  <a:lnTo>
                    <a:pt x="343529" y="1116008"/>
                  </a:lnTo>
                  <a:cubicBezTo>
                    <a:pt x="343529" y="1239282"/>
                    <a:pt x="243596" y="1339215"/>
                    <a:pt x="120322" y="1339215"/>
                  </a:cubicBezTo>
                  <a:lnTo>
                    <a:pt x="0" y="1339215"/>
                  </a:lnTo>
                  <a:close/>
                </a:path>
              </a:pathLst>
            </a:custGeom>
            <a:solidFill>
              <a:schemeClr val="bg1">
                <a:alpha val="17000"/>
              </a:schemeClr>
            </a:solidFill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/>
            <p:cNvSpPr/>
            <p:nvPr>
              <p:custDataLst>
                <p:tags r:id="rId6"/>
              </p:custDataLst>
            </p:nvPr>
          </p:nvSpPr>
          <p:spPr>
            <a:xfrm>
              <a:off x="704850" y="1485900"/>
              <a:ext cx="813435" cy="813435"/>
            </a:xfrm>
            <a:prstGeom prst="roundRect">
              <a:avLst/>
            </a:prstGeom>
            <a:solidFill>
              <a:schemeClr val="bg1">
                <a:alpha val="16000"/>
              </a:schemeClr>
            </a:solidFill>
            <a:ln w="15875">
              <a:solidFill>
                <a:schemeClr val="bg1">
                  <a:alpha val="2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/>
            <p:cNvSpPr/>
            <p:nvPr>
              <p:custDataLst>
                <p:tags r:id="rId7"/>
              </p:custDataLst>
            </p:nvPr>
          </p:nvSpPr>
          <p:spPr>
            <a:xfrm>
              <a:off x="704850" y="3437255"/>
              <a:ext cx="659130" cy="659130"/>
            </a:xfrm>
            <a:prstGeom prst="roundRect">
              <a:avLst/>
            </a:prstGeom>
            <a:solidFill>
              <a:schemeClr val="bg1">
                <a:alpha val="12000"/>
              </a:schemeClr>
            </a:solidFill>
            <a:ln w="1587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/>
            <p:cNvSpPr/>
            <p:nvPr>
              <p:custDataLst>
                <p:tags r:id="rId8"/>
              </p:custDataLst>
            </p:nvPr>
          </p:nvSpPr>
          <p:spPr>
            <a:xfrm>
              <a:off x="159385" y="3853180"/>
              <a:ext cx="876300" cy="876300"/>
            </a:xfrm>
            <a:prstGeom prst="roundRect">
              <a:avLst/>
            </a:prstGeom>
            <a:solidFill>
              <a:schemeClr val="bg1">
                <a:alpha val="5000"/>
              </a:schemeClr>
            </a:solidFill>
            <a:ln w="15875">
              <a:solidFill>
                <a:schemeClr val="bg1">
                  <a:alpha val="29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 userDrawn="1">
            <p:custDataLst>
              <p:tags r:id="rId9"/>
            </p:custDataLst>
          </p:nvPr>
        </p:nvGrpSpPr>
        <p:grpSpPr>
          <a:xfrm>
            <a:off x="10609580" y="1081405"/>
            <a:ext cx="1582419" cy="4195445"/>
            <a:chOff x="10609580" y="1081405"/>
            <a:chExt cx="1582419" cy="4195445"/>
          </a:xfrm>
        </p:grpSpPr>
        <p:sp>
          <p:nvSpPr>
            <p:cNvPr id="40" name="任意多边形: 形状 39"/>
            <p:cNvSpPr/>
            <p:nvPr>
              <p:custDataLst>
                <p:tags r:id="rId10"/>
              </p:custDataLst>
            </p:nvPr>
          </p:nvSpPr>
          <p:spPr>
            <a:xfrm>
              <a:off x="11610975" y="2328545"/>
              <a:ext cx="581024" cy="893445"/>
            </a:xfrm>
            <a:custGeom>
              <a:avLst/>
              <a:gdLst>
                <a:gd name="connsiteX0" fmla="*/ 148910 w 581024"/>
                <a:gd name="connsiteY0" fmla="*/ 0 h 893445"/>
                <a:gd name="connsiteX1" fmla="*/ 581024 w 581024"/>
                <a:gd name="connsiteY1" fmla="*/ 0 h 893445"/>
                <a:gd name="connsiteX2" fmla="*/ 581024 w 581024"/>
                <a:gd name="connsiteY2" fmla="*/ 893445 h 893445"/>
                <a:gd name="connsiteX3" fmla="*/ 148910 w 581024"/>
                <a:gd name="connsiteY3" fmla="*/ 893445 h 893445"/>
                <a:gd name="connsiteX4" fmla="*/ 0 w 581024"/>
                <a:gd name="connsiteY4" fmla="*/ 744535 h 893445"/>
                <a:gd name="connsiteX5" fmla="*/ 0 w 581024"/>
                <a:gd name="connsiteY5" fmla="*/ 148910 h 893445"/>
                <a:gd name="connsiteX6" fmla="*/ 148910 w 581024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4" h="893445">
                  <a:moveTo>
                    <a:pt x="148910" y="0"/>
                  </a:moveTo>
                  <a:lnTo>
                    <a:pt x="581024" y="0"/>
                  </a:lnTo>
                  <a:lnTo>
                    <a:pt x="581024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bg1">
                <a:alpha val="13000"/>
              </a:schemeClr>
            </a:solidFill>
            <a:ln w="15875">
              <a:solidFill>
                <a:schemeClr val="bg1">
                  <a:alpha val="4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>
              <p:custDataLst>
                <p:tags r:id="rId11"/>
              </p:custDataLst>
            </p:nvPr>
          </p:nvSpPr>
          <p:spPr>
            <a:xfrm>
              <a:off x="10609580" y="3188335"/>
              <a:ext cx="727710" cy="727710"/>
            </a:xfrm>
            <a:prstGeom prst="roundRect">
              <a:avLst/>
            </a:prstGeom>
            <a:solidFill>
              <a:schemeClr val="bg1">
                <a:alpha val="8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/>
            <p:cNvSpPr/>
            <p:nvPr>
              <p:custDataLst>
                <p:tags r:id="rId12"/>
              </p:custDataLst>
            </p:nvPr>
          </p:nvSpPr>
          <p:spPr>
            <a:xfrm>
              <a:off x="11064240" y="1081405"/>
              <a:ext cx="1127758" cy="1784985"/>
            </a:xfrm>
            <a:custGeom>
              <a:avLst/>
              <a:gdLst>
                <a:gd name="connsiteX0" fmla="*/ 297503 w 1127758"/>
                <a:gd name="connsiteY0" fmla="*/ 0 h 1784985"/>
                <a:gd name="connsiteX1" fmla="*/ 1127758 w 1127758"/>
                <a:gd name="connsiteY1" fmla="*/ 0 h 1784985"/>
                <a:gd name="connsiteX2" fmla="*/ 1127758 w 1127758"/>
                <a:gd name="connsiteY2" fmla="*/ 1784985 h 1784985"/>
                <a:gd name="connsiteX3" fmla="*/ 297503 w 1127758"/>
                <a:gd name="connsiteY3" fmla="*/ 1784985 h 1784985"/>
                <a:gd name="connsiteX4" fmla="*/ 0 w 1127758"/>
                <a:gd name="connsiteY4" fmla="*/ 1487482 h 1784985"/>
                <a:gd name="connsiteX5" fmla="*/ 0 w 1127758"/>
                <a:gd name="connsiteY5" fmla="*/ 297503 h 1784985"/>
                <a:gd name="connsiteX6" fmla="*/ 297503 w 1127758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758" h="1784985">
                  <a:moveTo>
                    <a:pt x="297503" y="0"/>
                  </a:moveTo>
                  <a:lnTo>
                    <a:pt x="1127758" y="0"/>
                  </a:lnTo>
                  <a:lnTo>
                    <a:pt x="1127758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bg1">
                <a:alpha val="17000"/>
              </a:schemeClr>
            </a:solidFill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: 形状 41"/>
            <p:cNvSpPr/>
            <p:nvPr>
              <p:custDataLst>
                <p:tags r:id="rId13"/>
              </p:custDataLst>
            </p:nvPr>
          </p:nvSpPr>
          <p:spPr>
            <a:xfrm>
              <a:off x="10901045" y="3491865"/>
              <a:ext cx="1290954" cy="1784985"/>
            </a:xfrm>
            <a:custGeom>
              <a:avLst/>
              <a:gdLst>
                <a:gd name="connsiteX0" fmla="*/ 297503 w 1290954"/>
                <a:gd name="connsiteY0" fmla="*/ 0 h 1784985"/>
                <a:gd name="connsiteX1" fmla="*/ 1290954 w 1290954"/>
                <a:gd name="connsiteY1" fmla="*/ 0 h 1784985"/>
                <a:gd name="connsiteX2" fmla="*/ 1290954 w 1290954"/>
                <a:gd name="connsiteY2" fmla="*/ 1784985 h 1784985"/>
                <a:gd name="connsiteX3" fmla="*/ 297503 w 1290954"/>
                <a:gd name="connsiteY3" fmla="*/ 1784985 h 1784985"/>
                <a:gd name="connsiteX4" fmla="*/ 0 w 1290954"/>
                <a:gd name="connsiteY4" fmla="*/ 1487482 h 1784985"/>
                <a:gd name="connsiteX5" fmla="*/ 0 w 1290954"/>
                <a:gd name="connsiteY5" fmla="*/ 297503 h 1784985"/>
                <a:gd name="connsiteX6" fmla="*/ 297503 w 1290954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90954" h="1784985">
                  <a:moveTo>
                    <a:pt x="297503" y="0"/>
                  </a:moveTo>
                  <a:lnTo>
                    <a:pt x="1290954" y="0"/>
                  </a:lnTo>
                  <a:lnTo>
                    <a:pt x="1290954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bg1">
                <a:alpha val="17000"/>
              </a:schemeClr>
            </a:solidFill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>
            <p:custDataLst>
              <p:tags r:id="rId14"/>
            </p:custDataLst>
          </p:nvPr>
        </p:nvGrpSpPr>
        <p:grpSpPr>
          <a:xfrm>
            <a:off x="5576175" y="4639241"/>
            <a:ext cx="1039650" cy="128690"/>
            <a:chOff x="9570219" y="4769963"/>
            <a:chExt cx="1039650" cy="128690"/>
          </a:xfrm>
        </p:grpSpPr>
        <p:sp>
          <p:nvSpPr>
            <p:cNvPr id="21" name="矩形 20"/>
            <p:cNvSpPr/>
            <p:nvPr>
              <p:custDataLst>
                <p:tags r:id="rId15"/>
              </p:custDataLst>
            </p:nvPr>
          </p:nvSpPr>
          <p:spPr>
            <a:xfrm>
              <a:off x="9570219" y="4769963"/>
              <a:ext cx="128690" cy="1286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矩形 21"/>
            <p:cNvSpPr/>
            <p:nvPr>
              <p:custDataLst>
                <p:tags r:id="rId16"/>
              </p:custDataLst>
            </p:nvPr>
          </p:nvSpPr>
          <p:spPr>
            <a:xfrm>
              <a:off x="9797959" y="4769963"/>
              <a:ext cx="128690" cy="1286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>
              <p:custDataLst>
                <p:tags r:id="rId17"/>
              </p:custDataLst>
            </p:nvPr>
          </p:nvSpPr>
          <p:spPr>
            <a:xfrm>
              <a:off x="10025699" y="4769963"/>
              <a:ext cx="128690" cy="1286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>
              <p:custDataLst>
                <p:tags r:id="rId18"/>
              </p:custDataLst>
            </p:nvPr>
          </p:nvSpPr>
          <p:spPr>
            <a:xfrm>
              <a:off x="10253439" y="4769963"/>
              <a:ext cx="128690" cy="1286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>
              <p:custDataLst>
                <p:tags r:id="rId19"/>
              </p:custDataLst>
            </p:nvPr>
          </p:nvSpPr>
          <p:spPr>
            <a:xfrm>
              <a:off x="10481179" y="4769963"/>
              <a:ext cx="128690" cy="1286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2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2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2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3"/>
            </p:custDataLst>
          </p:nvPr>
        </p:nvSpPr>
        <p:spPr>
          <a:xfrm>
            <a:off x="3528846" y="3155950"/>
            <a:ext cx="5134307" cy="742950"/>
          </a:xfrm>
        </p:spPr>
        <p:txBody>
          <a:bodyPr lIns="90000" tIns="46800" rIns="90000" bIns="0" anchor="t" anchorCtr="0">
            <a:normAutofit/>
          </a:bodyPr>
          <a:lstStyle>
            <a:lvl1pPr algn="ctr">
              <a:defRPr sz="4400" u="none" strike="noStrike" kern="1200" cap="none" spc="300" normalizeH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 userDrawn="1">
            <p:custDataLst>
              <p:tags r:id="rId2"/>
            </p:custDataLst>
          </p:nvPr>
        </p:nvGrpSpPr>
        <p:grpSpPr>
          <a:xfrm>
            <a:off x="-3447" y="-189"/>
            <a:ext cx="4675187" cy="6856525"/>
            <a:chOff x="-3447" y="-189"/>
            <a:chExt cx="4675187" cy="6856525"/>
          </a:xfrm>
          <a:solidFill>
            <a:schemeClr val="accent1"/>
          </a:solidFill>
        </p:grpSpPr>
        <p:sp>
          <p:nvSpPr>
            <p:cNvPr id="43" name="流程图: 文档 42"/>
            <p:cNvSpPr/>
            <p:nvPr userDrawn="1">
              <p:custDataLst>
                <p:tags r:id="rId3"/>
              </p:custDataLst>
            </p:nvPr>
          </p:nvSpPr>
          <p:spPr>
            <a:xfrm rot="16200000">
              <a:off x="-872533" y="1312062"/>
              <a:ext cx="6856524" cy="4232023"/>
            </a:xfrm>
            <a:prstGeom prst="flowChartDocumen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: 形状 43"/>
            <p:cNvSpPr/>
            <p:nvPr userDrawn="1">
              <p:custDataLst>
                <p:tags r:id="rId4"/>
              </p:custDataLst>
            </p:nvPr>
          </p:nvSpPr>
          <p:spPr>
            <a:xfrm>
              <a:off x="0" y="1"/>
              <a:ext cx="4559301" cy="6855293"/>
            </a:xfrm>
            <a:custGeom>
              <a:avLst/>
              <a:gdLst>
                <a:gd name="connsiteX0" fmla="*/ 0 w 4559301"/>
                <a:gd name="connsiteY0" fmla="*/ 0 h 6855293"/>
                <a:gd name="connsiteX1" fmla="*/ 3762289 w 4559301"/>
                <a:gd name="connsiteY1" fmla="*/ 0 h 6855293"/>
                <a:gd name="connsiteX2" fmla="*/ 3765029 w 4559301"/>
                <a:gd name="connsiteY2" fmla="*/ 230702 h 6855293"/>
                <a:gd name="connsiteX3" fmla="*/ 4391808 w 4559301"/>
                <a:gd name="connsiteY3" fmla="*/ 6560195 h 6855293"/>
                <a:gd name="connsiteX4" fmla="*/ 4331769 w 4559301"/>
                <a:gd name="connsiteY4" fmla="*/ 6855293 h 6855293"/>
                <a:gd name="connsiteX5" fmla="*/ 0 w 4559301"/>
                <a:gd name="connsiteY5" fmla="*/ 6855293 h 685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59301" h="6855293">
                  <a:moveTo>
                    <a:pt x="0" y="0"/>
                  </a:moveTo>
                  <a:lnTo>
                    <a:pt x="3762289" y="0"/>
                  </a:lnTo>
                  <a:lnTo>
                    <a:pt x="3765029" y="230702"/>
                  </a:lnTo>
                  <a:cubicBezTo>
                    <a:pt x="3839114" y="3295200"/>
                    <a:pt x="4979109" y="3489718"/>
                    <a:pt x="4391808" y="6560195"/>
                  </a:cubicBezTo>
                  <a:lnTo>
                    <a:pt x="4331769" y="6855293"/>
                  </a:lnTo>
                  <a:lnTo>
                    <a:pt x="0" y="68552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5" name="矩形: 圆角 44"/>
            <p:cNvSpPr/>
            <p:nvPr>
              <p:custDataLst>
                <p:tags r:id="rId5"/>
              </p:custDataLst>
            </p:nvPr>
          </p:nvSpPr>
          <p:spPr>
            <a:xfrm>
              <a:off x="672465" y="606425"/>
              <a:ext cx="670560" cy="670560"/>
            </a:xfrm>
            <a:prstGeom prst="roundRect">
              <a:avLst/>
            </a:prstGeom>
            <a:grpFill/>
            <a:ln w="15875">
              <a:solidFill>
                <a:schemeClr val="bg1">
                  <a:alpha val="4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任意多边形: 形状 45"/>
            <p:cNvSpPr/>
            <p:nvPr>
              <p:custDataLst>
                <p:tags r:id="rId6"/>
              </p:custDataLst>
            </p:nvPr>
          </p:nvSpPr>
          <p:spPr>
            <a:xfrm>
              <a:off x="-3447" y="-189"/>
              <a:ext cx="1010557" cy="1043494"/>
            </a:xfrm>
            <a:custGeom>
              <a:avLst/>
              <a:gdLst>
                <a:gd name="connsiteX0" fmla="*/ 0 w 1010557"/>
                <a:gd name="connsiteY0" fmla="*/ 0 h 1043494"/>
                <a:gd name="connsiteX1" fmla="*/ 1010557 w 1010557"/>
                <a:gd name="connsiteY1" fmla="*/ 0 h 1043494"/>
                <a:gd name="connsiteX2" fmla="*/ 1010557 w 1010557"/>
                <a:gd name="connsiteY2" fmla="*/ 820287 h 1043494"/>
                <a:gd name="connsiteX3" fmla="*/ 787350 w 1010557"/>
                <a:gd name="connsiteY3" fmla="*/ 1043494 h 1043494"/>
                <a:gd name="connsiteX4" fmla="*/ 0 w 1010557"/>
                <a:gd name="connsiteY4" fmla="*/ 1043494 h 1043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557" h="1043494">
                  <a:moveTo>
                    <a:pt x="0" y="0"/>
                  </a:moveTo>
                  <a:lnTo>
                    <a:pt x="1010557" y="0"/>
                  </a:lnTo>
                  <a:lnTo>
                    <a:pt x="1010557" y="820287"/>
                  </a:lnTo>
                  <a:cubicBezTo>
                    <a:pt x="1010557" y="943561"/>
                    <a:pt x="910624" y="1043494"/>
                    <a:pt x="787350" y="1043494"/>
                  </a:cubicBezTo>
                  <a:lnTo>
                    <a:pt x="0" y="1043494"/>
                  </a:lnTo>
                  <a:close/>
                </a:path>
              </a:pathLst>
            </a:custGeom>
            <a:grpFill/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: 形状 46"/>
            <p:cNvSpPr/>
            <p:nvPr>
              <p:custDataLst>
                <p:tags r:id="rId7"/>
              </p:custDataLst>
            </p:nvPr>
          </p:nvSpPr>
          <p:spPr>
            <a:xfrm>
              <a:off x="1474470" y="-189"/>
              <a:ext cx="813435" cy="624394"/>
            </a:xfrm>
            <a:custGeom>
              <a:avLst/>
              <a:gdLst>
                <a:gd name="connsiteX0" fmla="*/ 0 w 813435"/>
                <a:gd name="connsiteY0" fmla="*/ 0 h 624394"/>
                <a:gd name="connsiteX1" fmla="*/ 813435 w 813435"/>
                <a:gd name="connsiteY1" fmla="*/ 0 h 624394"/>
                <a:gd name="connsiteX2" fmla="*/ 813435 w 813435"/>
                <a:gd name="connsiteY2" fmla="*/ 488819 h 624394"/>
                <a:gd name="connsiteX3" fmla="*/ 677860 w 813435"/>
                <a:gd name="connsiteY3" fmla="*/ 624394 h 624394"/>
                <a:gd name="connsiteX4" fmla="*/ 135575 w 813435"/>
                <a:gd name="connsiteY4" fmla="*/ 624394 h 624394"/>
                <a:gd name="connsiteX5" fmla="*/ 0 w 813435"/>
                <a:gd name="connsiteY5" fmla="*/ 488819 h 62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435" h="624394">
                  <a:moveTo>
                    <a:pt x="0" y="0"/>
                  </a:moveTo>
                  <a:lnTo>
                    <a:pt x="813435" y="0"/>
                  </a:lnTo>
                  <a:lnTo>
                    <a:pt x="813435" y="488819"/>
                  </a:lnTo>
                  <a:cubicBezTo>
                    <a:pt x="813435" y="563695"/>
                    <a:pt x="752736" y="624394"/>
                    <a:pt x="677860" y="624394"/>
                  </a:cubicBezTo>
                  <a:lnTo>
                    <a:pt x="135575" y="624394"/>
                  </a:lnTo>
                  <a:cubicBezTo>
                    <a:pt x="60699" y="624394"/>
                    <a:pt x="0" y="563695"/>
                    <a:pt x="0" y="488819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/>
            <p:cNvSpPr/>
            <p:nvPr>
              <p:custDataLst>
                <p:tags r:id="rId8"/>
              </p:custDataLst>
            </p:nvPr>
          </p:nvSpPr>
          <p:spPr>
            <a:xfrm>
              <a:off x="2493645" y="353060"/>
              <a:ext cx="659130" cy="659130"/>
            </a:xfrm>
            <a:prstGeom prst="roundRect">
              <a:avLst/>
            </a:prstGeom>
            <a:grpFill/>
            <a:ln w="15875">
              <a:solidFill>
                <a:schemeClr val="bg1">
                  <a:alpha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: 形状 48"/>
            <p:cNvSpPr/>
            <p:nvPr>
              <p:custDataLst>
                <p:tags r:id="rId9"/>
              </p:custDataLst>
            </p:nvPr>
          </p:nvSpPr>
          <p:spPr>
            <a:xfrm>
              <a:off x="-3447" y="1544320"/>
              <a:ext cx="284752" cy="504190"/>
            </a:xfrm>
            <a:custGeom>
              <a:avLst/>
              <a:gdLst>
                <a:gd name="connsiteX0" fmla="*/ 0 w 284752"/>
                <a:gd name="connsiteY0" fmla="*/ 0 h 504190"/>
                <a:gd name="connsiteX1" fmla="*/ 200719 w 284752"/>
                <a:gd name="connsiteY1" fmla="*/ 0 h 504190"/>
                <a:gd name="connsiteX2" fmla="*/ 284752 w 284752"/>
                <a:gd name="connsiteY2" fmla="*/ 84033 h 504190"/>
                <a:gd name="connsiteX3" fmla="*/ 284752 w 284752"/>
                <a:gd name="connsiteY3" fmla="*/ 420157 h 504190"/>
                <a:gd name="connsiteX4" fmla="*/ 200719 w 284752"/>
                <a:gd name="connsiteY4" fmla="*/ 504190 h 504190"/>
                <a:gd name="connsiteX5" fmla="*/ 0 w 284752"/>
                <a:gd name="connsiteY5" fmla="*/ 504190 h 50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752" h="504190">
                  <a:moveTo>
                    <a:pt x="0" y="0"/>
                  </a:moveTo>
                  <a:lnTo>
                    <a:pt x="200719" y="0"/>
                  </a:lnTo>
                  <a:cubicBezTo>
                    <a:pt x="247129" y="0"/>
                    <a:pt x="284752" y="37623"/>
                    <a:pt x="284752" y="84033"/>
                  </a:cubicBezTo>
                  <a:lnTo>
                    <a:pt x="284752" y="420157"/>
                  </a:lnTo>
                  <a:cubicBezTo>
                    <a:pt x="284752" y="466567"/>
                    <a:pt x="247129" y="504190"/>
                    <a:pt x="200719" y="504190"/>
                  </a:cubicBezTo>
                  <a:lnTo>
                    <a:pt x="0" y="504190"/>
                  </a:lnTo>
                  <a:close/>
                </a:path>
              </a:pathLst>
            </a:custGeom>
            <a:grpFill/>
            <a:ln w="15875">
              <a:solidFill>
                <a:schemeClr val="bg1">
                  <a:alpha val="4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0" name="矩形: 圆角 49"/>
            <p:cNvSpPr/>
            <p:nvPr>
              <p:custDataLst>
                <p:tags r:id="rId10"/>
              </p:custDataLst>
            </p:nvPr>
          </p:nvSpPr>
          <p:spPr>
            <a:xfrm>
              <a:off x="2707640" y="624205"/>
              <a:ext cx="876300" cy="876300"/>
            </a:xfrm>
            <a:prstGeom prst="roundRect">
              <a:avLst/>
            </a:prstGeom>
            <a:grpFill/>
            <a:ln w="15875">
              <a:solidFill>
                <a:schemeClr val="bg1">
                  <a:alpha val="4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: 圆角 50"/>
            <p:cNvSpPr/>
            <p:nvPr>
              <p:custDataLst>
                <p:tags r:id="rId11"/>
              </p:custDataLst>
            </p:nvPr>
          </p:nvSpPr>
          <p:spPr>
            <a:xfrm>
              <a:off x="1605280" y="1115060"/>
              <a:ext cx="402590" cy="402590"/>
            </a:xfrm>
            <a:prstGeom prst="roundRect">
              <a:avLst/>
            </a:prstGeom>
            <a:grpFill/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/>
            <p:cNvSpPr/>
            <p:nvPr>
              <p:custDataLst>
                <p:tags r:id="rId12"/>
              </p:custDataLst>
            </p:nvPr>
          </p:nvSpPr>
          <p:spPr>
            <a:xfrm>
              <a:off x="169545" y="1916430"/>
              <a:ext cx="402590" cy="432435"/>
            </a:xfrm>
            <a:prstGeom prst="roundRect">
              <a:avLst/>
            </a:prstGeom>
            <a:grpFill/>
            <a:ln w="15875">
              <a:solidFill>
                <a:schemeClr val="bg1">
                  <a:alpha val="4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/>
            <p:cNvSpPr/>
            <p:nvPr>
              <p:custDataLst>
                <p:tags r:id="rId13"/>
              </p:custDataLst>
            </p:nvPr>
          </p:nvSpPr>
          <p:spPr>
            <a:xfrm>
              <a:off x="885825" y="6346190"/>
              <a:ext cx="893445" cy="505682"/>
            </a:xfrm>
            <a:custGeom>
              <a:avLst/>
              <a:gdLst>
                <a:gd name="connsiteX0" fmla="*/ 148910 w 893445"/>
                <a:gd name="connsiteY0" fmla="*/ 0 h 505682"/>
                <a:gd name="connsiteX1" fmla="*/ 744535 w 893445"/>
                <a:gd name="connsiteY1" fmla="*/ 0 h 505682"/>
                <a:gd name="connsiteX2" fmla="*/ 893445 w 893445"/>
                <a:gd name="connsiteY2" fmla="*/ 148910 h 505682"/>
                <a:gd name="connsiteX3" fmla="*/ 893445 w 893445"/>
                <a:gd name="connsiteY3" fmla="*/ 505682 h 505682"/>
                <a:gd name="connsiteX4" fmla="*/ 0 w 893445"/>
                <a:gd name="connsiteY4" fmla="*/ 505682 h 505682"/>
                <a:gd name="connsiteX5" fmla="*/ 0 w 893445"/>
                <a:gd name="connsiteY5" fmla="*/ 148910 h 505682"/>
                <a:gd name="connsiteX6" fmla="*/ 148910 w 893445"/>
                <a:gd name="connsiteY6" fmla="*/ 0 h 505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505682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505682"/>
                  </a:lnTo>
                  <a:lnTo>
                    <a:pt x="0" y="505682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5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: 形状 53"/>
            <p:cNvSpPr/>
            <p:nvPr>
              <p:custDataLst>
                <p:tags r:id="rId14"/>
              </p:custDataLst>
            </p:nvPr>
          </p:nvSpPr>
          <p:spPr>
            <a:xfrm>
              <a:off x="0" y="5970905"/>
              <a:ext cx="1332230" cy="880967"/>
            </a:xfrm>
            <a:custGeom>
              <a:avLst/>
              <a:gdLst>
                <a:gd name="connsiteX0" fmla="*/ 0 w 1332230"/>
                <a:gd name="connsiteY0" fmla="*/ 0 h 880967"/>
                <a:gd name="connsiteX1" fmla="*/ 1034727 w 1332230"/>
                <a:gd name="connsiteY1" fmla="*/ 0 h 880967"/>
                <a:gd name="connsiteX2" fmla="*/ 1332230 w 1332230"/>
                <a:gd name="connsiteY2" fmla="*/ 297503 h 880967"/>
                <a:gd name="connsiteX3" fmla="*/ 1332230 w 1332230"/>
                <a:gd name="connsiteY3" fmla="*/ 880967 h 880967"/>
                <a:gd name="connsiteX4" fmla="*/ 0 w 1332230"/>
                <a:gd name="connsiteY4" fmla="*/ 880967 h 880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2230" h="880967">
                  <a:moveTo>
                    <a:pt x="0" y="0"/>
                  </a:moveTo>
                  <a:lnTo>
                    <a:pt x="1034727" y="0"/>
                  </a:lnTo>
                  <a:cubicBezTo>
                    <a:pt x="1199033" y="0"/>
                    <a:pt x="1332230" y="133197"/>
                    <a:pt x="1332230" y="297503"/>
                  </a:cubicBezTo>
                  <a:lnTo>
                    <a:pt x="1332230" y="880967"/>
                  </a:lnTo>
                  <a:lnTo>
                    <a:pt x="0" y="880967"/>
                  </a:lnTo>
                  <a:close/>
                </a:path>
              </a:pathLst>
            </a:custGeom>
            <a:grpFill/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: 形状 54"/>
            <p:cNvSpPr/>
            <p:nvPr userDrawn="1">
              <p:custDataLst>
                <p:tags r:id="rId15"/>
              </p:custDataLst>
            </p:nvPr>
          </p:nvSpPr>
          <p:spPr>
            <a:xfrm>
              <a:off x="2136605" y="6588125"/>
              <a:ext cx="1771355" cy="263747"/>
            </a:xfrm>
            <a:custGeom>
              <a:avLst/>
              <a:gdLst>
                <a:gd name="connsiteX0" fmla="*/ 290688 w 1771355"/>
                <a:gd name="connsiteY0" fmla="*/ 0 h 263747"/>
                <a:gd name="connsiteX1" fmla="*/ 1480667 w 1771355"/>
                <a:gd name="connsiteY1" fmla="*/ 0 h 263747"/>
                <a:gd name="connsiteX2" fmla="*/ 1754791 w 1771355"/>
                <a:gd name="connsiteY2" fmla="*/ 181702 h 263747"/>
                <a:gd name="connsiteX3" fmla="*/ 1771355 w 1771355"/>
                <a:gd name="connsiteY3" fmla="*/ 263747 h 263747"/>
                <a:gd name="connsiteX4" fmla="*/ 0 w 1771355"/>
                <a:gd name="connsiteY4" fmla="*/ 263747 h 263747"/>
                <a:gd name="connsiteX5" fmla="*/ 16564 w 1771355"/>
                <a:gd name="connsiteY5" fmla="*/ 181702 h 263747"/>
                <a:gd name="connsiteX6" fmla="*/ 290688 w 1771355"/>
                <a:gd name="connsiteY6" fmla="*/ 0 h 26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355" h="263747">
                  <a:moveTo>
                    <a:pt x="290688" y="0"/>
                  </a:moveTo>
                  <a:lnTo>
                    <a:pt x="1480667" y="0"/>
                  </a:lnTo>
                  <a:cubicBezTo>
                    <a:pt x="1603897" y="0"/>
                    <a:pt x="1709627" y="74924"/>
                    <a:pt x="1754791" y="181702"/>
                  </a:cubicBezTo>
                  <a:lnTo>
                    <a:pt x="1771355" y="263747"/>
                  </a:lnTo>
                  <a:lnTo>
                    <a:pt x="0" y="263747"/>
                  </a:lnTo>
                  <a:lnTo>
                    <a:pt x="16564" y="181702"/>
                  </a:lnTo>
                  <a:cubicBezTo>
                    <a:pt x="61728" y="74924"/>
                    <a:pt x="167459" y="0"/>
                    <a:pt x="290688" y="0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: 形状 55"/>
            <p:cNvSpPr/>
            <p:nvPr>
              <p:custDataLst>
                <p:tags r:id="rId16"/>
              </p:custDataLst>
            </p:nvPr>
          </p:nvSpPr>
          <p:spPr>
            <a:xfrm>
              <a:off x="3397885" y="6395720"/>
              <a:ext cx="727710" cy="456152"/>
            </a:xfrm>
            <a:custGeom>
              <a:avLst/>
              <a:gdLst>
                <a:gd name="connsiteX0" fmla="*/ 121287 w 727710"/>
                <a:gd name="connsiteY0" fmla="*/ 0 h 456152"/>
                <a:gd name="connsiteX1" fmla="*/ 606423 w 727710"/>
                <a:gd name="connsiteY1" fmla="*/ 0 h 456152"/>
                <a:gd name="connsiteX2" fmla="*/ 727710 w 727710"/>
                <a:gd name="connsiteY2" fmla="*/ 121287 h 456152"/>
                <a:gd name="connsiteX3" fmla="*/ 727710 w 727710"/>
                <a:gd name="connsiteY3" fmla="*/ 456152 h 456152"/>
                <a:gd name="connsiteX4" fmla="*/ 0 w 727710"/>
                <a:gd name="connsiteY4" fmla="*/ 456152 h 456152"/>
                <a:gd name="connsiteX5" fmla="*/ 0 w 727710"/>
                <a:gd name="connsiteY5" fmla="*/ 121287 h 456152"/>
                <a:gd name="connsiteX6" fmla="*/ 121287 w 727710"/>
                <a:gd name="connsiteY6" fmla="*/ 0 h 45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7710" h="456152">
                  <a:moveTo>
                    <a:pt x="121287" y="0"/>
                  </a:moveTo>
                  <a:lnTo>
                    <a:pt x="606423" y="0"/>
                  </a:lnTo>
                  <a:cubicBezTo>
                    <a:pt x="673408" y="0"/>
                    <a:pt x="727710" y="54302"/>
                    <a:pt x="727710" y="121287"/>
                  </a:cubicBezTo>
                  <a:lnTo>
                    <a:pt x="727710" y="456152"/>
                  </a:lnTo>
                  <a:lnTo>
                    <a:pt x="0" y="456152"/>
                  </a:lnTo>
                  <a:lnTo>
                    <a:pt x="0" y="121287"/>
                  </a:lnTo>
                  <a:cubicBezTo>
                    <a:pt x="0" y="54302"/>
                    <a:pt x="54302" y="0"/>
                    <a:pt x="121287" y="0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0" name="矩形 39"/>
          <p:cNvSpPr/>
          <p:nvPr>
            <p:custDataLst>
              <p:tags r:id="rId17"/>
            </p:custDataLst>
          </p:nvPr>
        </p:nvSpPr>
        <p:spPr>
          <a:xfrm>
            <a:off x="7222122" y="4251552"/>
            <a:ext cx="2160001" cy="2954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>
            <p:custDataLst>
              <p:tags r:id="rId18"/>
            </p:custDataLst>
          </p:nvPr>
        </p:nvSpPr>
        <p:spPr>
          <a:xfrm>
            <a:off x="8319765" y="4280078"/>
            <a:ext cx="1032934" cy="2390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 userDrawn="1">
            <p:ph type="dt" sz="half" idx="10"/>
            <p:custDataLst>
              <p:tags r:id="rId1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 userDrawn="1"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 userDrawn="1">
            <p:ph type="sldNum" sz="quarter" idx="12"/>
            <p:custDataLst>
              <p:tags r:id="rId2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 userDrawn="1">
            <p:ph type="body" sz="quarter" idx="13" hasCustomPrompt="1"/>
            <p:custDataLst>
              <p:tags r:id="rId22"/>
            </p:custDataLst>
          </p:nvPr>
        </p:nvSpPr>
        <p:spPr>
          <a:xfrm>
            <a:off x="7193547" y="4179387"/>
            <a:ext cx="1116000" cy="396000"/>
          </a:xfrm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42" name="文本占位符 41"/>
          <p:cNvSpPr>
            <a:spLocks noGrp="1"/>
          </p:cNvSpPr>
          <p:nvPr userDrawn="1">
            <p:ph type="body" sz="quarter" idx="14" hasCustomPrompt="1"/>
            <p:custDataLst>
              <p:tags r:id="rId23"/>
            </p:custDataLst>
          </p:nvPr>
        </p:nvSpPr>
        <p:spPr>
          <a:xfrm>
            <a:off x="8319764" y="4179387"/>
            <a:ext cx="1116000" cy="396000"/>
          </a:xfrm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24"/>
            </p:custDataLst>
          </p:nvPr>
        </p:nvSpPr>
        <p:spPr>
          <a:xfrm>
            <a:off x="4999019" y="2348865"/>
            <a:ext cx="6369050" cy="1107996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6000" spc="6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25"/>
            </p:custDataLst>
          </p:nvPr>
        </p:nvSpPr>
        <p:spPr>
          <a:xfrm>
            <a:off x="4999019" y="3531793"/>
            <a:ext cx="6369050" cy="558581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accent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>
            <p:custDataLst>
              <p:tags r:id="rId2"/>
            </p:custDataLst>
          </p:nvPr>
        </p:nvGrpSpPr>
        <p:grpSpPr>
          <a:xfrm>
            <a:off x="10507369" y="4813200"/>
            <a:ext cx="1694156" cy="2044800"/>
            <a:chOff x="9615170" y="3736340"/>
            <a:chExt cx="2586355" cy="3121660"/>
          </a:xfrm>
        </p:grpSpPr>
        <p:sp>
          <p:nvSpPr>
            <p:cNvPr id="4" name="任意多边形: 形状 3"/>
            <p:cNvSpPr/>
            <p:nvPr>
              <p:custDataLst>
                <p:tags r:id="rId3"/>
              </p:custDataLst>
            </p:nvPr>
          </p:nvSpPr>
          <p:spPr>
            <a:xfrm>
              <a:off x="11711940" y="4954270"/>
              <a:ext cx="480060" cy="893445"/>
            </a:xfrm>
            <a:custGeom>
              <a:avLst/>
              <a:gdLst>
                <a:gd name="connsiteX0" fmla="*/ 148910 w 480060"/>
                <a:gd name="connsiteY0" fmla="*/ 0 h 893445"/>
                <a:gd name="connsiteX1" fmla="*/ 480060 w 480060"/>
                <a:gd name="connsiteY1" fmla="*/ 0 h 893445"/>
                <a:gd name="connsiteX2" fmla="*/ 480060 w 480060"/>
                <a:gd name="connsiteY2" fmla="*/ 893445 h 893445"/>
                <a:gd name="connsiteX3" fmla="*/ 148910 w 480060"/>
                <a:gd name="connsiteY3" fmla="*/ 893445 h 893445"/>
                <a:gd name="connsiteX4" fmla="*/ 0 w 480060"/>
                <a:gd name="connsiteY4" fmla="*/ 744535 h 893445"/>
                <a:gd name="connsiteX5" fmla="*/ 0 w 480060"/>
                <a:gd name="connsiteY5" fmla="*/ 148910 h 893445"/>
                <a:gd name="connsiteX6" fmla="*/ 148910 w 480060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" h="893445">
                  <a:moveTo>
                    <a:pt x="148910" y="0"/>
                  </a:moveTo>
                  <a:lnTo>
                    <a:pt x="480060" y="0"/>
                  </a:lnTo>
                  <a:lnTo>
                    <a:pt x="480060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3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/>
            <p:cNvSpPr/>
            <p:nvPr>
              <p:custDataLst>
                <p:tags r:id="rId4"/>
              </p:custDataLst>
            </p:nvPr>
          </p:nvSpPr>
          <p:spPr>
            <a:xfrm>
              <a:off x="10710545" y="5814060"/>
              <a:ext cx="727710" cy="72771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5"/>
              </p:custDataLst>
            </p:nvPr>
          </p:nvSpPr>
          <p:spPr>
            <a:xfrm>
              <a:off x="11438255" y="3736340"/>
              <a:ext cx="753745" cy="1784985"/>
            </a:xfrm>
            <a:custGeom>
              <a:avLst/>
              <a:gdLst>
                <a:gd name="connsiteX0" fmla="*/ 297503 w 753745"/>
                <a:gd name="connsiteY0" fmla="*/ 0 h 1784985"/>
                <a:gd name="connsiteX1" fmla="*/ 753745 w 753745"/>
                <a:gd name="connsiteY1" fmla="*/ 0 h 1784985"/>
                <a:gd name="connsiteX2" fmla="*/ 753745 w 753745"/>
                <a:gd name="connsiteY2" fmla="*/ 1784985 h 1784985"/>
                <a:gd name="connsiteX3" fmla="*/ 297503 w 753745"/>
                <a:gd name="connsiteY3" fmla="*/ 1784985 h 1784985"/>
                <a:gd name="connsiteX4" fmla="*/ 0 w 753745"/>
                <a:gd name="connsiteY4" fmla="*/ 1487482 h 1784985"/>
                <a:gd name="connsiteX5" fmla="*/ 0 w 753745"/>
                <a:gd name="connsiteY5" fmla="*/ 297503 h 1784985"/>
                <a:gd name="connsiteX6" fmla="*/ 297503 w 753745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3745" h="1784985">
                  <a:moveTo>
                    <a:pt x="297503" y="0"/>
                  </a:moveTo>
                  <a:lnTo>
                    <a:pt x="753745" y="0"/>
                  </a:lnTo>
                  <a:lnTo>
                    <a:pt x="753745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6"/>
              </p:custDataLst>
            </p:nvPr>
          </p:nvSpPr>
          <p:spPr>
            <a:xfrm>
              <a:off x="11002010" y="6117590"/>
              <a:ext cx="1199515" cy="740410"/>
            </a:xfrm>
            <a:custGeom>
              <a:avLst/>
              <a:gdLst>
                <a:gd name="connsiteX0" fmla="*/ 297503 w 1199515"/>
                <a:gd name="connsiteY0" fmla="*/ 0 h 740410"/>
                <a:gd name="connsiteX1" fmla="*/ 1199515 w 1199515"/>
                <a:gd name="connsiteY1" fmla="*/ 0 h 740410"/>
                <a:gd name="connsiteX2" fmla="*/ 1199515 w 1199515"/>
                <a:gd name="connsiteY2" fmla="*/ 740410 h 740410"/>
                <a:gd name="connsiteX3" fmla="*/ 0 w 1199515"/>
                <a:gd name="connsiteY3" fmla="*/ 740410 h 740410"/>
                <a:gd name="connsiteX4" fmla="*/ 0 w 1199515"/>
                <a:gd name="connsiteY4" fmla="*/ 297503 h 740410"/>
                <a:gd name="connsiteX5" fmla="*/ 297503 w 1199515"/>
                <a:gd name="connsiteY5" fmla="*/ 0 h 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515" h="740410">
                  <a:moveTo>
                    <a:pt x="297503" y="0"/>
                  </a:moveTo>
                  <a:lnTo>
                    <a:pt x="1199515" y="0"/>
                  </a:lnTo>
                  <a:lnTo>
                    <a:pt x="1199515" y="740410"/>
                  </a:lnTo>
                  <a:lnTo>
                    <a:pt x="0" y="740410"/>
                  </a:ln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7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7"/>
              </p:custDataLst>
            </p:nvPr>
          </p:nvSpPr>
          <p:spPr>
            <a:xfrm>
              <a:off x="9615170" y="6396990"/>
              <a:ext cx="893445" cy="461010"/>
            </a:xfrm>
            <a:custGeom>
              <a:avLst/>
              <a:gdLst>
                <a:gd name="connsiteX0" fmla="*/ 148910 w 893445"/>
                <a:gd name="connsiteY0" fmla="*/ 0 h 461010"/>
                <a:gd name="connsiteX1" fmla="*/ 744535 w 893445"/>
                <a:gd name="connsiteY1" fmla="*/ 0 h 461010"/>
                <a:gd name="connsiteX2" fmla="*/ 893445 w 893445"/>
                <a:gd name="connsiteY2" fmla="*/ 148910 h 461010"/>
                <a:gd name="connsiteX3" fmla="*/ 893445 w 893445"/>
                <a:gd name="connsiteY3" fmla="*/ 461010 h 461010"/>
                <a:gd name="connsiteX4" fmla="*/ 0 w 893445"/>
                <a:gd name="connsiteY4" fmla="*/ 461010 h 461010"/>
                <a:gd name="connsiteX5" fmla="*/ 0 w 893445"/>
                <a:gd name="connsiteY5" fmla="*/ 148910 h 461010"/>
                <a:gd name="connsiteX6" fmla="*/ 148910 w 893445"/>
                <a:gd name="connsiteY6" fmla="*/ 0 h 46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461010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461010"/>
                  </a:lnTo>
                  <a:lnTo>
                    <a:pt x="0" y="461010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>
            <a:off x="10212030" y="4509000"/>
            <a:ext cx="1694156" cy="2044800"/>
            <a:chOff x="9615170" y="3736340"/>
            <a:chExt cx="2586355" cy="3121660"/>
          </a:xfrm>
        </p:grpSpPr>
        <p:sp>
          <p:nvSpPr>
            <p:cNvPr id="4" name="任意多边形: 形状 3"/>
            <p:cNvSpPr/>
            <p:nvPr>
              <p:custDataLst>
                <p:tags r:id="rId4"/>
              </p:custDataLst>
            </p:nvPr>
          </p:nvSpPr>
          <p:spPr>
            <a:xfrm>
              <a:off x="11711940" y="4954270"/>
              <a:ext cx="480060" cy="893445"/>
            </a:xfrm>
            <a:custGeom>
              <a:avLst/>
              <a:gdLst>
                <a:gd name="connsiteX0" fmla="*/ 148910 w 480060"/>
                <a:gd name="connsiteY0" fmla="*/ 0 h 893445"/>
                <a:gd name="connsiteX1" fmla="*/ 480060 w 480060"/>
                <a:gd name="connsiteY1" fmla="*/ 0 h 893445"/>
                <a:gd name="connsiteX2" fmla="*/ 480060 w 480060"/>
                <a:gd name="connsiteY2" fmla="*/ 893445 h 893445"/>
                <a:gd name="connsiteX3" fmla="*/ 148910 w 480060"/>
                <a:gd name="connsiteY3" fmla="*/ 893445 h 893445"/>
                <a:gd name="connsiteX4" fmla="*/ 0 w 480060"/>
                <a:gd name="connsiteY4" fmla="*/ 744535 h 893445"/>
                <a:gd name="connsiteX5" fmla="*/ 0 w 480060"/>
                <a:gd name="connsiteY5" fmla="*/ 148910 h 893445"/>
                <a:gd name="connsiteX6" fmla="*/ 148910 w 480060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" h="893445">
                  <a:moveTo>
                    <a:pt x="148910" y="0"/>
                  </a:moveTo>
                  <a:lnTo>
                    <a:pt x="480060" y="0"/>
                  </a:lnTo>
                  <a:lnTo>
                    <a:pt x="480060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3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/>
            <p:cNvSpPr/>
            <p:nvPr>
              <p:custDataLst>
                <p:tags r:id="rId5"/>
              </p:custDataLst>
            </p:nvPr>
          </p:nvSpPr>
          <p:spPr>
            <a:xfrm>
              <a:off x="10710545" y="5814060"/>
              <a:ext cx="727710" cy="72771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>
              <a:off x="11438255" y="3736340"/>
              <a:ext cx="753745" cy="1784985"/>
            </a:xfrm>
            <a:custGeom>
              <a:avLst/>
              <a:gdLst>
                <a:gd name="connsiteX0" fmla="*/ 297503 w 753745"/>
                <a:gd name="connsiteY0" fmla="*/ 0 h 1784985"/>
                <a:gd name="connsiteX1" fmla="*/ 753745 w 753745"/>
                <a:gd name="connsiteY1" fmla="*/ 0 h 1784985"/>
                <a:gd name="connsiteX2" fmla="*/ 753745 w 753745"/>
                <a:gd name="connsiteY2" fmla="*/ 1784985 h 1784985"/>
                <a:gd name="connsiteX3" fmla="*/ 297503 w 753745"/>
                <a:gd name="connsiteY3" fmla="*/ 1784985 h 1784985"/>
                <a:gd name="connsiteX4" fmla="*/ 0 w 753745"/>
                <a:gd name="connsiteY4" fmla="*/ 1487482 h 1784985"/>
                <a:gd name="connsiteX5" fmla="*/ 0 w 753745"/>
                <a:gd name="connsiteY5" fmla="*/ 297503 h 1784985"/>
                <a:gd name="connsiteX6" fmla="*/ 297503 w 753745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3745" h="1784985">
                  <a:moveTo>
                    <a:pt x="297503" y="0"/>
                  </a:moveTo>
                  <a:lnTo>
                    <a:pt x="753745" y="0"/>
                  </a:lnTo>
                  <a:lnTo>
                    <a:pt x="753745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>
              <p:custDataLst>
                <p:tags r:id="rId7"/>
              </p:custDataLst>
            </p:nvPr>
          </p:nvSpPr>
          <p:spPr>
            <a:xfrm>
              <a:off x="11002010" y="6117590"/>
              <a:ext cx="1199515" cy="740410"/>
            </a:xfrm>
            <a:custGeom>
              <a:avLst/>
              <a:gdLst>
                <a:gd name="connsiteX0" fmla="*/ 297503 w 1199515"/>
                <a:gd name="connsiteY0" fmla="*/ 0 h 740410"/>
                <a:gd name="connsiteX1" fmla="*/ 1199515 w 1199515"/>
                <a:gd name="connsiteY1" fmla="*/ 0 h 740410"/>
                <a:gd name="connsiteX2" fmla="*/ 1199515 w 1199515"/>
                <a:gd name="connsiteY2" fmla="*/ 740410 h 740410"/>
                <a:gd name="connsiteX3" fmla="*/ 0 w 1199515"/>
                <a:gd name="connsiteY3" fmla="*/ 740410 h 740410"/>
                <a:gd name="connsiteX4" fmla="*/ 0 w 1199515"/>
                <a:gd name="connsiteY4" fmla="*/ 297503 h 740410"/>
                <a:gd name="connsiteX5" fmla="*/ 297503 w 1199515"/>
                <a:gd name="connsiteY5" fmla="*/ 0 h 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515" h="740410">
                  <a:moveTo>
                    <a:pt x="297503" y="0"/>
                  </a:moveTo>
                  <a:lnTo>
                    <a:pt x="1199515" y="0"/>
                  </a:lnTo>
                  <a:lnTo>
                    <a:pt x="1199515" y="740410"/>
                  </a:lnTo>
                  <a:lnTo>
                    <a:pt x="0" y="740410"/>
                  </a:ln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7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>
              <p:custDataLst>
                <p:tags r:id="rId8"/>
              </p:custDataLst>
            </p:nvPr>
          </p:nvSpPr>
          <p:spPr>
            <a:xfrm>
              <a:off x="9615170" y="6396990"/>
              <a:ext cx="893445" cy="461010"/>
            </a:xfrm>
            <a:custGeom>
              <a:avLst/>
              <a:gdLst>
                <a:gd name="connsiteX0" fmla="*/ 148910 w 893445"/>
                <a:gd name="connsiteY0" fmla="*/ 0 h 461010"/>
                <a:gd name="connsiteX1" fmla="*/ 744535 w 893445"/>
                <a:gd name="connsiteY1" fmla="*/ 0 h 461010"/>
                <a:gd name="connsiteX2" fmla="*/ 893445 w 893445"/>
                <a:gd name="connsiteY2" fmla="*/ 148910 h 461010"/>
                <a:gd name="connsiteX3" fmla="*/ 893445 w 893445"/>
                <a:gd name="connsiteY3" fmla="*/ 461010 h 461010"/>
                <a:gd name="connsiteX4" fmla="*/ 0 w 893445"/>
                <a:gd name="connsiteY4" fmla="*/ 461010 h 461010"/>
                <a:gd name="connsiteX5" fmla="*/ 0 w 893445"/>
                <a:gd name="connsiteY5" fmla="*/ 148910 h 461010"/>
                <a:gd name="connsiteX6" fmla="*/ 148910 w 893445"/>
                <a:gd name="connsiteY6" fmla="*/ 0 h 46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461010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461010"/>
                  </a:lnTo>
                  <a:lnTo>
                    <a:pt x="0" y="461010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>
            <a:off x="10507369" y="4813200"/>
            <a:ext cx="1694156" cy="2044800"/>
            <a:chOff x="9615170" y="3736340"/>
            <a:chExt cx="2586355" cy="3121660"/>
          </a:xfrm>
        </p:grpSpPr>
        <p:sp>
          <p:nvSpPr>
            <p:cNvPr id="4" name="任意多边形: 形状 3"/>
            <p:cNvSpPr/>
            <p:nvPr>
              <p:custDataLst>
                <p:tags r:id="rId4"/>
              </p:custDataLst>
            </p:nvPr>
          </p:nvSpPr>
          <p:spPr>
            <a:xfrm>
              <a:off x="11711940" y="4954270"/>
              <a:ext cx="480060" cy="893445"/>
            </a:xfrm>
            <a:custGeom>
              <a:avLst/>
              <a:gdLst>
                <a:gd name="connsiteX0" fmla="*/ 148910 w 480060"/>
                <a:gd name="connsiteY0" fmla="*/ 0 h 893445"/>
                <a:gd name="connsiteX1" fmla="*/ 480060 w 480060"/>
                <a:gd name="connsiteY1" fmla="*/ 0 h 893445"/>
                <a:gd name="connsiteX2" fmla="*/ 480060 w 480060"/>
                <a:gd name="connsiteY2" fmla="*/ 893445 h 893445"/>
                <a:gd name="connsiteX3" fmla="*/ 148910 w 480060"/>
                <a:gd name="connsiteY3" fmla="*/ 893445 h 893445"/>
                <a:gd name="connsiteX4" fmla="*/ 0 w 480060"/>
                <a:gd name="connsiteY4" fmla="*/ 744535 h 893445"/>
                <a:gd name="connsiteX5" fmla="*/ 0 w 480060"/>
                <a:gd name="connsiteY5" fmla="*/ 148910 h 893445"/>
                <a:gd name="connsiteX6" fmla="*/ 148910 w 480060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" h="893445">
                  <a:moveTo>
                    <a:pt x="148910" y="0"/>
                  </a:moveTo>
                  <a:lnTo>
                    <a:pt x="480060" y="0"/>
                  </a:lnTo>
                  <a:lnTo>
                    <a:pt x="480060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3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/>
            <p:cNvSpPr/>
            <p:nvPr>
              <p:custDataLst>
                <p:tags r:id="rId5"/>
              </p:custDataLst>
            </p:nvPr>
          </p:nvSpPr>
          <p:spPr>
            <a:xfrm>
              <a:off x="10710545" y="5814060"/>
              <a:ext cx="727710" cy="72771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>
              <p:custDataLst>
                <p:tags r:id="rId6"/>
              </p:custDataLst>
            </p:nvPr>
          </p:nvSpPr>
          <p:spPr>
            <a:xfrm>
              <a:off x="11438255" y="3736340"/>
              <a:ext cx="753745" cy="1784985"/>
            </a:xfrm>
            <a:custGeom>
              <a:avLst/>
              <a:gdLst>
                <a:gd name="connsiteX0" fmla="*/ 297503 w 753745"/>
                <a:gd name="connsiteY0" fmla="*/ 0 h 1784985"/>
                <a:gd name="connsiteX1" fmla="*/ 753745 w 753745"/>
                <a:gd name="connsiteY1" fmla="*/ 0 h 1784985"/>
                <a:gd name="connsiteX2" fmla="*/ 753745 w 753745"/>
                <a:gd name="connsiteY2" fmla="*/ 1784985 h 1784985"/>
                <a:gd name="connsiteX3" fmla="*/ 297503 w 753745"/>
                <a:gd name="connsiteY3" fmla="*/ 1784985 h 1784985"/>
                <a:gd name="connsiteX4" fmla="*/ 0 w 753745"/>
                <a:gd name="connsiteY4" fmla="*/ 1487482 h 1784985"/>
                <a:gd name="connsiteX5" fmla="*/ 0 w 753745"/>
                <a:gd name="connsiteY5" fmla="*/ 297503 h 1784985"/>
                <a:gd name="connsiteX6" fmla="*/ 297503 w 753745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3745" h="1784985">
                  <a:moveTo>
                    <a:pt x="297503" y="0"/>
                  </a:moveTo>
                  <a:lnTo>
                    <a:pt x="753745" y="0"/>
                  </a:lnTo>
                  <a:lnTo>
                    <a:pt x="753745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>
              <p:custDataLst>
                <p:tags r:id="rId7"/>
              </p:custDataLst>
            </p:nvPr>
          </p:nvSpPr>
          <p:spPr>
            <a:xfrm>
              <a:off x="11002010" y="6117590"/>
              <a:ext cx="1199515" cy="740410"/>
            </a:xfrm>
            <a:custGeom>
              <a:avLst/>
              <a:gdLst>
                <a:gd name="connsiteX0" fmla="*/ 297503 w 1199515"/>
                <a:gd name="connsiteY0" fmla="*/ 0 h 740410"/>
                <a:gd name="connsiteX1" fmla="*/ 1199515 w 1199515"/>
                <a:gd name="connsiteY1" fmla="*/ 0 h 740410"/>
                <a:gd name="connsiteX2" fmla="*/ 1199515 w 1199515"/>
                <a:gd name="connsiteY2" fmla="*/ 740410 h 740410"/>
                <a:gd name="connsiteX3" fmla="*/ 0 w 1199515"/>
                <a:gd name="connsiteY3" fmla="*/ 740410 h 740410"/>
                <a:gd name="connsiteX4" fmla="*/ 0 w 1199515"/>
                <a:gd name="connsiteY4" fmla="*/ 297503 h 740410"/>
                <a:gd name="connsiteX5" fmla="*/ 297503 w 1199515"/>
                <a:gd name="connsiteY5" fmla="*/ 0 h 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515" h="740410">
                  <a:moveTo>
                    <a:pt x="297503" y="0"/>
                  </a:moveTo>
                  <a:lnTo>
                    <a:pt x="1199515" y="0"/>
                  </a:lnTo>
                  <a:lnTo>
                    <a:pt x="1199515" y="740410"/>
                  </a:lnTo>
                  <a:lnTo>
                    <a:pt x="0" y="740410"/>
                  </a:ln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7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>
              <p:custDataLst>
                <p:tags r:id="rId8"/>
              </p:custDataLst>
            </p:nvPr>
          </p:nvSpPr>
          <p:spPr>
            <a:xfrm>
              <a:off x="9615170" y="6396990"/>
              <a:ext cx="893445" cy="461010"/>
            </a:xfrm>
            <a:custGeom>
              <a:avLst/>
              <a:gdLst>
                <a:gd name="connsiteX0" fmla="*/ 148910 w 893445"/>
                <a:gd name="connsiteY0" fmla="*/ 0 h 461010"/>
                <a:gd name="connsiteX1" fmla="*/ 744535 w 893445"/>
                <a:gd name="connsiteY1" fmla="*/ 0 h 461010"/>
                <a:gd name="connsiteX2" fmla="*/ 893445 w 893445"/>
                <a:gd name="connsiteY2" fmla="*/ 148910 h 461010"/>
                <a:gd name="connsiteX3" fmla="*/ 893445 w 893445"/>
                <a:gd name="connsiteY3" fmla="*/ 461010 h 461010"/>
                <a:gd name="connsiteX4" fmla="*/ 0 w 893445"/>
                <a:gd name="connsiteY4" fmla="*/ 461010 h 461010"/>
                <a:gd name="connsiteX5" fmla="*/ 0 w 893445"/>
                <a:gd name="connsiteY5" fmla="*/ 148910 h 461010"/>
                <a:gd name="connsiteX6" fmla="*/ 148910 w 893445"/>
                <a:gd name="connsiteY6" fmla="*/ 0 h 46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461010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461010"/>
                  </a:lnTo>
                  <a:lnTo>
                    <a:pt x="0" y="461010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>
            <a:off x="10507369" y="4813200"/>
            <a:ext cx="1694156" cy="2044800"/>
            <a:chOff x="9615170" y="3736340"/>
            <a:chExt cx="2586355" cy="3121660"/>
          </a:xfrm>
        </p:grpSpPr>
        <p:sp>
          <p:nvSpPr>
            <p:cNvPr id="4" name="任意多边形: 形状 3"/>
            <p:cNvSpPr/>
            <p:nvPr>
              <p:custDataLst>
                <p:tags r:id="rId4"/>
              </p:custDataLst>
            </p:nvPr>
          </p:nvSpPr>
          <p:spPr>
            <a:xfrm>
              <a:off x="11711940" y="4954270"/>
              <a:ext cx="480060" cy="893445"/>
            </a:xfrm>
            <a:custGeom>
              <a:avLst/>
              <a:gdLst>
                <a:gd name="connsiteX0" fmla="*/ 148910 w 480060"/>
                <a:gd name="connsiteY0" fmla="*/ 0 h 893445"/>
                <a:gd name="connsiteX1" fmla="*/ 480060 w 480060"/>
                <a:gd name="connsiteY1" fmla="*/ 0 h 893445"/>
                <a:gd name="connsiteX2" fmla="*/ 480060 w 480060"/>
                <a:gd name="connsiteY2" fmla="*/ 893445 h 893445"/>
                <a:gd name="connsiteX3" fmla="*/ 148910 w 480060"/>
                <a:gd name="connsiteY3" fmla="*/ 893445 h 893445"/>
                <a:gd name="connsiteX4" fmla="*/ 0 w 480060"/>
                <a:gd name="connsiteY4" fmla="*/ 744535 h 893445"/>
                <a:gd name="connsiteX5" fmla="*/ 0 w 480060"/>
                <a:gd name="connsiteY5" fmla="*/ 148910 h 893445"/>
                <a:gd name="connsiteX6" fmla="*/ 148910 w 480060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" h="893445">
                  <a:moveTo>
                    <a:pt x="148910" y="0"/>
                  </a:moveTo>
                  <a:lnTo>
                    <a:pt x="480060" y="0"/>
                  </a:lnTo>
                  <a:lnTo>
                    <a:pt x="480060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3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/>
            <p:cNvSpPr/>
            <p:nvPr>
              <p:custDataLst>
                <p:tags r:id="rId5"/>
              </p:custDataLst>
            </p:nvPr>
          </p:nvSpPr>
          <p:spPr>
            <a:xfrm>
              <a:off x="10710545" y="5814060"/>
              <a:ext cx="727710" cy="72771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>
              <p:custDataLst>
                <p:tags r:id="rId6"/>
              </p:custDataLst>
            </p:nvPr>
          </p:nvSpPr>
          <p:spPr>
            <a:xfrm>
              <a:off x="11438255" y="3736340"/>
              <a:ext cx="753745" cy="1784985"/>
            </a:xfrm>
            <a:custGeom>
              <a:avLst/>
              <a:gdLst>
                <a:gd name="connsiteX0" fmla="*/ 297503 w 753745"/>
                <a:gd name="connsiteY0" fmla="*/ 0 h 1784985"/>
                <a:gd name="connsiteX1" fmla="*/ 753745 w 753745"/>
                <a:gd name="connsiteY1" fmla="*/ 0 h 1784985"/>
                <a:gd name="connsiteX2" fmla="*/ 753745 w 753745"/>
                <a:gd name="connsiteY2" fmla="*/ 1784985 h 1784985"/>
                <a:gd name="connsiteX3" fmla="*/ 297503 w 753745"/>
                <a:gd name="connsiteY3" fmla="*/ 1784985 h 1784985"/>
                <a:gd name="connsiteX4" fmla="*/ 0 w 753745"/>
                <a:gd name="connsiteY4" fmla="*/ 1487482 h 1784985"/>
                <a:gd name="connsiteX5" fmla="*/ 0 w 753745"/>
                <a:gd name="connsiteY5" fmla="*/ 297503 h 1784985"/>
                <a:gd name="connsiteX6" fmla="*/ 297503 w 753745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3745" h="1784985">
                  <a:moveTo>
                    <a:pt x="297503" y="0"/>
                  </a:moveTo>
                  <a:lnTo>
                    <a:pt x="753745" y="0"/>
                  </a:lnTo>
                  <a:lnTo>
                    <a:pt x="753745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>
              <p:custDataLst>
                <p:tags r:id="rId7"/>
              </p:custDataLst>
            </p:nvPr>
          </p:nvSpPr>
          <p:spPr>
            <a:xfrm>
              <a:off x="11002010" y="6117590"/>
              <a:ext cx="1199515" cy="740410"/>
            </a:xfrm>
            <a:custGeom>
              <a:avLst/>
              <a:gdLst>
                <a:gd name="connsiteX0" fmla="*/ 297503 w 1199515"/>
                <a:gd name="connsiteY0" fmla="*/ 0 h 740410"/>
                <a:gd name="connsiteX1" fmla="*/ 1199515 w 1199515"/>
                <a:gd name="connsiteY1" fmla="*/ 0 h 740410"/>
                <a:gd name="connsiteX2" fmla="*/ 1199515 w 1199515"/>
                <a:gd name="connsiteY2" fmla="*/ 740410 h 740410"/>
                <a:gd name="connsiteX3" fmla="*/ 0 w 1199515"/>
                <a:gd name="connsiteY3" fmla="*/ 740410 h 740410"/>
                <a:gd name="connsiteX4" fmla="*/ 0 w 1199515"/>
                <a:gd name="connsiteY4" fmla="*/ 297503 h 740410"/>
                <a:gd name="connsiteX5" fmla="*/ 297503 w 1199515"/>
                <a:gd name="connsiteY5" fmla="*/ 0 h 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515" h="740410">
                  <a:moveTo>
                    <a:pt x="297503" y="0"/>
                  </a:moveTo>
                  <a:lnTo>
                    <a:pt x="1199515" y="0"/>
                  </a:lnTo>
                  <a:lnTo>
                    <a:pt x="1199515" y="740410"/>
                  </a:lnTo>
                  <a:lnTo>
                    <a:pt x="0" y="740410"/>
                  </a:ln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7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>
              <p:custDataLst>
                <p:tags r:id="rId8"/>
              </p:custDataLst>
            </p:nvPr>
          </p:nvSpPr>
          <p:spPr>
            <a:xfrm>
              <a:off x="9615170" y="6396990"/>
              <a:ext cx="893445" cy="461010"/>
            </a:xfrm>
            <a:custGeom>
              <a:avLst/>
              <a:gdLst>
                <a:gd name="connsiteX0" fmla="*/ 148910 w 893445"/>
                <a:gd name="connsiteY0" fmla="*/ 0 h 461010"/>
                <a:gd name="connsiteX1" fmla="*/ 744535 w 893445"/>
                <a:gd name="connsiteY1" fmla="*/ 0 h 461010"/>
                <a:gd name="connsiteX2" fmla="*/ 893445 w 893445"/>
                <a:gd name="connsiteY2" fmla="*/ 148910 h 461010"/>
                <a:gd name="connsiteX3" fmla="*/ 893445 w 893445"/>
                <a:gd name="connsiteY3" fmla="*/ 461010 h 461010"/>
                <a:gd name="connsiteX4" fmla="*/ 0 w 893445"/>
                <a:gd name="connsiteY4" fmla="*/ 461010 h 461010"/>
                <a:gd name="connsiteX5" fmla="*/ 0 w 893445"/>
                <a:gd name="connsiteY5" fmla="*/ 148910 h 461010"/>
                <a:gd name="connsiteX6" fmla="*/ 148910 w 893445"/>
                <a:gd name="connsiteY6" fmla="*/ 0 h 46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461010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461010"/>
                  </a:lnTo>
                  <a:lnTo>
                    <a:pt x="0" y="461010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>
            <p:custDataLst>
              <p:tags r:id="rId9"/>
            </p:custDataLst>
          </p:nvPr>
        </p:nvGrpSpPr>
        <p:grpSpPr>
          <a:xfrm>
            <a:off x="0" y="5599612"/>
            <a:ext cx="1483360" cy="1258387"/>
            <a:chOff x="0" y="5110480"/>
            <a:chExt cx="2059940" cy="1747520"/>
          </a:xfrm>
        </p:grpSpPr>
        <p:sp>
          <p:nvSpPr>
            <p:cNvPr id="16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0" y="6012815"/>
              <a:ext cx="670560" cy="67056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/>
            <p:cNvSpPr/>
            <p:nvPr>
              <p:custDataLst>
                <p:tags r:id="rId11"/>
              </p:custDataLst>
            </p:nvPr>
          </p:nvSpPr>
          <p:spPr>
            <a:xfrm>
              <a:off x="0" y="5110480"/>
              <a:ext cx="314960" cy="1339215"/>
            </a:xfrm>
            <a:custGeom>
              <a:avLst/>
              <a:gdLst>
                <a:gd name="connsiteX0" fmla="*/ 0 w 314960"/>
                <a:gd name="connsiteY0" fmla="*/ 0 h 1339215"/>
                <a:gd name="connsiteX1" fmla="*/ 91753 w 314960"/>
                <a:gd name="connsiteY1" fmla="*/ 0 h 1339215"/>
                <a:gd name="connsiteX2" fmla="*/ 314960 w 314960"/>
                <a:gd name="connsiteY2" fmla="*/ 223207 h 1339215"/>
                <a:gd name="connsiteX3" fmla="*/ 314960 w 314960"/>
                <a:gd name="connsiteY3" fmla="*/ 1116008 h 1339215"/>
                <a:gd name="connsiteX4" fmla="*/ 91753 w 314960"/>
                <a:gd name="connsiteY4" fmla="*/ 1339215 h 1339215"/>
                <a:gd name="connsiteX5" fmla="*/ 0 w 314960"/>
                <a:gd name="connsiteY5" fmla="*/ 1339215 h 1339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4960" h="1339215">
                  <a:moveTo>
                    <a:pt x="0" y="0"/>
                  </a:moveTo>
                  <a:lnTo>
                    <a:pt x="91753" y="0"/>
                  </a:lnTo>
                  <a:cubicBezTo>
                    <a:pt x="215027" y="0"/>
                    <a:pt x="314960" y="99933"/>
                    <a:pt x="314960" y="223207"/>
                  </a:cubicBezTo>
                  <a:lnTo>
                    <a:pt x="314960" y="1116008"/>
                  </a:lnTo>
                  <a:cubicBezTo>
                    <a:pt x="314960" y="1239282"/>
                    <a:pt x="215027" y="1339215"/>
                    <a:pt x="91753" y="1339215"/>
                  </a:cubicBezTo>
                  <a:lnTo>
                    <a:pt x="0" y="1339215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/>
            <p:cNvSpPr/>
            <p:nvPr>
              <p:custDataLst>
                <p:tags r:id="rId12"/>
              </p:custDataLst>
            </p:nvPr>
          </p:nvSpPr>
          <p:spPr>
            <a:xfrm>
              <a:off x="940435" y="6435090"/>
              <a:ext cx="813435" cy="422910"/>
            </a:xfrm>
            <a:custGeom>
              <a:avLst/>
              <a:gdLst>
                <a:gd name="connsiteX0" fmla="*/ 135575 w 813435"/>
                <a:gd name="connsiteY0" fmla="*/ 0 h 422910"/>
                <a:gd name="connsiteX1" fmla="*/ 677860 w 813435"/>
                <a:gd name="connsiteY1" fmla="*/ 0 h 422910"/>
                <a:gd name="connsiteX2" fmla="*/ 813435 w 813435"/>
                <a:gd name="connsiteY2" fmla="*/ 135575 h 422910"/>
                <a:gd name="connsiteX3" fmla="*/ 813435 w 813435"/>
                <a:gd name="connsiteY3" fmla="*/ 422910 h 422910"/>
                <a:gd name="connsiteX4" fmla="*/ 0 w 813435"/>
                <a:gd name="connsiteY4" fmla="*/ 422910 h 422910"/>
                <a:gd name="connsiteX5" fmla="*/ 0 w 813435"/>
                <a:gd name="connsiteY5" fmla="*/ 135575 h 422910"/>
                <a:gd name="connsiteX6" fmla="*/ 135575 w 813435"/>
                <a:gd name="connsiteY6" fmla="*/ 0 h 42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3435" h="422910">
                  <a:moveTo>
                    <a:pt x="135575" y="0"/>
                  </a:moveTo>
                  <a:lnTo>
                    <a:pt x="677860" y="0"/>
                  </a:lnTo>
                  <a:cubicBezTo>
                    <a:pt x="752736" y="0"/>
                    <a:pt x="813435" y="60699"/>
                    <a:pt x="813435" y="135575"/>
                  </a:cubicBezTo>
                  <a:lnTo>
                    <a:pt x="813435" y="422910"/>
                  </a:lnTo>
                  <a:lnTo>
                    <a:pt x="0" y="422910"/>
                  </a:lnTo>
                  <a:lnTo>
                    <a:pt x="0" y="135575"/>
                  </a:lnTo>
                  <a:cubicBezTo>
                    <a:pt x="0" y="60699"/>
                    <a:pt x="60699" y="0"/>
                    <a:pt x="135575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/>
            <p:cNvSpPr/>
            <p:nvPr>
              <p:custDataLst>
                <p:tags r:id="rId13"/>
              </p:custDataLst>
            </p:nvPr>
          </p:nvSpPr>
          <p:spPr>
            <a:xfrm>
              <a:off x="1400810" y="6024245"/>
              <a:ext cx="659130" cy="65913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/>
            <p:cNvSpPr/>
            <p:nvPr>
              <p:custDataLst>
                <p:tags r:id="rId14"/>
              </p:custDataLst>
            </p:nvPr>
          </p:nvSpPr>
          <p:spPr>
            <a:xfrm>
              <a:off x="796290" y="5449570"/>
              <a:ext cx="402590" cy="40259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6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1694156" cy="2044800"/>
            <a:chOff x="9615170" y="3736340"/>
            <a:chExt cx="2586355" cy="3121660"/>
          </a:xfrm>
        </p:grpSpPr>
        <p:sp>
          <p:nvSpPr>
            <p:cNvPr id="4" name="任意多边形: 形状 3"/>
            <p:cNvSpPr/>
            <p:nvPr>
              <p:custDataLst>
                <p:tags r:id="rId4"/>
              </p:custDataLst>
            </p:nvPr>
          </p:nvSpPr>
          <p:spPr>
            <a:xfrm>
              <a:off x="11711940" y="4954270"/>
              <a:ext cx="480060" cy="893445"/>
            </a:xfrm>
            <a:custGeom>
              <a:avLst/>
              <a:gdLst>
                <a:gd name="connsiteX0" fmla="*/ 148910 w 480060"/>
                <a:gd name="connsiteY0" fmla="*/ 0 h 893445"/>
                <a:gd name="connsiteX1" fmla="*/ 480060 w 480060"/>
                <a:gd name="connsiteY1" fmla="*/ 0 h 893445"/>
                <a:gd name="connsiteX2" fmla="*/ 480060 w 480060"/>
                <a:gd name="connsiteY2" fmla="*/ 893445 h 893445"/>
                <a:gd name="connsiteX3" fmla="*/ 148910 w 480060"/>
                <a:gd name="connsiteY3" fmla="*/ 893445 h 893445"/>
                <a:gd name="connsiteX4" fmla="*/ 0 w 480060"/>
                <a:gd name="connsiteY4" fmla="*/ 744535 h 893445"/>
                <a:gd name="connsiteX5" fmla="*/ 0 w 480060"/>
                <a:gd name="connsiteY5" fmla="*/ 148910 h 893445"/>
                <a:gd name="connsiteX6" fmla="*/ 148910 w 480060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" h="893445">
                  <a:moveTo>
                    <a:pt x="148910" y="0"/>
                  </a:moveTo>
                  <a:lnTo>
                    <a:pt x="480060" y="0"/>
                  </a:lnTo>
                  <a:lnTo>
                    <a:pt x="480060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3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/>
            <p:cNvSpPr/>
            <p:nvPr>
              <p:custDataLst>
                <p:tags r:id="rId5"/>
              </p:custDataLst>
            </p:nvPr>
          </p:nvSpPr>
          <p:spPr>
            <a:xfrm>
              <a:off x="10710545" y="5814060"/>
              <a:ext cx="727710" cy="72771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>
              <p:custDataLst>
                <p:tags r:id="rId6"/>
              </p:custDataLst>
            </p:nvPr>
          </p:nvSpPr>
          <p:spPr>
            <a:xfrm>
              <a:off x="11438255" y="3736340"/>
              <a:ext cx="753745" cy="1784985"/>
            </a:xfrm>
            <a:custGeom>
              <a:avLst/>
              <a:gdLst>
                <a:gd name="connsiteX0" fmla="*/ 297503 w 753745"/>
                <a:gd name="connsiteY0" fmla="*/ 0 h 1784985"/>
                <a:gd name="connsiteX1" fmla="*/ 753745 w 753745"/>
                <a:gd name="connsiteY1" fmla="*/ 0 h 1784985"/>
                <a:gd name="connsiteX2" fmla="*/ 753745 w 753745"/>
                <a:gd name="connsiteY2" fmla="*/ 1784985 h 1784985"/>
                <a:gd name="connsiteX3" fmla="*/ 297503 w 753745"/>
                <a:gd name="connsiteY3" fmla="*/ 1784985 h 1784985"/>
                <a:gd name="connsiteX4" fmla="*/ 0 w 753745"/>
                <a:gd name="connsiteY4" fmla="*/ 1487482 h 1784985"/>
                <a:gd name="connsiteX5" fmla="*/ 0 w 753745"/>
                <a:gd name="connsiteY5" fmla="*/ 297503 h 1784985"/>
                <a:gd name="connsiteX6" fmla="*/ 297503 w 753745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3745" h="1784985">
                  <a:moveTo>
                    <a:pt x="297503" y="0"/>
                  </a:moveTo>
                  <a:lnTo>
                    <a:pt x="753745" y="0"/>
                  </a:lnTo>
                  <a:lnTo>
                    <a:pt x="753745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>
              <p:custDataLst>
                <p:tags r:id="rId7"/>
              </p:custDataLst>
            </p:nvPr>
          </p:nvSpPr>
          <p:spPr>
            <a:xfrm>
              <a:off x="11002010" y="6117590"/>
              <a:ext cx="1199515" cy="740410"/>
            </a:xfrm>
            <a:custGeom>
              <a:avLst/>
              <a:gdLst>
                <a:gd name="connsiteX0" fmla="*/ 297503 w 1199515"/>
                <a:gd name="connsiteY0" fmla="*/ 0 h 740410"/>
                <a:gd name="connsiteX1" fmla="*/ 1199515 w 1199515"/>
                <a:gd name="connsiteY1" fmla="*/ 0 h 740410"/>
                <a:gd name="connsiteX2" fmla="*/ 1199515 w 1199515"/>
                <a:gd name="connsiteY2" fmla="*/ 740410 h 740410"/>
                <a:gd name="connsiteX3" fmla="*/ 0 w 1199515"/>
                <a:gd name="connsiteY3" fmla="*/ 740410 h 740410"/>
                <a:gd name="connsiteX4" fmla="*/ 0 w 1199515"/>
                <a:gd name="connsiteY4" fmla="*/ 297503 h 740410"/>
                <a:gd name="connsiteX5" fmla="*/ 297503 w 1199515"/>
                <a:gd name="connsiteY5" fmla="*/ 0 h 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515" h="740410">
                  <a:moveTo>
                    <a:pt x="297503" y="0"/>
                  </a:moveTo>
                  <a:lnTo>
                    <a:pt x="1199515" y="0"/>
                  </a:lnTo>
                  <a:lnTo>
                    <a:pt x="1199515" y="740410"/>
                  </a:lnTo>
                  <a:lnTo>
                    <a:pt x="0" y="740410"/>
                  </a:ln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7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>
              <p:custDataLst>
                <p:tags r:id="rId8"/>
              </p:custDataLst>
            </p:nvPr>
          </p:nvSpPr>
          <p:spPr>
            <a:xfrm>
              <a:off x="9615170" y="6396990"/>
              <a:ext cx="893445" cy="461010"/>
            </a:xfrm>
            <a:custGeom>
              <a:avLst/>
              <a:gdLst>
                <a:gd name="connsiteX0" fmla="*/ 148910 w 893445"/>
                <a:gd name="connsiteY0" fmla="*/ 0 h 461010"/>
                <a:gd name="connsiteX1" fmla="*/ 744535 w 893445"/>
                <a:gd name="connsiteY1" fmla="*/ 0 h 461010"/>
                <a:gd name="connsiteX2" fmla="*/ 893445 w 893445"/>
                <a:gd name="connsiteY2" fmla="*/ 148910 h 461010"/>
                <a:gd name="connsiteX3" fmla="*/ 893445 w 893445"/>
                <a:gd name="connsiteY3" fmla="*/ 461010 h 461010"/>
                <a:gd name="connsiteX4" fmla="*/ 0 w 893445"/>
                <a:gd name="connsiteY4" fmla="*/ 461010 h 461010"/>
                <a:gd name="connsiteX5" fmla="*/ 0 w 893445"/>
                <a:gd name="connsiteY5" fmla="*/ 148910 h 461010"/>
                <a:gd name="connsiteX6" fmla="*/ 148910 w 893445"/>
                <a:gd name="connsiteY6" fmla="*/ 0 h 46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461010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461010"/>
                  </a:lnTo>
                  <a:lnTo>
                    <a:pt x="0" y="461010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>
            <p:custDataLst>
              <p:tags r:id="rId9"/>
            </p:custDataLst>
          </p:nvPr>
        </p:nvGrpSpPr>
        <p:grpSpPr>
          <a:xfrm rot="10800000">
            <a:off x="10702402" y="0"/>
            <a:ext cx="1483360" cy="1258387"/>
            <a:chOff x="0" y="5110480"/>
            <a:chExt cx="2059940" cy="1747520"/>
          </a:xfrm>
        </p:grpSpPr>
        <p:sp>
          <p:nvSpPr>
            <p:cNvPr id="16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0" y="6012815"/>
              <a:ext cx="670560" cy="67056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/>
            <p:cNvSpPr/>
            <p:nvPr>
              <p:custDataLst>
                <p:tags r:id="rId11"/>
              </p:custDataLst>
            </p:nvPr>
          </p:nvSpPr>
          <p:spPr>
            <a:xfrm>
              <a:off x="0" y="5110480"/>
              <a:ext cx="314960" cy="1339215"/>
            </a:xfrm>
            <a:custGeom>
              <a:avLst/>
              <a:gdLst>
                <a:gd name="connsiteX0" fmla="*/ 0 w 314960"/>
                <a:gd name="connsiteY0" fmla="*/ 0 h 1339215"/>
                <a:gd name="connsiteX1" fmla="*/ 91753 w 314960"/>
                <a:gd name="connsiteY1" fmla="*/ 0 h 1339215"/>
                <a:gd name="connsiteX2" fmla="*/ 314960 w 314960"/>
                <a:gd name="connsiteY2" fmla="*/ 223207 h 1339215"/>
                <a:gd name="connsiteX3" fmla="*/ 314960 w 314960"/>
                <a:gd name="connsiteY3" fmla="*/ 1116008 h 1339215"/>
                <a:gd name="connsiteX4" fmla="*/ 91753 w 314960"/>
                <a:gd name="connsiteY4" fmla="*/ 1339215 h 1339215"/>
                <a:gd name="connsiteX5" fmla="*/ 0 w 314960"/>
                <a:gd name="connsiteY5" fmla="*/ 1339215 h 1339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4960" h="1339215">
                  <a:moveTo>
                    <a:pt x="0" y="0"/>
                  </a:moveTo>
                  <a:lnTo>
                    <a:pt x="91753" y="0"/>
                  </a:lnTo>
                  <a:cubicBezTo>
                    <a:pt x="215027" y="0"/>
                    <a:pt x="314960" y="99933"/>
                    <a:pt x="314960" y="223207"/>
                  </a:cubicBezTo>
                  <a:lnTo>
                    <a:pt x="314960" y="1116008"/>
                  </a:lnTo>
                  <a:cubicBezTo>
                    <a:pt x="314960" y="1239282"/>
                    <a:pt x="215027" y="1339215"/>
                    <a:pt x="91753" y="1339215"/>
                  </a:cubicBezTo>
                  <a:lnTo>
                    <a:pt x="0" y="1339215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/>
            <p:cNvSpPr/>
            <p:nvPr>
              <p:custDataLst>
                <p:tags r:id="rId12"/>
              </p:custDataLst>
            </p:nvPr>
          </p:nvSpPr>
          <p:spPr>
            <a:xfrm>
              <a:off x="940435" y="6435090"/>
              <a:ext cx="813435" cy="422910"/>
            </a:xfrm>
            <a:custGeom>
              <a:avLst/>
              <a:gdLst>
                <a:gd name="connsiteX0" fmla="*/ 135575 w 813435"/>
                <a:gd name="connsiteY0" fmla="*/ 0 h 422910"/>
                <a:gd name="connsiteX1" fmla="*/ 677860 w 813435"/>
                <a:gd name="connsiteY1" fmla="*/ 0 h 422910"/>
                <a:gd name="connsiteX2" fmla="*/ 813435 w 813435"/>
                <a:gd name="connsiteY2" fmla="*/ 135575 h 422910"/>
                <a:gd name="connsiteX3" fmla="*/ 813435 w 813435"/>
                <a:gd name="connsiteY3" fmla="*/ 422910 h 422910"/>
                <a:gd name="connsiteX4" fmla="*/ 0 w 813435"/>
                <a:gd name="connsiteY4" fmla="*/ 422910 h 422910"/>
                <a:gd name="connsiteX5" fmla="*/ 0 w 813435"/>
                <a:gd name="connsiteY5" fmla="*/ 135575 h 422910"/>
                <a:gd name="connsiteX6" fmla="*/ 135575 w 813435"/>
                <a:gd name="connsiteY6" fmla="*/ 0 h 42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3435" h="422910">
                  <a:moveTo>
                    <a:pt x="135575" y="0"/>
                  </a:moveTo>
                  <a:lnTo>
                    <a:pt x="677860" y="0"/>
                  </a:lnTo>
                  <a:cubicBezTo>
                    <a:pt x="752736" y="0"/>
                    <a:pt x="813435" y="60699"/>
                    <a:pt x="813435" y="135575"/>
                  </a:cubicBezTo>
                  <a:lnTo>
                    <a:pt x="813435" y="422910"/>
                  </a:lnTo>
                  <a:lnTo>
                    <a:pt x="0" y="422910"/>
                  </a:lnTo>
                  <a:lnTo>
                    <a:pt x="0" y="135575"/>
                  </a:lnTo>
                  <a:cubicBezTo>
                    <a:pt x="0" y="60699"/>
                    <a:pt x="60699" y="0"/>
                    <a:pt x="135575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/>
            <p:cNvSpPr/>
            <p:nvPr>
              <p:custDataLst>
                <p:tags r:id="rId13"/>
              </p:custDataLst>
            </p:nvPr>
          </p:nvSpPr>
          <p:spPr>
            <a:xfrm>
              <a:off x="1400810" y="6024245"/>
              <a:ext cx="659130" cy="65913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/>
            <p:cNvSpPr/>
            <p:nvPr>
              <p:custDataLst>
                <p:tags r:id="rId14"/>
              </p:custDataLst>
            </p:nvPr>
          </p:nvSpPr>
          <p:spPr>
            <a:xfrm>
              <a:off x="796290" y="5449570"/>
              <a:ext cx="402590" cy="40259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>
            <a:off x="10507369" y="4813200"/>
            <a:ext cx="1694156" cy="2044800"/>
            <a:chOff x="9615170" y="3736340"/>
            <a:chExt cx="2586355" cy="3121660"/>
          </a:xfrm>
        </p:grpSpPr>
        <p:sp>
          <p:nvSpPr>
            <p:cNvPr id="4" name="任意多边形: 形状 3"/>
            <p:cNvSpPr/>
            <p:nvPr>
              <p:custDataLst>
                <p:tags r:id="rId4"/>
              </p:custDataLst>
            </p:nvPr>
          </p:nvSpPr>
          <p:spPr>
            <a:xfrm>
              <a:off x="11711940" y="4954270"/>
              <a:ext cx="480060" cy="893445"/>
            </a:xfrm>
            <a:custGeom>
              <a:avLst/>
              <a:gdLst>
                <a:gd name="connsiteX0" fmla="*/ 148910 w 480060"/>
                <a:gd name="connsiteY0" fmla="*/ 0 h 893445"/>
                <a:gd name="connsiteX1" fmla="*/ 480060 w 480060"/>
                <a:gd name="connsiteY1" fmla="*/ 0 h 893445"/>
                <a:gd name="connsiteX2" fmla="*/ 480060 w 480060"/>
                <a:gd name="connsiteY2" fmla="*/ 893445 h 893445"/>
                <a:gd name="connsiteX3" fmla="*/ 148910 w 480060"/>
                <a:gd name="connsiteY3" fmla="*/ 893445 h 893445"/>
                <a:gd name="connsiteX4" fmla="*/ 0 w 480060"/>
                <a:gd name="connsiteY4" fmla="*/ 744535 h 893445"/>
                <a:gd name="connsiteX5" fmla="*/ 0 w 480060"/>
                <a:gd name="connsiteY5" fmla="*/ 148910 h 893445"/>
                <a:gd name="connsiteX6" fmla="*/ 148910 w 480060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" h="893445">
                  <a:moveTo>
                    <a:pt x="148910" y="0"/>
                  </a:moveTo>
                  <a:lnTo>
                    <a:pt x="480060" y="0"/>
                  </a:lnTo>
                  <a:lnTo>
                    <a:pt x="480060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3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/>
            <p:cNvSpPr/>
            <p:nvPr>
              <p:custDataLst>
                <p:tags r:id="rId5"/>
              </p:custDataLst>
            </p:nvPr>
          </p:nvSpPr>
          <p:spPr>
            <a:xfrm>
              <a:off x="10710545" y="5814060"/>
              <a:ext cx="727710" cy="72771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>
              <p:custDataLst>
                <p:tags r:id="rId6"/>
              </p:custDataLst>
            </p:nvPr>
          </p:nvSpPr>
          <p:spPr>
            <a:xfrm>
              <a:off x="11438255" y="3736340"/>
              <a:ext cx="753745" cy="1784985"/>
            </a:xfrm>
            <a:custGeom>
              <a:avLst/>
              <a:gdLst>
                <a:gd name="connsiteX0" fmla="*/ 297503 w 753745"/>
                <a:gd name="connsiteY0" fmla="*/ 0 h 1784985"/>
                <a:gd name="connsiteX1" fmla="*/ 753745 w 753745"/>
                <a:gd name="connsiteY1" fmla="*/ 0 h 1784985"/>
                <a:gd name="connsiteX2" fmla="*/ 753745 w 753745"/>
                <a:gd name="connsiteY2" fmla="*/ 1784985 h 1784985"/>
                <a:gd name="connsiteX3" fmla="*/ 297503 w 753745"/>
                <a:gd name="connsiteY3" fmla="*/ 1784985 h 1784985"/>
                <a:gd name="connsiteX4" fmla="*/ 0 w 753745"/>
                <a:gd name="connsiteY4" fmla="*/ 1487482 h 1784985"/>
                <a:gd name="connsiteX5" fmla="*/ 0 w 753745"/>
                <a:gd name="connsiteY5" fmla="*/ 297503 h 1784985"/>
                <a:gd name="connsiteX6" fmla="*/ 297503 w 753745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3745" h="1784985">
                  <a:moveTo>
                    <a:pt x="297503" y="0"/>
                  </a:moveTo>
                  <a:lnTo>
                    <a:pt x="753745" y="0"/>
                  </a:lnTo>
                  <a:lnTo>
                    <a:pt x="753745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>
              <p:custDataLst>
                <p:tags r:id="rId7"/>
              </p:custDataLst>
            </p:nvPr>
          </p:nvSpPr>
          <p:spPr>
            <a:xfrm>
              <a:off x="11002010" y="6117590"/>
              <a:ext cx="1199515" cy="740410"/>
            </a:xfrm>
            <a:custGeom>
              <a:avLst/>
              <a:gdLst>
                <a:gd name="connsiteX0" fmla="*/ 297503 w 1199515"/>
                <a:gd name="connsiteY0" fmla="*/ 0 h 740410"/>
                <a:gd name="connsiteX1" fmla="*/ 1199515 w 1199515"/>
                <a:gd name="connsiteY1" fmla="*/ 0 h 740410"/>
                <a:gd name="connsiteX2" fmla="*/ 1199515 w 1199515"/>
                <a:gd name="connsiteY2" fmla="*/ 740410 h 740410"/>
                <a:gd name="connsiteX3" fmla="*/ 0 w 1199515"/>
                <a:gd name="connsiteY3" fmla="*/ 740410 h 740410"/>
                <a:gd name="connsiteX4" fmla="*/ 0 w 1199515"/>
                <a:gd name="connsiteY4" fmla="*/ 297503 h 740410"/>
                <a:gd name="connsiteX5" fmla="*/ 297503 w 1199515"/>
                <a:gd name="connsiteY5" fmla="*/ 0 h 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515" h="740410">
                  <a:moveTo>
                    <a:pt x="297503" y="0"/>
                  </a:moveTo>
                  <a:lnTo>
                    <a:pt x="1199515" y="0"/>
                  </a:lnTo>
                  <a:lnTo>
                    <a:pt x="1199515" y="740410"/>
                  </a:lnTo>
                  <a:lnTo>
                    <a:pt x="0" y="740410"/>
                  </a:ln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7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/>
            <p:nvPr>
              <p:custDataLst>
                <p:tags r:id="rId8"/>
              </p:custDataLst>
            </p:nvPr>
          </p:nvSpPr>
          <p:spPr>
            <a:xfrm>
              <a:off x="9615170" y="6396990"/>
              <a:ext cx="893445" cy="461010"/>
            </a:xfrm>
            <a:custGeom>
              <a:avLst/>
              <a:gdLst>
                <a:gd name="connsiteX0" fmla="*/ 148910 w 893445"/>
                <a:gd name="connsiteY0" fmla="*/ 0 h 461010"/>
                <a:gd name="connsiteX1" fmla="*/ 744535 w 893445"/>
                <a:gd name="connsiteY1" fmla="*/ 0 h 461010"/>
                <a:gd name="connsiteX2" fmla="*/ 893445 w 893445"/>
                <a:gd name="connsiteY2" fmla="*/ 148910 h 461010"/>
                <a:gd name="connsiteX3" fmla="*/ 893445 w 893445"/>
                <a:gd name="connsiteY3" fmla="*/ 461010 h 461010"/>
                <a:gd name="connsiteX4" fmla="*/ 0 w 893445"/>
                <a:gd name="connsiteY4" fmla="*/ 461010 h 461010"/>
                <a:gd name="connsiteX5" fmla="*/ 0 w 893445"/>
                <a:gd name="connsiteY5" fmla="*/ 148910 h 461010"/>
                <a:gd name="connsiteX6" fmla="*/ 148910 w 893445"/>
                <a:gd name="connsiteY6" fmla="*/ 0 h 46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461010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461010"/>
                  </a:lnTo>
                  <a:lnTo>
                    <a:pt x="0" y="461010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 userDrawn="1">
            <p:custDataLst>
              <p:tags r:id="rId9"/>
            </p:custDataLst>
          </p:nvPr>
        </p:nvGrpSpPr>
        <p:grpSpPr>
          <a:xfrm>
            <a:off x="0" y="5599612"/>
            <a:ext cx="1483360" cy="1258387"/>
            <a:chOff x="0" y="5110480"/>
            <a:chExt cx="2059940" cy="1747520"/>
          </a:xfrm>
        </p:grpSpPr>
        <p:sp>
          <p:nvSpPr>
            <p:cNvPr id="18" name="矩形: 圆角 17"/>
            <p:cNvSpPr/>
            <p:nvPr>
              <p:custDataLst>
                <p:tags r:id="rId10"/>
              </p:custDataLst>
            </p:nvPr>
          </p:nvSpPr>
          <p:spPr>
            <a:xfrm>
              <a:off x="0" y="6012815"/>
              <a:ext cx="670560" cy="67056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>
              <p:custDataLst>
                <p:tags r:id="rId11"/>
              </p:custDataLst>
            </p:nvPr>
          </p:nvSpPr>
          <p:spPr>
            <a:xfrm>
              <a:off x="0" y="5110480"/>
              <a:ext cx="314960" cy="1339215"/>
            </a:xfrm>
            <a:custGeom>
              <a:avLst/>
              <a:gdLst>
                <a:gd name="connsiteX0" fmla="*/ 0 w 314960"/>
                <a:gd name="connsiteY0" fmla="*/ 0 h 1339215"/>
                <a:gd name="connsiteX1" fmla="*/ 91753 w 314960"/>
                <a:gd name="connsiteY1" fmla="*/ 0 h 1339215"/>
                <a:gd name="connsiteX2" fmla="*/ 314960 w 314960"/>
                <a:gd name="connsiteY2" fmla="*/ 223207 h 1339215"/>
                <a:gd name="connsiteX3" fmla="*/ 314960 w 314960"/>
                <a:gd name="connsiteY3" fmla="*/ 1116008 h 1339215"/>
                <a:gd name="connsiteX4" fmla="*/ 91753 w 314960"/>
                <a:gd name="connsiteY4" fmla="*/ 1339215 h 1339215"/>
                <a:gd name="connsiteX5" fmla="*/ 0 w 314960"/>
                <a:gd name="connsiteY5" fmla="*/ 1339215 h 1339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4960" h="1339215">
                  <a:moveTo>
                    <a:pt x="0" y="0"/>
                  </a:moveTo>
                  <a:lnTo>
                    <a:pt x="91753" y="0"/>
                  </a:lnTo>
                  <a:cubicBezTo>
                    <a:pt x="215027" y="0"/>
                    <a:pt x="314960" y="99933"/>
                    <a:pt x="314960" y="223207"/>
                  </a:cubicBezTo>
                  <a:lnTo>
                    <a:pt x="314960" y="1116008"/>
                  </a:lnTo>
                  <a:cubicBezTo>
                    <a:pt x="314960" y="1239282"/>
                    <a:pt x="215027" y="1339215"/>
                    <a:pt x="91753" y="1339215"/>
                  </a:cubicBezTo>
                  <a:lnTo>
                    <a:pt x="0" y="1339215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12"/>
              </p:custDataLst>
            </p:nvPr>
          </p:nvSpPr>
          <p:spPr>
            <a:xfrm>
              <a:off x="940435" y="6435090"/>
              <a:ext cx="813435" cy="422910"/>
            </a:xfrm>
            <a:custGeom>
              <a:avLst/>
              <a:gdLst>
                <a:gd name="connsiteX0" fmla="*/ 135575 w 813435"/>
                <a:gd name="connsiteY0" fmla="*/ 0 h 422910"/>
                <a:gd name="connsiteX1" fmla="*/ 677860 w 813435"/>
                <a:gd name="connsiteY1" fmla="*/ 0 h 422910"/>
                <a:gd name="connsiteX2" fmla="*/ 813435 w 813435"/>
                <a:gd name="connsiteY2" fmla="*/ 135575 h 422910"/>
                <a:gd name="connsiteX3" fmla="*/ 813435 w 813435"/>
                <a:gd name="connsiteY3" fmla="*/ 422910 h 422910"/>
                <a:gd name="connsiteX4" fmla="*/ 0 w 813435"/>
                <a:gd name="connsiteY4" fmla="*/ 422910 h 422910"/>
                <a:gd name="connsiteX5" fmla="*/ 0 w 813435"/>
                <a:gd name="connsiteY5" fmla="*/ 135575 h 422910"/>
                <a:gd name="connsiteX6" fmla="*/ 135575 w 813435"/>
                <a:gd name="connsiteY6" fmla="*/ 0 h 42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3435" h="422910">
                  <a:moveTo>
                    <a:pt x="135575" y="0"/>
                  </a:moveTo>
                  <a:lnTo>
                    <a:pt x="677860" y="0"/>
                  </a:lnTo>
                  <a:cubicBezTo>
                    <a:pt x="752736" y="0"/>
                    <a:pt x="813435" y="60699"/>
                    <a:pt x="813435" y="135575"/>
                  </a:cubicBezTo>
                  <a:lnTo>
                    <a:pt x="813435" y="422910"/>
                  </a:lnTo>
                  <a:lnTo>
                    <a:pt x="0" y="422910"/>
                  </a:lnTo>
                  <a:lnTo>
                    <a:pt x="0" y="135575"/>
                  </a:lnTo>
                  <a:cubicBezTo>
                    <a:pt x="0" y="60699"/>
                    <a:pt x="60699" y="0"/>
                    <a:pt x="135575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/>
            <p:cNvSpPr/>
            <p:nvPr>
              <p:custDataLst>
                <p:tags r:id="rId13"/>
              </p:custDataLst>
            </p:nvPr>
          </p:nvSpPr>
          <p:spPr>
            <a:xfrm>
              <a:off x="1400810" y="6024245"/>
              <a:ext cx="659130" cy="65913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: 圆角 21"/>
            <p:cNvSpPr/>
            <p:nvPr>
              <p:custDataLst>
                <p:tags r:id="rId14"/>
              </p:custDataLst>
            </p:nvPr>
          </p:nvSpPr>
          <p:spPr>
            <a:xfrm>
              <a:off x="796290" y="5449570"/>
              <a:ext cx="402590" cy="40259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7"/>
            <p:custDataLst>
              <p:tags r:id="rId2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8"/>
            <p:custDataLst>
              <p:tags r:id="rId2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9"/>
            <p:custDataLst>
              <p:tags r:id="rId2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5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6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结合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748609" y="1699063"/>
            <a:ext cx="4443955" cy="46437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图文结合 这里是文字主题</a:t>
            </a:r>
            <a:r>
              <a:rPr kumimoji="1" lang="en-US" altLang="zh-CN" dirty="0"/>
              <a:t>18</a:t>
            </a:r>
            <a:r>
              <a:rPr kumimoji="1" lang="zh-CN" altLang="en-US" dirty="0"/>
              <a:t>号</a:t>
            </a:r>
            <a:endParaRPr kumimoji="1" lang="zh-CN" altLang="en-US" dirty="0"/>
          </a:p>
        </p:txBody>
      </p:sp>
      <p:sp>
        <p:nvSpPr>
          <p:cNvPr id="8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748608" y="2377444"/>
            <a:ext cx="4443955" cy="14094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900"/>
              </a:lnSpc>
              <a:buNone/>
              <a:defRPr sz="1465" b="0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这里是一段解释说明文字，这里是一段解释说明文字，这里是一段解释说明文字，这里是一段解释说明文字 </a:t>
            </a:r>
            <a:r>
              <a:rPr kumimoji="1" lang="en-US" altLang="zh-CN" dirty="0"/>
              <a:t>11</a:t>
            </a:r>
            <a:r>
              <a:rPr kumimoji="1" lang="zh-CN" altLang="en-US" dirty="0"/>
              <a:t>号</a:t>
            </a:r>
            <a:endParaRPr kumimoji="1" lang="zh-CN" altLang="en-US" dirty="0"/>
          </a:p>
        </p:txBody>
      </p:sp>
      <p:sp>
        <p:nvSpPr>
          <p:cNvPr id="10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748609" y="3796035"/>
            <a:ext cx="2800879" cy="120421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000" b="1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7999</a:t>
            </a:r>
            <a:endParaRPr kumimoji="1" lang="zh-CN" altLang="en-US" dirty="0"/>
          </a:p>
        </p:txBody>
      </p:sp>
      <p:pic>
        <p:nvPicPr>
          <p:cNvPr id="12" name="图片 11" descr="20190402-AIoT 中-RGB-彩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691" y="6372520"/>
            <a:ext cx="708076" cy="481739"/>
          </a:xfrm>
          <a:prstGeom prst="rect">
            <a:avLst/>
          </a:prstGeom>
        </p:spPr>
      </p:pic>
      <p:pic>
        <p:nvPicPr>
          <p:cNvPr id="13" name="图片 12" descr="20190402-SKYWORTH 创导未来 中-03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37" y="21481"/>
            <a:ext cx="1222627" cy="390912"/>
          </a:xfrm>
          <a:prstGeom prst="rect">
            <a:avLst/>
          </a:prstGeom>
        </p:spPr>
      </p:pic>
      <p:sp>
        <p:nvSpPr>
          <p:cNvPr id="14" name="文本占位符 10"/>
          <p:cNvSpPr>
            <a:spLocks noGrp="1"/>
          </p:cNvSpPr>
          <p:nvPr>
            <p:ph type="body" sz="quarter" idx="15" hasCustomPrompt="1"/>
          </p:nvPr>
        </p:nvSpPr>
        <p:spPr>
          <a:xfrm>
            <a:off x="3327343" y="4526392"/>
            <a:ext cx="1681020" cy="5970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900"/>
              </a:lnSpc>
              <a:buNone/>
              <a:defRPr sz="1465" b="0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元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6" Type="http://schemas.openxmlformats.org/officeDocument/2006/relationships/theme" Target="../theme/theme2.xml"/><Relationship Id="rId25" Type="http://schemas.openxmlformats.org/officeDocument/2006/relationships/tags" Target="../tags/tag220.xml"/><Relationship Id="rId24" Type="http://schemas.openxmlformats.org/officeDocument/2006/relationships/tags" Target="../tags/tag219.xml"/><Relationship Id="rId23" Type="http://schemas.openxmlformats.org/officeDocument/2006/relationships/tags" Target="../tags/tag218.xml"/><Relationship Id="rId22" Type="http://schemas.openxmlformats.org/officeDocument/2006/relationships/tags" Target="../tags/tag217.xml"/><Relationship Id="rId21" Type="http://schemas.openxmlformats.org/officeDocument/2006/relationships/tags" Target="../tags/tag216.xml"/><Relationship Id="rId20" Type="http://schemas.openxmlformats.org/officeDocument/2006/relationships/tags" Target="../tags/tag215.xml"/><Relationship Id="rId2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" Type="http://schemas.openxmlformats.org/officeDocument/2006/relationships/tags" Target="../tags/tag22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image" Target="../media/image7.png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0" Type="http://schemas.openxmlformats.org/officeDocument/2006/relationships/notesSlide" Target="../notesSlides/notesSlide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3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23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246.xml"/><Relationship Id="rId1" Type="http://schemas.openxmlformats.org/officeDocument/2006/relationships/tags" Target="../tags/tag23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1.xml"/><Relationship Id="rId16" Type="http://schemas.openxmlformats.org/officeDocument/2006/relationships/image" Target="../media/image26.pn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tags" Target="../tags/tag24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54.xml"/><Relationship Id="rId8" Type="http://schemas.openxmlformats.org/officeDocument/2006/relationships/image" Target="../media/image30.jpeg"/><Relationship Id="rId7" Type="http://schemas.openxmlformats.org/officeDocument/2006/relationships/tags" Target="../tags/tag253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2" Type="http://schemas.openxmlformats.org/officeDocument/2006/relationships/slideLayout" Target="../slideLayouts/slideLayout31.xml"/><Relationship Id="rId11" Type="http://schemas.openxmlformats.org/officeDocument/2006/relationships/image" Target="../media/image32.jpeg"/><Relationship Id="rId10" Type="http://schemas.openxmlformats.org/officeDocument/2006/relationships/image" Target="../media/image31.png"/><Relationship Id="rId1" Type="http://schemas.openxmlformats.org/officeDocument/2006/relationships/tags" Target="../tags/tag2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139190" y="2098040"/>
            <a:ext cx="9931400" cy="2680970"/>
          </a:xfrm>
        </p:spPr>
        <p:txBody>
          <a:bodyPr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kumimoji="1" lang="en-US" altLang="zh-CN" sz="4800" b="1" dirty="0">
                <a:solidFill>
                  <a:schemeClr val="tx1"/>
                </a:solidFill>
                <a:sym typeface="+mn-ea"/>
              </a:rPr>
              <a:t> </a:t>
            </a:r>
            <a:r>
              <a:rPr kumimoji="1" lang="zh-CN" altLang="en-US" sz="4800" b="1" smtClean="0">
                <a:solidFill>
                  <a:schemeClr val="tx1"/>
                </a:solidFill>
                <a:sym typeface="+mn-ea"/>
              </a:rPr>
              <a:t>海信</a:t>
            </a:r>
            <a:r>
              <a:rPr kumimoji="1" lang="en-US" altLang="zh-CN" sz="4800" b="1" smtClean="0">
                <a:solidFill>
                  <a:schemeClr val="tx1"/>
                </a:solidFill>
                <a:sym typeface="+mn-ea"/>
              </a:rPr>
              <a:t>75U7S Pro</a:t>
            </a:r>
            <a:r>
              <a:rPr kumimoji="1" lang="en-US" altLang="zh-CN" sz="4800" b="1" dirty="0">
                <a:solidFill>
                  <a:schemeClr val="tx1"/>
                </a:solidFill>
                <a:sym typeface="+mn-ea"/>
              </a:rPr>
              <a:t> </a:t>
            </a:r>
            <a:r>
              <a:rPr kumimoji="1" lang="zh-CN" altLang="en-US" sz="4800" b="1" dirty="0">
                <a:solidFill>
                  <a:schemeClr val="tx1"/>
                </a:solidFill>
                <a:sym typeface="+mn-ea"/>
              </a:rPr>
              <a:t>竞品分析</a:t>
            </a:r>
            <a:endParaRPr kumimoji="1" lang="zh-CN" altLang="en-US" sz="4800" b="1" dirty="0">
              <a:solidFill>
                <a:schemeClr val="tx1"/>
              </a:solidFill>
              <a:sym typeface="+mn-ea"/>
            </a:endParaRPr>
          </a:p>
          <a:p>
            <a:pPr lvl="0" algn="r"/>
            <a:endParaRPr kumimoji="1" lang="zh-CN" altLang="en-US" sz="48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1"/>
          <p:cNvSpPr>
            <a:spLocks noGrp="1"/>
          </p:cNvSpPr>
          <p:nvPr/>
        </p:nvSpPr>
        <p:spPr>
          <a:xfrm>
            <a:off x="3939223" y="4307840"/>
            <a:ext cx="4331335" cy="797560"/>
          </a:xfrm>
          <a:prstGeom prst="rect">
            <a:avLst/>
          </a:prstGeom>
        </p:spPr>
        <p:txBody>
          <a:bodyPr anchor="t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4000" b="0" i="0" kern="1200">
                <a:solidFill>
                  <a:srgbClr val="41B2DB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</a:pPr>
            <a:r>
              <a:rPr kumimoji="1" lang="zh-CN" sz="1800" dirty="0">
                <a:solidFill>
                  <a:schemeClr val="tx1"/>
                </a:solidFill>
                <a:sym typeface="+mn-ea"/>
              </a:rPr>
              <a:t>软件平台</a:t>
            </a:r>
            <a:r>
              <a:rPr kumimoji="1" lang="en-US" altLang="zh-CN" sz="1800" dirty="0">
                <a:solidFill>
                  <a:schemeClr val="tx1"/>
                </a:solidFill>
                <a:sym typeface="+mn-ea"/>
              </a:rPr>
              <a:t> </a:t>
            </a:r>
            <a:r>
              <a:rPr kumimoji="1" lang="zh-CN" altLang="en-US" sz="1800" dirty="0">
                <a:solidFill>
                  <a:schemeClr val="tx1"/>
                </a:solidFill>
                <a:sym typeface="+mn-ea"/>
              </a:rPr>
              <a:t>画质实验室</a:t>
            </a:r>
            <a:r>
              <a:rPr kumimoji="1" lang="en-US" altLang="zh-CN" sz="1800" dirty="0">
                <a:solidFill>
                  <a:schemeClr val="tx1"/>
                </a:solidFill>
                <a:sym typeface="+mn-ea"/>
              </a:rPr>
              <a:t>   2025.11</a:t>
            </a:r>
            <a:endParaRPr kumimoji="1" lang="en-US" altLang="zh-CN" sz="18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40890" y="378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61950" y="698500"/>
            <a:ext cx="529145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客观数据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总览</a:t>
            </a: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947420" y="1684020"/>
          <a:ext cx="10452735" cy="4819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937"/>
                <a:gridCol w="1395368"/>
                <a:gridCol w="2397125"/>
                <a:gridCol w="2338580"/>
                <a:gridCol w="1363980"/>
                <a:gridCol w="1843745"/>
              </a:tblGrid>
              <a:tr h="323215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测试内容</a:t>
                      </a:r>
                      <a:endParaRPr lang="zh-CN" altLang="en-US" sz="12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 hMerge="1">
                  <a:tcPr marL="45720" marR="45720">
                    <a:lnR w="635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2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海信</a:t>
                      </a:r>
                      <a:r>
                        <a:rPr lang="en-US" altLang="zh-CN" sz="12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75U7S </a:t>
                      </a:r>
                      <a:r>
                        <a:rPr lang="en-US" altLang="zh-CN" sz="12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</a:t>
                      </a:r>
                      <a:endParaRPr lang="en-US" altLang="zh-CN" sz="12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TCL75Q9M</a:t>
                      </a:r>
                      <a:endParaRPr lang="en-US" sz="12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结论</a:t>
                      </a:r>
                      <a:endParaRPr lang="zh-CN" altLang="en-US" sz="12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</a:tr>
              <a:tr h="262255">
                <a:tc gridSpan="2"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LD分区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45720" marR="45720"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3960</a:t>
                      </a: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控色分区</a:t>
                      </a: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1320</a:t>
                      </a: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1800RGB万象分区  (600分区)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海信分区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620">
                <a:tc gridSpan="2"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刷新率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45720" marR="45720"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330Hz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288Hz 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 gridSpan="2"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屏体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信息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45720" marR="45720"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黑曜屏</a:t>
                      </a: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Pro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华星高阶HVA屏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都是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屏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90">
                <a:tc rowSpan="5"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亮度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(TSR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计算画质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全白场亮度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809.483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595.72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955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黑场亮度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</a:rPr>
                        <a:t>0.13627</a:t>
                      </a:r>
                      <a:endParaRPr lang="en-US" altLang="zh-CN" sz="1100" b="0" i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1100" b="0" i="0">
                          <a:solidFill>
                            <a:schemeClr val="tx1"/>
                          </a:solidFill>
                        </a:rPr>
                        <a:t>0.0822</a:t>
                      </a:r>
                      <a:endParaRPr lang="en-US" altLang="zh-CN" sz="1100" b="0" i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zh-CN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关LD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Real Scene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939.463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800.73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Rtings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视频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9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稳态</a:t>
                      </a: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峰值亮度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1728.12(HDR)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1,007.90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海信宣传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4700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nit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9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瞬态峰值亮度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4100+</a:t>
                      </a: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</a:t>
                      </a: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HDR</a:t>
                      </a: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）</a:t>
                      </a:r>
                      <a:endParaRPr lang="zh-CN" altLang="en-US"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1833.44（HDR20%窗口）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620">
                <a:tc rowSpan="2"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黑体" panose="02010609060101010101" charset="-122"/>
                        </a:rPr>
                        <a:t>对比度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标准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开LD: 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12449.72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</a:t>
                      </a:r>
                      <a:r>
                        <a:rPr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关LD: </a:t>
                      </a:r>
                      <a:r>
                        <a:rPr lang="en-US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6442.84</a:t>
                      </a:r>
                      <a:endParaRPr lang="en-US"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开LD:  19066.76  </a:t>
                      </a:r>
                      <a:r>
                        <a:rPr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关LD: 7471.36</a:t>
                      </a:r>
                      <a:endParaRPr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原生对比度都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在</a:t>
                      </a:r>
                      <a:r>
                        <a:rPr lang="en-US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SJ/T 11746-2019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基础上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开关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LD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鲜艳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/TSR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计算画质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开LD: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11844.08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关LD: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6113.43</a:t>
                      </a:r>
                      <a:endParaRPr lang="en-US" sz="10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开LD: 16093.58   关LD: 6352.91</a:t>
                      </a:r>
                      <a:endParaRPr sz="10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 rowSpan="2"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色域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BT-2020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覆盖率（1976）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92.2%</a:t>
                      </a:r>
                      <a:endParaRPr 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90.7%</a:t>
                      </a:r>
                      <a:endParaRPr 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宣传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100%BT.2020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原生高色域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p>
                      <a:pPr indent="0" algn="l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9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面积比（1976）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98.7%</a:t>
                      </a:r>
                      <a:endParaRPr lang="en-US" sz="1000" b="1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98.9%</a:t>
                      </a:r>
                      <a:endParaRPr lang="en-US" sz="1000" b="1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 rowSpan="2"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色域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DCI-P3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覆盖率（1976）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99.9%</a:t>
                      </a:r>
                      <a:endParaRPr lang="en-US" alt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97.1%</a:t>
                      </a:r>
                      <a:endParaRPr lang="en-US" alt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面积比（1976）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135.4%</a:t>
                      </a:r>
                      <a:endParaRPr lang="en-US" alt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135.8%</a:t>
                      </a:r>
                      <a:endParaRPr lang="en-US" alt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90">
                <a:tc rowSpan="3"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色温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标准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10942</a:t>
                      </a:r>
                      <a:endParaRPr lang="en-US" alt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89217" marR="89217" marT="51117" marB="51117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11447</a:t>
                      </a:r>
                      <a:endParaRPr lang="en-US" alt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89217" marR="89217" marT="51117" marB="51117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整体色温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都偏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冷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80%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灰阶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鲜艳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/TSR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计算画质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17683</a:t>
                      </a:r>
                      <a:endParaRPr lang="en-US" alt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89217" marR="89217" marT="51117" marB="51117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14962</a:t>
                      </a:r>
                      <a:endParaRPr lang="en-US" alt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89217" marR="89217" marT="51117" marB="51117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9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88900" indent="0" algn="l" fontAlgn="t"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Filmmaker Mode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t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7533</a:t>
                      </a:r>
                      <a:endParaRPr lang="en-US" alt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89217" marR="89217" marT="51117" marB="51117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7357</a:t>
                      </a:r>
                      <a:endParaRPr lang="en-US" alt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89217" marR="89217" marT="51117" marB="51117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45720" marR="4572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45720" marR="4572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861695" y="1216025"/>
            <a:ext cx="9384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客观数据来看，海信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75U7SPro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整体在亮度、色域、对比度表现相对出色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但瞬态峰值亮度有虚假宣传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大部分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时间只能测到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3800nit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左右。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4307205" y="1513205"/>
            <a:ext cx="7425690" cy="2290445"/>
          </a:xfrm>
          <a:prstGeom prst="roundRect">
            <a:avLst>
              <a:gd name="adj" fmla="val 222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608965" y="1475740"/>
          <a:ext cx="325501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335"/>
                <a:gridCol w="381635"/>
                <a:gridCol w="655955"/>
                <a:gridCol w="514985"/>
                <a:gridCol w="615950"/>
                <a:gridCol w="438150"/>
              </a:tblGrid>
              <a:tr h="228600">
                <a:tc rowSpan="2"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测试内容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cPr marL="45720" marR="4572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SDR</a:t>
                      </a:r>
                      <a:endParaRPr lang="en-US" sz="9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45720" marR="4572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HDR</a:t>
                      </a:r>
                      <a:endParaRPr lang="en-US" sz="9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45720" marR="45720"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45720" marR="4572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28600">
                <a:tc vMerge="1" gridSpan="2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 hMerge="1">
                  <a:tcPr marL="45720" marR="45720"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亮度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功率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亮度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功率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rowSpan="21"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9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Window（H）size</a:t>
                      </a:r>
                      <a:endParaRPr lang="zh-CN" altLang="en-US" sz="9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757.98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295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874.67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294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775.3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291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883.31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290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792.59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900.21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812.22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925.32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849.34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967.35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895.38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1,009.31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948.81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1,068.32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1,011.55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1,137.04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1,073.85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1,210.83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1,157.45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1,305.12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1,284.72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1,436.82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1,381.08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1,542.66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1,544.31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1,728.12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909.28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922.12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913.00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948.43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938.00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</a:t>
                      </a:r>
                      <a:endParaRPr lang="en-US" altLang="en-US" sz="8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1,020.00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1,072.00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1,141.00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1,185.00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1,199.00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1,165.00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1,120.70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1,123.00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 vMerge="1">
                  <a:tcPr marL="45720" marR="4572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27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2,328.00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38100" indent="0" algn="l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73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384810" y="675640"/>
            <a:ext cx="1101153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客观数据细节项对比</a:t>
            </a:r>
            <a:r>
              <a:rPr 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亮度功率对比及瞬态峰值亮度设计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</a:t>
            </a:r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图表 11"/>
          <p:cNvGraphicFramePr/>
          <p:nvPr/>
        </p:nvGraphicFramePr>
        <p:xfrm>
          <a:off x="4387215" y="1587500"/>
          <a:ext cx="7265670" cy="2216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8454390" y="1985010"/>
            <a:ext cx="65087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1728.12</a:t>
            </a:r>
            <a:endParaRPr lang="en-US" altLang="zh-CN" sz="9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66760" y="2487930"/>
            <a:ext cx="6457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</a:rPr>
              <a:t>1544.31</a:t>
            </a:r>
            <a:endParaRPr lang="en-US" altLang="zh-CN" sz="9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66725" y="1083310"/>
            <a:ext cx="10103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测试状态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SDR/HDR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鲜艳模式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区域背光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高、峰值亮度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12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79335" y="4102735"/>
            <a:ext cx="14909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</a:rPr>
              <a:t>瞬态峰值亮度设计逻辑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7908290" y="4479925"/>
          <a:ext cx="3799205" cy="1783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4215"/>
                <a:gridCol w="762000"/>
                <a:gridCol w="798195"/>
                <a:gridCol w="768350"/>
                <a:gridCol w="766445"/>
              </a:tblGrid>
              <a:tr h="3238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窗口</a:t>
                      </a:r>
                      <a:r>
                        <a:rPr lang="en-US" altLang="zh-CN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(10%)</a:t>
                      </a:r>
                      <a:endParaRPr lang="en-US" altLang="zh-CN" sz="9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第一阶段</a:t>
                      </a:r>
                      <a:endParaRPr lang="zh-CN" altLang="en-US" sz="9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第二阶段</a:t>
                      </a:r>
                      <a:endParaRPr lang="zh-CN" altLang="en-US" sz="9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第三阶段</a:t>
                      </a:r>
                      <a:endParaRPr lang="zh-CN" altLang="en-US" sz="9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第四</a:t>
                      </a: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阶段</a:t>
                      </a:r>
                      <a:endParaRPr lang="zh-CN" altLang="en-US" sz="9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B>
                  </a:tcPr>
                </a:tc>
              </a:tr>
              <a:tr h="2971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数值</a:t>
                      </a:r>
                      <a:endParaRPr lang="zh-CN" altLang="en-US" sz="9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3355</a:t>
                      </a:r>
                      <a:r>
                        <a:rPr lang="zh-CN" altLang="en-US" sz="8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</a:t>
                      </a:r>
                      <a:r>
                        <a:rPr lang="en-US" altLang="zh-CN" sz="8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3127</a:t>
                      </a:r>
                      <a:endParaRPr lang="en-US" altLang="zh-CN" sz="8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2160</a:t>
                      </a:r>
                      <a:r>
                        <a:rPr lang="zh-CN" altLang="en-US" sz="8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</a:t>
                      </a:r>
                      <a:r>
                        <a:rPr lang="en-US" altLang="zh-CN" sz="8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2119</a:t>
                      </a:r>
                      <a:endParaRPr lang="en-US" altLang="zh-CN" sz="8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1205</a:t>
                      </a:r>
                      <a:r>
                        <a:rPr lang="zh-CN" altLang="en-US" sz="8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</a:t>
                      </a:r>
                      <a:r>
                        <a:rPr lang="en-US" altLang="zh-CN" sz="8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1234</a:t>
                      </a:r>
                      <a:endParaRPr lang="en-US" altLang="zh-CN" sz="8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1075</a:t>
                      </a:r>
                      <a:endParaRPr lang="en-US" altLang="zh-CN" sz="8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B>
                  </a:tcPr>
                </a:tc>
              </a:tr>
              <a:tr h="28765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持续时长</a:t>
                      </a:r>
                      <a:endParaRPr lang="zh-CN" altLang="en-US" sz="9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170s</a:t>
                      </a:r>
                      <a:endParaRPr lang="en-US" altLang="zh-CN" sz="9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175s</a:t>
                      </a:r>
                      <a:endParaRPr lang="zh-CN" altLang="en-US" sz="9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348s</a:t>
                      </a:r>
                      <a:endParaRPr lang="zh-CN" altLang="en-US" sz="9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进入稳态</a:t>
                      </a:r>
                      <a:endParaRPr lang="zh-CN" altLang="en-US" sz="9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  <a:tr h="874395">
                <a:tc gridSpan="5"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9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结论</a:t>
                      </a:r>
                      <a:r>
                        <a:rPr lang="en-US" altLang="zh-CN" sz="9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: </a:t>
                      </a: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瞬态峰值亮度设计逻辑和今年</a:t>
                      </a:r>
                      <a:r>
                        <a:rPr lang="en-US" altLang="zh-CN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E8Q</a:t>
                      </a: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系列不同</a:t>
                      </a:r>
                      <a:r>
                        <a:rPr lang="en-US" altLang="zh-CN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,</a:t>
                      </a:r>
                      <a:r>
                        <a:rPr lang="en-US" sz="9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75U7SPro</a:t>
                      </a:r>
                      <a:r>
                        <a:rPr lang="zh-CN" altLang="en-US" sz="9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瞬态持续时长变短</a:t>
                      </a:r>
                      <a:r>
                        <a:rPr lang="en-US" altLang="zh-CN" sz="9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,</a:t>
                      </a:r>
                      <a:r>
                        <a:rPr lang="zh-CN" altLang="en-US" sz="9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且呈</a:t>
                      </a:r>
                      <a:r>
                        <a:rPr lang="en-US" altLang="zh-CN" sz="9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r>
                        <a:rPr lang="zh-CN" altLang="en-US" sz="9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阶梯</a:t>
                      </a:r>
                      <a:r>
                        <a:rPr lang="en-US" altLang="zh-CN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(Q8E:</a:t>
                      </a: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瞬态持续时长在</a:t>
                      </a:r>
                      <a:r>
                        <a:rPr lang="en-US" altLang="zh-CN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分钟左右</a:t>
                      </a:r>
                      <a:r>
                        <a:rPr lang="en-US" altLang="zh-CN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,</a:t>
                      </a: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呈三阶梯下降趋势</a:t>
                      </a:r>
                      <a:r>
                        <a:rPr lang="en-US" altLang="zh-CN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),</a:t>
                      </a: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海信根据不同产品硬件</a:t>
                      </a:r>
                      <a:r>
                        <a:rPr lang="zh-CN" altLang="en-US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性能做了不同设计方案</a:t>
                      </a:r>
                      <a:r>
                        <a:rPr lang="en-US" altLang="zh-CN" sz="9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.</a:t>
                      </a:r>
                      <a:endParaRPr lang="en-US" altLang="zh-CN" sz="9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 hMerge="1">
                  <a:tcPr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 hMerge="1">
                  <a:tcPr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 hMerge="1">
                  <a:tcPr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  <a:tc hMerge="1">
                  <a:tcPr>
                    <a:lnL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L>
                    <a:lnR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11051540" y="1635760"/>
            <a:ext cx="48641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2328</a:t>
            </a:r>
            <a:endParaRPr lang="en-US" altLang="zh-CN" sz="9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截屏2025-11-06 09.38.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7525" y="4451350"/>
            <a:ext cx="3511550" cy="1833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61950" y="698500"/>
            <a:ext cx="888936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客观数据</a:t>
            </a:r>
            <a:r>
              <a:rPr 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RGB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色域</a:t>
            </a:r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741045" y="1206500"/>
            <a:ext cx="6419215" cy="1992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75U7SP</a:t>
            </a:r>
            <a:r>
              <a:rPr lang="zh-CN" altLang="en-US" sz="1200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红色波长</a:t>
            </a:r>
            <a:r>
              <a:rPr lang="en-US" altLang="zh-CN" sz="1200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:632nm, </a:t>
            </a:r>
            <a:r>
              <a:rPr lang="zh-CN" altLang="en-US" sz="1200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绿色波长</a:t>
            </a:r>
            <a:r>
              <a:rPr lang="en-US" altLang="zh-CN" sz="1200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:528nm, </a:t>
            </a:r>
            <a:r>
              <a:rPr lang="zh-CN" altLang="en-US" sz="1200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蓝色波长</a:t>
            </a:r>
            <a:r>
              <a:rPr lang="en-US" altLang="zh-CN" sz="1200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:456nm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其构成的色域极其宽广,在主观表现上能呈现极其鲜艳、饱和、通透的色彩。</a:t>
            </a:r>
            <a:endParaRPr lang="en-US" altLang="zh-CN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​红色（632nm）​​： 位于色度图右下角红色区域的边界上，是一个非常纯净的深红色。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​绿色（528nm）​​： 位于色度图顶端绿色区域的边界上，是一个非常鲜艳的翠绿色。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​蓝色（456nm）​​： 位于色度图左侧蓝色区域的边界上，是一个略带紫色的深蓝色。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色域显著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大于DCI-P3，sRGB尤其是在绿色和红色区域。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868045" y="3362325"/>
          <a:ext cx="6513830" cy="1330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980"/>
                <a:gridCol w="767080"/>
                <a:gridCol w="787400"/>
                <a:gridCol w="930910"/>
                <a:gridCol w="930910"/>
                <a:gridCol w="929640"/>
                <a:gridCol w="930910"/>
              </a:tblGrid>
              <a:tr h="271145">
                <a:tc gridSpan="3">
                  <a:txBody>
                    <a:bodyPr/>
                    <a:p>
                      <a:pPr marL="38100" indent="0" algn="ctr" fontAlgn="ctr"/>
                      <a:endParaRPr sz="8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vs sRGB</a:t>
                      </a:r>
                      <a:endParaRPr lang="en-US" altLang="zh-CN" sz="8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vs NTSC</a:t>
                      </a:r>
                      <a:endParaRPr lang="en-US" altLang="zh-CN" sz="8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vs BT2020</a:t>
                      </a:r>
                      <a:endParaRPr lang="en-US" altLang="zh-CN" sz="8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vs DCI-P3</a:t>
                      </a:r>
                      <a:endParaRPr lang="en-US" altLang="zh-CN" sz="8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</a:tr>
              <a:tr h="264795">
                <a:tc rowSpan="4">
                  <a:txBody>
                    <a:bodyPr/>
                    <a:p>
                      <a:pPr marL="38100" indent="0"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海信 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75U7S Pro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 rowSpan="2"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CIE1931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覆盖率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99.60%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89.90%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99.90%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</a:tr>
              <a:tr h="26479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面积比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172.00%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122.00%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91.30%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127.30%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</a:tr>
              <a:tr h="264795">
                <a:tc vMerge="1">
                  <a:tcPr/>
                </a:tc>
                <a:tc rowSpan="2"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CIE1976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覆盖率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98.80%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92.20%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99.90%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</a:tr>
              <a:tr h="26479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面积比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170.00%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148.20%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98.70%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135.40%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4"/>
            </p:custDataLst>
          </p:nvPr>
        </p:nvGraphicFramePr>
        <p:xfrm>
          <a:off x="839470" y="4848860"/>
          <a:ext cx="6513830" cy="1330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980"/>
                <a:gridCol w="767080"/>
                <a:gridCol w="787400"/>
                <a:gridCol w="930910"/>
                <a:gridCol w="930910"/>
                <a:gridCol w="929640"/>
                <a:gridCol w="930910"/>
              </a:tblGrid>
              <a:tr h="271145">
                <a:tc gridSpan="3">
                  <a:txBody>
                    <a:bodyPr/>
                    <a:p>
                      <a:pPr marL="38100" indent="0" algn="ctr" fontAlgn="ctr"/>
                      <a:endParaRPr sz="8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vs sRGB</a:t>
                      </a:r>
                      <a:endParaRPr lang="en-US" altLang="zh-CN" sz="8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vs NTSC</a:t>
                      </a:r>
                      <a:endParaRPr lang="en-US" altLang="zh-CN" sz="8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vs BT2020</a:t>
                      </a:r>
                      <a:endParaRPr lang="en-US" altLang="zh-CN" sz="8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1" i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vs DCI-P3</a:t>
                      </a:r>
                      <a:endParaRPr lang="en-US" altLang="zh-CN" sz="800" b="1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</a:tr>
              <a:tr h="264795">
                <a:tc rowSpan="4">
                  <a:txBody>
                    <a:bodyPr/>
                    <a:p>
                      <a:pPr marL="38100" indent="0"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创维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75A8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HP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 rowSpan="2"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CIE1931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覆盖率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99.9%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96.3%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85%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99.6%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</a:tr>
              <a:tr h="26479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面积比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165.5%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117.2%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87.5%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122%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</a:tr>
              <a:tr h="264795">
                <a:tc vMerge="1">
                  <a:tcPr/>
                </a:tc>
                <a:tc rowSpan="2"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CIE1976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覆盖率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99.5%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94.4%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87.6%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99.1%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</a:tr>
              <a:tr h="26479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面积比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171%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149.1%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99.3%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136.2%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/>
                </a:tc>
              </a:tr>
            </a:tbl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8614728" y="669290"/>
            <a:ext cx="2562860" cy="2872105"/>
            <a:chOff x="10783" y="3000"/>
            <a:chExt cx="6159" cy="6902"/>
          </a:xfrm>
        </p:grpSpPr>
        <p:sp>
          <p:nvSpPr>
            <p:cNvPr id="19" name="矩形 18"/>
            <p:cNvSpPr/>
            <p:nvPr/>
          </p:nvSpPr>
          <p:spPr>
            <a:xfrm>
              <a:off x="10783" y="3000"/>
              <a:ext cx="6159" cy="6902"/>
            </a:xfrm>
            <a:prstGeom prst="rect">
              <a:avLst/>
            </a:prstGeom>
            <a:noFill/>
            <a:ln w="9525" cap="flat" cmpd="sng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0" name="图片 19" descr="屏幕截图 2025-10-29 105431"/>
            <p:cNvPicPr>
              <a:picLocks noChangeAspect="1"/>
            </p:cNvPicPr>
            <p:nvPr/>
          </p:nvPicPr>
          <p:blipFill>
            <a:blip r:embed="rId5"/>
            <a:srcRect l="859" b="1165"/>
            <a:stretch>
              <a:fillRect/>
            </a:stretch>
          </p:blipFill>
          <p:spPr>
            <a:xfrm>
              <a:off x="10952" y="3070"/>
              <a:ext cx="5988" cy="6677"/>
            </a:xfrm>
            <a:prstGeom prst="rect">
              <a:avLst/>
            </a:prstGeom>
          </p:spPr>
        </p:pic>
      </p:grpSp>
      <p:pic>
        <p:nvPicPr>
          <p:cNvPr id="9" name="图片 8" descr="ScreenShot_2025-12-25_095515_9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5045" y="3651885"/>
            <a:ext cx="2602230" cy="29140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217275" y="989013"/>
            <a:ext cx="551815" cy="22326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p>
            <a:pPr algn="l"/>
            <a:r>
              <a:rPr lang="zh-CN" altLang="en-US" sz="1200">
                <a:sym typeface="+mn-ea"/>
              </a:rPr>
              <a:t>海信</a:t>
            </a:r>
            <a:r>
              <a:rPr lang="en-US" altLang="zh-CN" sz="1200">
                <a:sym typeface="+mn-ea"/>
              </a:rPr>
              <a:t>75U7S CIE 1931 xy 色度图</a:t>
            </a:r>
            <a:endParaRPr lang="en-US" altLang="zh-CN" sz="1200"/>
          </a:p>
          <a:p>
            <a:endParaRPr lang="zh-CN" altLang="en-US" sz="1200"/>
          </a:p>
        </p:txBody>
      </p:sp>
      <p:sp>
        <p:nvSpPr>
          <p:cNvPr id="13" name="文本框 12"/>
          <p:cNvSpPr txBox="1"/>
          <p:nvPr/>
        </p:nvSpPr>
        <p:spPr>
          <a:xfrm>
            <a:off x="11217275" y="4127183"/>
            <a:ext cx="551815" cy="233108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p>
            <a:pPr algn="l"/>
            <a:r>
              <a:rPr lang="zh-CN" altLang="en-US" sz="1200">
                <a:sym typeface="+mn-ea"/>
              </a:rPr>
              <a:t>创维</a:t>
            </a:r>
            <a:r>
              <a:rPr lang="en-US" altLang="zh-CN" sz="1200">
                <a:sym typeface="+mn-ea"/>
              </a:rPr>
              <a:t>75A8H</a:t>
            </a:r>
            <a:r>
              <a:rPr lang="en-US" altLang="zh-CN" sz="1200">
                <a:sym typeface="+mn-ea"/>
              </a:rPr>
              <a:t>P CIE 1931 xy 色度图</a:t>
            </a:r>
            <a:endParaRPr lang="en-US" altLang="zh-CN" sz="1200"/>
          </a:p>
          <a:p>
            <a:endParaRPr lang="zh-CN" alt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61950" y="698500"/>
            <a:ext cx="888936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客观数据</a:t>
            </a:r>
            <a:r>
              <a:rPr 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色准</a:t>
            </a:r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 descr="FILMMAKER MO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725" y="1868805"/>
            <a:ext cx="4092575" cy="2302510"/>
          </a:xfrm>
          <a:prstGeom prst="rect">
            <a:avLst/>
          </a:prstGeom>
        </p:spPr>
      </p:pic>
      <p:pic>
        <p:nvPicPr>
          <p:cNvPr id="9" name="图片 8" descr="影院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80" y="1868805"/>
            <a:ext cx="4092575" cy="2302510"/>
          </a:xfrm>
          <a:prstGeom prst="rect">
            <a:avLst/>
          </a:prstGeom>
        </p:spPr>
      </p:pic>
      <p:pic>
        <p:nvPicPr>
          <p:cNvPr id="10" name="图片 9" descr="影院校准白点后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605" y="4313555"/>
            <a:ext cx="4092575" cy="2302510"/>
          </a:xfrm>
          <a:prstGeom prst="rect">
            <a:avLst/>
          </a:prstGeom>
        </p:spPr>
      </p:pic>
      <p:pic>
        <p:nvPicPr>
          <p:cNvPr id="11" name="图片 10" descr="FILMMAKER MOD 白点校准后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250" y="4300220"/>
            <a:ext cx="4092575" cy="230251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741045" y="1150620"/>
            <a:ext cx="10258425" cy="619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75U7SPro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影院模式下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ΔE2000=6.68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FILMMAKER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模式下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ΔE2000=6.51,</a:t>
            </a:r>
            <a:r>
              <a:rPr 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手动校准白点后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影院模式下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ΔE2000=2.84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FILMMAKER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模式下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ΔE2000=2.19</a:t>
            </a:r>
            <a:r>
              <a:rPr 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1355" y="2720340"/>
            <a:ext cx="336550" cy="599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p>
            <a:r>
              <a:rPr lang="zh-CN" altLang="en-US" sz="1000"/>
              <a:t>影院模式</a:t>
            </a:r>
            <a:endParaRPr lang="zh-CN" altLang="en-US" sz="1000"/>
          </a:p>
        </p:txBody>
      </p:sp>
      <p:sp>
        <p:nvSpPr>
          <p:cNvPr id="15" name="文本框 14"/>
          <p:cNvSpPr txBox="1"/>
          <p:nvPr/>
        </p:nvSpPr>
        <p:spPr>
          <a:xfrm>
            <a:off x="681355" y="4834255"/>
            <a:ext cx="336550" cy="1234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p>
            <a:r>
              <a:rPr lang="zh-CN" altLang="en-US" sz="1000"/>
              <a:t>影院手动校准白点后</a:t>
            </a:r>
            <a:endParaRPr lang="zh-CN" altLang="en-US" sz="1000"/>
          </a:p>
        </p:txBody>
      </p:sp>
      <p:sp>
        <p:nvSpPr>
          <p:cNvPr id="16" name="文本框 15"/>
          <p:cNvSpPr txBox="1"/>
          <p:nvPr/>
        </p:nvSpPr>
        <p:spPr>
          <a:xfrm>
            <a:off x="6173470" y="2477135"/>
            <a:ext cx="336550" cy="108585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p>
            <a:r>
              <a:rPr lang="en-US" altLang="zh-CN" sz="1000"/>
              <a:t>FILMMAKER</a:t>
            </a:r>
            <a:r>
              <a:rPr lang="zh-CN" altLang="en-US" sz="1000"/>
              <a:t>模式</a:t>
            </a:r>
            <a:endParaRPr lang="zh-CN" altLang="en-US" sz="1000"/>
          </a:p>
        </p:txBody>
      </p:sp>
      <p:sp>
        <p:nvSpPr>
          <p:cNvPr id="17" name="文本框 16"/>
          <p:cNvSpPr txBox="1"/>
          <p:nvPr/>
        </p:nvSpPr>
        <p:spPr>
          <a:xfrm>
            <a:off x="6173470" y="4591050"/>
            <a:ext cx="336550" cy="172085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p>
            <a:pPr algn="l"/>
            <a:r>
              <a:rPr lang="en-US" altLang="zh-CN" sz="1000">
                <a:sym typeface="+mn-ea"/>
              </a:rPr>
              <a:t>FILMMAKER</a:t>
            </a:r>
            <a:r>
              <a:rPr lang="zh-CN" altLang="en-US" sz="1000"/>
              <a:t>手动校准白点后</a:t>
            </a:r>
            <a:endParaRPr lang="zh-CN" alt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61950" y="698500"/>
            <a:ext cx="1102804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客观数据</a:t>
            </a:r>
            <a:r>
              <a:rPr 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色偏问题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--SDR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标准模式下各窗口不同颜色测试数据</a:t>
            </a:r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09270" y="1162685"/>
            <a:ext cx="109613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测试数据上看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U7SPro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各颜色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100%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窗口和小窗口下看色坐标基本一致，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白、蓝上无色偏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,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在红、绿、辅色上有色偏现象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且</a:t>
            </a:r>
            <a:r>
              <a:rPr lang="zh-CN" altLang="en-US" sz="1200" u="sng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大部分色偏现象出现在较大窗口下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(40%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50%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60%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70%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80%)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1200" u="sng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但色偏差值都较小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3" name="表格 32"/>
          <p:cNvGraphicFramePr/>
          <p:nvPr>
            <p:custDataLst>
              <p:tags r:id="rId4"/>
            </p:custDataLst>
          </p:nvPr>
        </p:nvGraphicFramePr>
        <p:xfrm>
          <a:off x="535940" y="2002790"/>
          <a:ext cx="1467485" cy="420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940"/>
                <a:gridCol w="528320"/>
                <a:gridCol w="530225"/>
              </a:tblGrid>
              <a:tr h="26289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白</a:t>
                      </a:r>
                      <a:endParaRPr lang="zh-CN" altLang="en-US" sz="1000"/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 hMerge="1">
                  <a:tcPr marL="45720" marR="45720" anchor="ctr" anchorCtr="0"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 hMerge="1">
                  <a:tcPr marL="45720" marR="45720" anchor="ctr" anchorCtr="0"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窗口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x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0.27482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0.27635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90%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0.2777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0.27866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0.27952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0.27929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0.27951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0.27963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60%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0.2813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0.28085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0.28105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0.28212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0.2818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0.28227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30%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0.2771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0.28089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0.27889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0.28242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0.28067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0.28368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0.2807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0.28385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0.27972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0.28339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0.27959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0.28332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>
                        <a:buNone/>
                      </a:pPr>
                      <a:r>
                        <a:rPr lang="zh-CN" altLang="en-US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差值</a:t>
                      </a:r>
                      <a:endParaRPr lang="zh-CN" altLang="en-US" sz="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>
                        <a:buNone/>
                      </a:pPr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0.00698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l">
                        <a:buNone/>
                      </a:pPr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0.00697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>
            <p:custDataLst>
              <p:tags r:id="rId5"/>
            </p:custDataLst>
          </p:nvPr>
        </p:nvGraphicFramePr>
        <p:xfrm>
          <a:off x="2136775" y="2002790"/>
          <a:ext cx="1467485" cy="420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940"/>
                <a:gridCol w="528320"/>
                <a:gridCol w="530225"/>
              </a:tblGrid>
              <a:tr h="26289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红</a:t>
                      </a:r>
                      <a:endParaRPr lang="zh-CN" altLang="en-US" sz="1000"/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rgbClr val="F41100"/>
                    </a:solidFill>
                  </a:tcPr>
                </a:tc>
                <a:tc hMerge="1">
                  <a:tcPr marL="45720" marR="45720" anchor="ctr" anchorCtr="0"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 hMerge="1">
                  <a:tcPr marL="45720" marR="45720" anchor="ctr" anchorCtr="0"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窗口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x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0.69766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0.3023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90%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0.67976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0.3112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0.66665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0.31775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0.66508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0.31851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60%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0.67162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0.31527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0.67823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0.31201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0.682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0.31009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30%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0.68569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0.30817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0.69011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0.30594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0.69771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0.30209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0.69748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0.30216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0.69638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0.30257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0.69636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0.30266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>
                        <a:buNone/>
                      </a:pPr>
                      <a:r>
                        <a:rPr lang="zh-CN" altLang="en-US" sz="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差值</a:t>
                      </a:r>
                      <a:endPara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>
                        <a:buNone/>
                      </a:pPr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0.03258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>
                        <a:buNone/>
                      </a:pPr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0.01621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>
            <p:custDataLst>
              <p:tags r:id="rId6"/>
            </p:custDataLst>
          </p:nvPr>
        </p:nvGraphicFramePr>
        <p:xfrm>
          <a:off x="3737610" y="2002790"/>
          <a:ext cx="1467485" cy="420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940"/>
                <a:gridCol w="528320"/>
                <a:gridCol w="530225"/>
              </a:tblGrid>
              <a:tr h="26289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绿</a:t>
                      </a:r>
                      <a:endParaRPr lang="zh-CN" altLang="en-US" sz="1000"/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tc hMerge="1">
                  <a:tcPr marL="45720" marR="45720" anchor="ctr" anchorCtr="0"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 hMerge="1">
                  <a:tcPr marL="45720" marR="45720" anchor="ctr" anchorCtr="0"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窗口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x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0.19628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0.75287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90%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0.23132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0.69803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0.25499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0.66152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0.25768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0.65646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60%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0.24656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0.67309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0.23281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0.69275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0.22509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0.70353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30%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0.21332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0.71803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0.2014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0.73169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0.18231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0.75423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0.18595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0.74861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0.19833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0.73002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0.1975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0.73106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>
                        <a:buNone/>
                      </a:pPr>
                      <a:r>
                        <a:rPr lang="zh-CN" altLang="en-US" sz="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差值</a:t>
                      </a:r>
                      <a:endPara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>
                        <a:buNone/>
                      </a:pPr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0.0614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>
                        <a:buNone/>
                      </a:pPr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0.09641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/>
          <p:nvPr>
            <p:custDataLst>
              <p:tags r:id="rId7"/>
            </p:custDataLst>
          </p:nvPr>
        </p:nvGraphicFramePr>
        <p:xfrm>
          <a:off x="5338445" y="2002790"/>
          <a:ext cx="1467485" cy="420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940"/>
                <a:gridCol w="528320"/>
                <a:gridCol w="530225"/>
              </a:tblGrid>
              <a:tr h="26289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蓝</a:t>
                      </a:r>
                      <a:endParaRPr lang="zh-CN" altLang="en-US" sz="1000"/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rgbClr val="0070C0"/>
                    </a:solidFill>
                  </a:tcPr>
                </a:tc>
                <a:tc hMerge="1">
                  <a:tcPr marL="45720" marR="45720" anchor="ctr" anchorCtr="0"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 hMerge="1">
                  <a:tcPr marL="45720" marR="45720" anchor="ctr" anchorCtr="0"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窗口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x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0.14388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0.0325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90%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0.14389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0.03248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0.14391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0.03245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0.14399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0.03234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60%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0.14412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0.03221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0.14419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0.03213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0.14419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0.03213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30%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0.14443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0.03186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0.14461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0.03169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0.1446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0.03168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0.14508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0.03126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0.14508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0.03146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0.14505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0.0315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差值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>
                        <a:buNone/>
                      </a:pPr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0.0012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>
                        <a:buNone/>
                      </a:pPr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0.00124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>
            <p:custDataLst>
              <p:tags r:id="rId8"/>
            </p:custDataLst>
          </p:nvPr>
        </p:nvGraphicFramePr>
        <p:xfrm>
          <a:off x="6939280" y="2002790"/>
          <a:ext cx="1467485" cy="420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940"/>
                <a:gridCol w="528320"/>
                <a:gridCol w="530225"/>
              </a:tblGrid>
              <a:tr h="26289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品红</a:t>
                      </a:r>
                      <a:r>
                        <a:rPr lang="en-US" altLang="zh-CN" sz="1000"/>
                        <a:t>(</a:t>
                      </a:r>
                      <a:r>
                        <a:rPr lang="zh-CN" altLang="en-US" sz="1000"/>
                        <a:t>红</a:t>
                      </a:r>
                      <a:r>
                        <a:rPr lang="en-US" altLang="zh-CN" sz="1000"/>
                        <a:t>+</a:t>
                      </a:r>
                      <a:r>
                        <a:rPr lang="zh-CN" altLang="en-US" sz="1000"/>
                        <a:t>蓝</a:t>
                      </a:r>
                      <a:r>
                        <a:rPr lang="en-US" altLang="zh-CN" sz="1000"/>
                        <a:t>)</a:t>
                      </a:r>
                      <a:endParaRPr lang="en-US" altLang="zh-CN" sz="1000"/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rgbClr val="FF4FFA"/>
                    </a:solidFill>
                  </a:tcPr>
                </a:tc>
                <a:tc hMerge="1">
                  <a:tcPr marL="45720" marR="45720" anchor="ctr" anchorCtr="0"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 hMerge="1">
                  <a:tcPr marL="45720" marR="45720" anchor="ctr" anchorCtr="0"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窗口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x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0.2882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0.10356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90%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0.28653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0.12154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0.28527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0.13523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0.28537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0.13768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60%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0.29008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0.13314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0.29172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0.12696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0.29391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0.12399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30%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0.2903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0.11745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0.29532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0.11522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0.29885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0.10771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0.29933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0.10816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0.29774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0.10938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0.29752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0.10924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>
                        <a:buNone/>
                      </a:pPr>
                      <a:r>
                        <a:rPr lang="zh-CN" altLang="en-US" sz="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差值</a:t>
                      </a:r>
                      <a:endParaRPr lang="zh-CN" altLang="en-US" sz="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>
                        <a:buNone/>
                      </a:pPr>
                      <a:r>
                        <a:rPr lang="en-US" altLang="zh-CN" sz="800" b="1" i="0">
                          <a:solidFill>
                            <a:srgbClr val="000000"/>
                          </a:solidFill>
                        </a:rPr>
                        <a:t>0.01113</a:t>
                      </a:r>
                      <a:endParaRPr lang="en-US" altLang="zh-CN" sz="800" b="1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>
                        <a:buNone/>
                      </a:pPr>
                      <a:r>
                        <a:rPr lang="en-US" altLang="zh-CN" sz="800" b="1" i="0">
                          <a:solidFill>
                            <a:srgbClr val="000000"/>
                          </a:solidFill>
                        </a:rPr>
                        <a:t>0.03412</a:t>
                      </a:r>
                      <a:endParaRPr lang="en-US" altLang="zh-CN" sz="800" b="1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>
            <p:custDataLst>
              <p:tags r:id="rId9"/>
            </p:custDataLst>
          </p:nvPr>
        </p:nvGraphicFramePr>
        <p:xfrm>
          <a:off x="8540115" y="2002790"/>
          <a:ext cx="1467485" cy="420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940"/>
                <a:gridCol w="528320"/>
                <a:gridCol w="530225"/>
              </a:tblGrid>
              <a:tr h="26289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黄</a:t>
                      </a:r>
                      <a:r>
                        <a:rPr lang="en-US" altLang="zh-CN" sz="1000"/>
                        <a:t>(</a:t>
                      </a:r>
                      <a:r>
                        <a:rPr lang="zh-CN" altLang="en-US" sz="1000"/>
                        <a:t>红</a:t>
                      </a:r>
                      <a:r>
                        <a:rPr lang="en-US" altLang="zh-CN" sz="1000"/>
                        <a:t>+</a:t>
                      </a:r>
                      <a:r>
                        <a:rPr lang="zh-CN" altLang="en-US" sz="1000"/>
                        <a:t>绿</a:t>
                      </a:r>
                      <a:r>
                        <a:rPr lang="en-US" altLang="zh-CN" sz="1000"/>
                        <a:t>)</a:t>
                      </a:r>
                      <a:endParaRPr lang="en-US" altLang="zh-CN" sz="1000"/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hMerge="1">
                  <a:tcPr marL="45720" marR="45720" anchor="ctr" anchorCtr="0"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 hMerge="1">
                  <a:tcPr marL="45720" marR="45720" anchor="ctr" anchorCtr="0"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窗口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x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0.44423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0.53017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90%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0.43972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0.51974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0.43605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0.51224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0.43615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0.51017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60%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0.4361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0.51022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0.44084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0.51645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0.44289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0.51731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30%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0.43854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0.52366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0.44158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0.52314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0.44736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0.52136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0.44608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0.52069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0.44241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0.51874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0.44231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0.51877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>
                        <a:buNone/>
                      </a:pPr>
                      <a:r>
                        <a:rPr lang="zh-CN" altLang="en-US" sz="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差值</a:t>
                      </a:r>
                      <a:endParaRPr lang="en-US" altLang="zh-CN" sz="8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>
                        <a:buNone/>
                      </a:pPr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0.00818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>
                        <a:buNone/>
                      </a:pP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0.02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/>
          <p:nvPr>
            <p:custDataLst>
              <p:tags r:id="rId10"/>
            </p:custDataLst>
          </p:nvPr>
        </p:nvGraphicFramePr>
        <p:xfrm>
          <a:off x="10140950" y="2002790"/>
          <a:ext cx="1467485" cy="420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940"/>
                <a:gridCol w="528320"/>
                <a:gridCol w="530225"/>
              </a:tblGrid>
              <a:tr h="26289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青</a:t>
                      </a:r>
                      <a:r>
                        <a:rPr lang="en-US" altLang="zh-CN" sz="1000"/>
                        <a:t>(</a:t>
                      </a:r>
                      <a:r>
                        <a:rPr lang="zh-CN" altLang="en-US" sz="1000"/>
                        <a:t>绿</a:t>
                      </a:r>
                      <a:r>
                        <a:rPr lang="en-US" altLang="zh-CN" sz="1000"/>
                        <a:t>+</a:t>
                      </a:r>
                      <a:r>
                        <a:rPr lang="zh-CN" altLang="en-US" sz="1000"/>
                        <a:t>蓝</a:t>
                      </a:r>
                      <a:r>
                        <a:rPr lang="en-US" altLang="zh-CN" sz="1000"/>
                        <a:t>)</a:t>
                      </a:r>
                      <a:endParaRPr lang="en-US" altLang="zh-CN" sz="1000"/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rgbClr val="4CFFF6"/>
                    </a:solidFill>
                  </a:tcPr>
                </a:tc>
                <a:tc hMerge="1">
                  <a:tcPr marL="45720" marR="45720" anchor="ctr" anchorCtr="0"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 hMerge="1">
                  <a:tcPr marL="45720" marR="45720" anchor="ctr" anchorCtr="0"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窗口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x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y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0.15519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0.25448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90%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0.16994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0.25956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0.18153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0.26167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0.18321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1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0.26239</a:t>
                      </a:r>
                      <a:endParaRPr lang="en-US" altLang="zh-CN" sz="800" b="1" i="0">
                        <a:solidFill>
                          <a:schemeClr val="accent2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60%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0.17776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0.26313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0.17148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0.26375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0.16791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0.26253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30%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0.16293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0.25997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0.15877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0.26292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0.15265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0.27061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0.15411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0.27101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0.15971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</a:rPr>
                        <a:t>0.27066</a:t>
                      </a:r>
                      <a:endParaRPr lang="en-US" altLang="zh-CN" sz="800" b="0" i="0">
                        <a:solidFill>
                          <a:srgbClr val="000000"/>
                        </a:solidFill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1%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0.15969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0.2723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p>
                      <a:pPr marL="38100" indent="0" algn="ctr" fontAlgn="ctr">
                        <a:buNone/>
                      </a:pP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差值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>
                        <a:buNone/>
                      </a:pPr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0.02802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38100" indent="0" algn="ctr">
                        <a:buNone/>
                      </a:pPr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0.01782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6350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61950" y="698500"/>
            <a:ext cx="1102804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客观数据</a:t>
            </a:r>
            <a:r>
              <a:rPr 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色偏问题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各模式下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10%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50%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100%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窗口不同颜色测试数据</a:t>
            </a:r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42265" y="1172210"/>
            <a:ext cx="10961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测试数据上看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U7SPro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SDR/HDR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鲜艳下红、绿、蓝、青的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100%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窗口下都没有色偏现象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标准及影院模式下应该是做了色域缩限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endParaRPr lang="en-US" altLang="zh-CN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0" name="图片 29" descr="截屏2025-11-07 14.40.59"/>
          <p:cNvPicPr>
            <a:picLocks noChangeAspect="1"/>
          </p:cNvPicPr>
          <p:nvPr/>
        </p:nvPicPr>
        <p:blipFill>
          <a:blip r:embed="rId4"/>
          <a:srcRect l="176"/>
          <a:stretch>
            <a:fillRect/>
          </a:stretch>
        </p:blipFill>
        <p:spPr>
          <a:xfrm>
            <a:off x="177165" y="1677670"/>
            <a:ext cx="11866245" cy="1609725"/>
          </a:xfrm>
          <a:prstGeom prst="rect">
            <a:avLst/>
          </a:prstGeom>
        </p:spPr>
      </p:pic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" y="4559935"/>
            <a:ext cx="2881630" cy="1000760"/>
          </a:xfrm>
          <a:prstGeom prst="rect">
            <a:avLst/>
          </a:prstGeom>
        </p:spPr>
      </p:pic>
      <p:pic>
        <p:nvPicPr>
          <p:cNvPr id="3" name="图片 2" descr="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" y="3408680"/>
            <a:ext cx="2882265" cy="998220"/>
          </a:xfrm>
          <a:prstGeom prst="rect">
            <a:avLst/>
          </a:prstGeom>
        </p:spPr>
      </p:pic>
      <p:pic>
        <p:nvPicPr>
          <p:cNvPr id="4" name="图片 3" descr="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495" y="5713730"/>
            <a:ext cx="2878455" cy="1014730"/>
          </a:xfrm>
          <a:prstGeom prst="rect">
            <a:avLst/>
          </a:prstGeom>
        </p:spPr>
      </p:pic>
      <p:pic>
        <p:nvPicPr>
          <p:cNvPr id="6" name="图片 5" descr="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6765" y="3409315"/>
            <a:ext cx="2863215" cy="989330"/>
          </a:xfrm>
          <a:prstGeom prst="rect">
            <a:avLst/>
          </a:prstGeom>
        </p:spPr>
      </p:pic>
      <p:pic>
        <p:nvPicPr>
          <p:cNvPr id="9" name="图片 8" descr="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6765" y="4555490"/>
            <a:ext cx="2887345" cy="1003935"/>
          </a:xfrm>
          <a:prstGeom prst="rect">
            <a:avLst/>
          </a:prstGeom>
        </p:spPr>
      </p:pic>
      <p:pic>
        <p:nvPicPr>
          <p:cNvPr id="10" name="图片 9" descr="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4700" y="5679440"/>
            <a:ext cx="2887980" cy="1003300"/>
          </a:xfrm>
          <a:prstGeom prst="rect">
            <a:avLst/>
          </a:prstGeom>
        </p:spPr>
      </p:pic>
      <p:pic>
        <p:nvPicPr>
          <p:cNvPr id="11" name="图片 10" descr="屏幕截图 2025-11-11 1503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4140" y="3399790"/>
            <a:ext cx="2841625" cy="1001395"/>
          </a:xfrm>
          <a:prstGeom prst="rect">
            <a:avLst/>
          </a:prstGeom>
        </p:spPr>
      </p:pic>
      <p:pic>
        <p:nvPicPr>
          <p:cNvPr id="12" name="图片 11" descr="屏幕截图 2025-11-11 1503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3030" y="4561840"/>
            <a:ext cx="2825750" cy="1017270"/>
          </a:xfrm>
          <a:prstGeom prst="rect">
            <a:avLst/>
          </a:prstGeom>
        </p:spPr>
      </p:pic>
      <p:pic>
        <p:nvPicPr>
          <p:cNvPr id="13" name="图片 12" descr="屏幕截图 2025-11-11 15040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9855" y="5695950"/>
            <a:ext cx="2820670" cy="974090"/>
          </a:xfrm>
          <a:prstGeom prst="rect">
            <a:avLst/>
          </a:prstGeom>
        </p:spPr>
      </p:pic>
      <p:pic>
        <p:nvPicPr>
          <p:cNvPr id="14" name="图片 13" descr="屏幕截图 2025-11-11 15054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59925" y="3424555"/>
            <a:ext cx="2421890" cy="978535"/>
          </a:xfrm>
          <a:prstGeom prst="rect">
            <a:avLst/>
          </a:prstGeom>
        </p:spPr>
      </p:pic>
      <p:pic>
        <p:nvPicPr>
          <p:cNvPr id="15" name="图片 14" descr="屏幕截图 2025-11-11 15060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59925" y="4558665"/>
            <a:ext cx="2424430" cy="999490"/>
          </a:xfrm>
          <a:prstGeom prst="rect">
            <a:avLst/>
          </a:prstGeom>
        </p:spPr>
      </p:pic>
      <p:pic>
        <p:nvPicPr>
          <p:cNvPr id="16" name="图片 15" descr="屏幕截图 2025-11-11 1506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59925" y="5713730"/>
            <a:ext cx="2430780" cy="9791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91160" y="775970"/>
            <a:ext cx="6225540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主观视效上的问题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608455" y="1838960"/>
            <a:ext cx="10629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光晕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较大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16550" y="1838960"/>
            <a:ext cx="12465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画面过渡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不佳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91160" y="1206500"/>
            <a:ext cx="1093851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主观上主要是</a:t>
            </a:r>
            <a:r>
              <a:rPr lang="zh-CN" altLang="en-US" sz="1400" b="1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光晕较大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，以及</a:t>
            </a:r>
            <a:r>
              <a:rPr lang="zh-CN" altLang="en-US" sz="1400" b="1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数据补偿太强引起的画面过渡不佳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。色偏和串色主观无明显感知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9" name="图片 8" descr="f8ebd40c92afea17baac54d47a048190"/>
          <p:cNvPicPr>
            <a:picLocks noChangeAspect="1"/>
          </p:cNvPicPr>
          <p:nvPr/>
        </p:nvPicPr>
        <p:blipFill>
          <a:blip r:embed="rId4"/>
          <a:srcRect l="2595" t="4255" r="5497" b="26183"/>
          <a:stretch>
            <a:fillRect/>
          </a:stretch>
        </p:blipFill>
        <p:spPr>
          <a:xfrm>
            <a:off x="283210" y="4577715"/>
            <a:ext cx="3713480" cy="2107565"/>
          </a:xfrm>
          <a:prstGeom prst="rect">
            <a:avLst/>
          </a:prstGeom>
        </p:spPr>
      </p:pic>
      <p:pic>
        <p:nvPicPr>
          <p:cNvPr id="10" name="图片 9" descr="dfc6c6e2094c99d00f4f4d8813358416"/>
          <p:cNvPicPr>
            <a:picLocks noChangeAspect="1"/>
          </p:cNvPicPr>
          <p:nvPr/>
        </p:nvPicPr>
        <p:blipFill>
          <a:blip r:embed="rId5"/>
          <a:srcRect l="8149" t="22902" r="8438" b="12035"/>
          <a:stretch>
            <a:fillRect/>
          </a:stretch>
        </p:blipFill>
        <p:spPr>
          <a:xfrm>
            <a:off x="283210" y="2244725"/>
            <a:ext cx="3719830" cy="2175510"/>
          </a:xfrm>
          <a:prstGeom prst="rect">
            <a:avLst/>
          </a:prstGeom>
        </p:spPr>
      </p:pic>
      <p:pic>
        <p:nvPicPr>
          <p:cNvPr id="14" name="图片 13" descr="9c90178d98a20ef98db844740a8606e4"/>
          <p:cNvPicPr>
            <a:picLocks noChangeAspect="1"/>
          </p:cNvPicPr>
          <p:nvPr/>
        </p:nvPicPr>
        <p:blipFill>
          <a:blip r:embed="rId6"/>
          <a:srcRect t="12075" r="11360" b="21077"/>
          <a:stretch>
            <a:fillRect/>
          </a:stretch>
        </p:blipFill>
        <p:spPr>
          <a:xfrm>
            <a:off x="4116705" y="2244725"/>
            <a:ext cx="3846195" cy="21755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234170" y="1838960"/>
            <a:ext cx="15690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无明显色偏串色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/>
          <p:nvPr>
            <p:custDataLst>
              <p:tags r:id="rId7"/>
            </p:custDataLst>
          </p:nvPr>
        </p:nvPicPr>
        <p:blipFill>
          <a:blip r:embed="rId8"/>
          <a:srcRect l="1909" r="3587"/>
        </p:blipFill>
        <p:spPr>
          <a:xfrm>
            <a:off x="8195310" y="2244725"/>
            <a:ext cx="3646805" cy="2162175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9"/>
            </p:custDataLst>
          </p:nvPr>
        </p:nvPicPr>
        <p:blipFill>
          <a:blip r:embed="rId10"/>
          <a:srcRect r="3594"/>
        </p:blipFill>
        <p:spPr>
          <a:xfrm>
            <a:off x="8195310" y="4518660"/>
            <a:ext cx="3639185" cy="213296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340725" y="5041265"/>
            <a:ext cx="334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原</a:t>
            </a:r>
            <a:r>
              <a:rPr lang="zh-CN" altLang="en-US" sz="1000"/>
              <a:t>片</a:t>
            </a:r>
            <a:endParaRPr lang="zh-CN" altLang="en-US" sz="1000"/>
          </a:p>
        </p:txBody>
      </p:sp>
      <p:sp>
        <p:nvSpPr>
          <p:cNvPr id="18" name="文本框 17"/>
          <p:cNvSpPr txBox="1"/>
          <p:nvPr/>
        </p:nvSpPr>
        <p:spPr>
          <a:xfrm>
            <a:off x="8340725" y="3084195"/>
            <a:ext cx="3340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实拍</a:t>
            </a:r>
            <a:endParaRPr lang="zh-CN" altLang="en-US" sz="1000"/>
          </a:p>
        </p:txBody>
      </p:sp>
      <p:pic>
        <p:nvPicPr>
          <p:cNvPr id="13" name="图片 12" descr="3db2d12520d90413c0ffc558fe116cb9"/>
          <p:cNvPicPr>
            <a:picLocks noChangeAspect="1"/>
          </p:cNvPicPr>
          <p:nvPr/>
        </p:nvPicPr>
        <p:blipFill>
          <a:blip r:embed="rId11"/>
          <a:srcRect l="3526" t="19876" r="8414" b="9378"/>
          <a:stretch>
            <a:fillRect/>
          </a:stretch>
        </p:blipFill>
        <p:spPr>
          <a:xfrm>
            <a:off x="4478020" y="4568825"/>
            <a:ext cx="3585845" cy="208788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8195310" y="2237105"/>
            <a:ext cx="553720" cy="2575560"/>
            <a:chOff x="12817" y="2825"/>
            <a:chExt cx="872" cy="4056"/>
          </a:xfrm>
        </p:grpSpPr>
        <p:sp>
          <p:nvSpPr>
            <p:cNvPr id="15" name="矩形 14"/>
            <p:cNvSpPr/>
            <p:nvPr/>
          </p:nvSpPr>
          <p:spPr>
            <a:xfrm>
              <a:off x="12817" y="2832"/>
              <a:ext cx="872" cy="421"/>
            </a:xfrm>
            <a:prstGeom prst="rect">
              <a:avLst/>
            </a:prstGeom>
            <a:solidFill>
              <a:srgbClr val="D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849" y="2825"/>
              <a:ext cx="80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200" b="1">
                  <a:solidFill>
                    <a:schemeClr val="bg1"/>
                  </a:solidFill>
                </a:rPr>
                <a:t>Q9M</a:t>
              </a:r>
              <a:endParaRPr lang="en-US" altLang="zh-CN" sz="1200" b="1">
                <a:solidFill>
                  <a:schemeClr val="bg1"/>
                </a:solidFill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817" y="6447"/>
              <a:ext cx="768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200" b="1">
                  <a:solidFill>
                    <a:schemeClr val="bg1"/>
                  </a:solidFill>
                </a:rPr>
                <a:t>原</a:t>
              </a:r>
              <a:r>
                <a:rPr lang="zh-CN" altLang="en-US" sz="1200" b="1">
                  <a:solidFill>
                    <a:schemeClr val="bg1"/>
                  </a:solidFill>
                </a:rPr>
                <a:t>片</a:t>
              </a:r>
              <a:endParaRPr lang="zh-CN" altLang="en-US" sz="12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464685" y="4554220"/>
            <a:ext cx="580390" cy="275590"/>
            <a:chOff x="12796" y="2796"/>
            <a:chExt cx="914" cy="434"/>
          </a:xfrm>
        </p:grpSpPr>
        <p:sp>
          <p:nvSpPr>
            <p:cNvPr id="21" name="矩形 20"/>
            <p:cNvSpPr/>
            <p:nvPr/>
          </p:nvSpPr>
          <p:spPr>
            <a:xfrm>
              <a:off x="12817" y="2803"/>
              <a:ext cx="872" cy="421"/>
            </a:xfrm>
            <a:prstGeom prst="rect">
              <a:avLst/>
            </a:prstGeom>
            <a:solidFill>
              <a:srgbClr val="00D4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2796" y="2796"/>
              <a:ext cx="914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200" b="1">
                  <a:solidFill>
                    <a:schemeClr val="bg1"/>
                  </a:solidFill>
                </a:rPr>
                <a:t>U7SP</a:t>
              </a:r>
              <a:endParaRPr lang="en-US" altLang="zh-CN" sz="1200" b="1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9"/>
  <p:tag name="KSO_WM_UNIT_LAYERLEVEL" val="1"/>
  <p:tag name="KSO_WM_TAG_VERSION" val="1.0"/>
  <p:tag name="KSO_WM_BEAUTIFY_FLAG" val="#wm#"/>
  <p:tag name="KSO_WM_UNIT_TYPE" val="i"/>
  <p:tag name="KSO_WM_UNIT_INDEX" val="19"/>
  <p:tag name="KSO_WM_SLIDE_BACKGROUND_TYPE" val="general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0"/>
  <p:tag name="KSO_WM_UNIT_LAYERLEVEL" val="1"/>
  <p:tag name="KSO_WM_TAG_VERSION" val="1.0"/>
  <p:tag name="KSO_WM_BEAUTIFY_FLAG" val="#wm#"/>
  <p:tag name="KSO_WM_UNIT_TYPE" val="i"/>
  <p:tag name="KSO_WM_UNIT_INDEX" val="20"/>
  <p:tag name="KSO_WM_SLIDE_BACKGROUND_TYPE" val="general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1"/>
  <p:tag name="KSO_WM_UNIT_LAYERLEVEL" val="1"/>
  <p:tag name="KSO_WM_TAG_VERSION" val="1.0"/>
  <p:tag name="KSO_WM_BEAUTIFY_FLAG" val="#wm#"/>
  <p:tag name="KSO_WM_UNIT_TYPE" val="i"/>
  <p:tag name="KSO_WM_UNIT_INDEX" val="21"/>
  <p:tag name="KSO_WM_SLIDE_BACKGROUND_TYPE" val="general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general"/>
</p:tagLst>
</file>

<file path=ppt/tags/tag12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9"/>
  <p:tag name="KSO_WM_UNIT_LAYERLEVEL" val="1"/>
  <p:tag name="KSO_WM_TAG_VERSION" val="1.0"/>
  <p:tag name="KSO_WM_BEAUTIFY_FLAG" val="#wm#"/>
  <p:tag name="KSO_WM_UNIT_TYPE" val="i"/>
  <p:tag name="KSO_WM_UNIT_INDEX" val="19"/>
  <p:tag name="KSO_WM_SLIDE_BACKGROUND_TYPE" val="frame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0"/>
  <p:tag name="KSO_WM_UNIT_LAYERLEVEL" val="1"/>
  <p:tag name="KSO_WM_TAG_VERSION" val="1.0"/>
  <p:tag name="KSO_WM_BEAUTIFY_FLAG" val="#wm#"/>
  <p:tag name="KSO_WM_UNIT_TYPE" val="i"/>
  <p:tag name="KSO_WM_UNIT_INDEX" val="20"/>
  <p:tag name="KSO_WM_SLIDE_BACKGROUND_TYPE" val="frame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1"/>
  <p:tag name="KSO_WM_UNIT_LAYERLEVEL" val="1"/>
  <p:tag name="KSO_WM_TAG_VERSION" val="1.0"/>
  <p:tag name="KSO_WM_BEAUTIFY_FLAG" val="#wm#"/>
  <p:tag name="KSO_WM_UNIT_TYPE" val="i"/>
  <p:tag name="KSO_WM_UNIT_INDEX" val="21"/>
  <p:tag name="KSO_WM_SLIDE_BACKGROUND_TYPE" val="frame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frame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frame"/>
  <p:tag name="KSO_WM_SLIDE_BK_DARK_LIGHT" val="2"/>
</p:tagLst>
</file>

<file path=ppt/tags/tag13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9"/>
  <p:tag name="KSO_WM_UNIT_LAYERLEVEL" val="1"/>
  <p:tag name="KSO_WM_TAG_VERSION" val="1.0"/>
  <p:tag name="KSO_WM_BEAUTIFY_FLAG" val="#wm#"/>
  <p:tag name="KSO_WM_UNIT_TYPE" val="i"/>
  <p:tag name="KSO_WM_UNIT_INDEX" val="19"/>
  <p:tag name="KSO_WM_SLIDE_BACKGROUND_TYPE" val="leftRight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0"/>
  <p:tag name="KSO_WM_UNIT_LAYERLEVEL" val="1"/>
  <p:tag name="KSO_WM_TAG_VERSION" val="1.0"/>
  <p:tag name="KSO_WM_BEAUTIFY_FLAG" val="#wm#"/>
  <p:tag name="KSO_WM_UNIT_TYPE" val="i"/>
  <p:tag name="KSO_WM_UNIT_INDEX" val="20"/>
  <p:tag name="KSO_WM_SLIDE_BACKGROUND_TYPE" val="leftRight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1"/>
  <p:tag name="KSO_WM_UNIT_LAYERLEVEL" val="1"/>
  <p:tag name="KSO_WM_TAG_VERSION" val="1.0"/>
  <p:tag name="KSO_WM_BEAUTIFY_FLAG" val="#wm#"/>
  <p:tag name="KSO_WM_UNIT_TYPE" val="i"/>
  <p:tag name="KSO_WM_UNIT_INDEX" val="21"/>
  <p:tag name="KSO_WM_SLIDE_BACKGROUND_TYPE" val="leftRight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leftRight"/>
  <p:tag name="KSO_WM_SLIDE_BK_DARK_LIGHT" val="2"/>
</p:tagLst>
</file>

<file path=ppt/tags/tag14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9"/>
  <p:tag name="KSO_WM_UNIT_LAYERLEVEL" val="1"/>
  <p:tag name="KSO_WM_TAG_VERSION" val="1.0"/>
  <p:tag name="KSO_WM_BEAUTIFY_FLAG" val="#wm#"/>
  <p:tag name="KSO_WM_UNIT_TYPE" val="i"/>
  <p:tag name="KSO_WM_UNIT_INDEX" val="19"/>
  <p:tag name="KSO_WM_SLIDE_BACKGROUND_TYPE" val="topBottom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0"/>
  <p:tag name="KSO_WM_UNIT_LAYERLEVEL" val="1"/>
  <p:tag name="KSO_WM_TAG_VERSION" val="1.0"/>
  <p:tag name="KSO_WM_BEAUTIFY_FLAG" val="#wm#"/>
  <p:tag name="KSO_WM_UNIT_TYPE" val="i"/>
  <p:tag name="KSO_WM_UNIT_INDEX" val="20"/>
  <p:tag name="KSO_WM_SLIDE_BACKGROUND_TYPE" val="topBottom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1"/>
  <p:tag name="KSO_WM_UNIT_LAYERLEVEL" val="1"/>
  <p:tag name="KSO_WM_TAG_VERSION" val="1.0"/>
  <p:tag name="KSO_WM_BEAUTIFY_FLAG" val="#wm#"/>
  <p:tag name="KSO_WM_UNIT_TYPE" val="i"/>
  <p:tag name="KSO_WM_UNIT_INDEX" val="21"/>
  <p:tag name="KSO_WM_SLIDE_BACKGROUND_TYPE" val="topBottom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topBottom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2"/>
  <p:tag name="KSO_WM_UNIT_LAYERLEVEL" val="1"/>
  <p:tag name="KSO_WM_TAG_VERSION" val="1.0"/>
  <p:tag name="KSO_WM_BEAUTIFY_FLAG" val="#wm#"/>
  <p:tag name="KSO_WM_UNIT_TYPE" val="i"/>
  <p:tag name="KSO_WM_UNIT_INDEX" val="12"/>
  <p:tag name="KSO_WM_SLIDE_BACKGROUND_TYPE" val="topBottom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6"/>
  <p:tag name="KSO_WM_UNIT_LAYERLEVEL" val="1"/>
  <p:tag name="KSO_WM_TAG_VERSION" val="1.0"/>
  <p:tag name="KSO_WM_BEAUTIFY_FLAG" val="#wm#"/>
  <p:tag name="KSO_WM_UNIT_TYPE" val="i"/>
  <p:tag name="KSO_WM_UNIT_INDEX" val="16"/>
  <p:tag name="KSO_WM_SLIDE_BACKGROUND_TYPE" val="topBottom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7"/>
  <p:tag name="KSO_WM_UNIT_LAYERLEVEL" val="1"/>
  <p:tag name="KSO_WM_TAG_VERSION" val="1.0"/>
  <p:tag name="KSO_WM_BEAUTIFY_FLAG" val="#wm#"/>
  <p:tag name="KSO_WM_UNIT_TYPE" val="i"/>
  <p:tag name="KSO_WM_UNIT_INDEX" val="17"/>
  <p:tag name="KSO_WM_SLIDE_BACKGROUND_TYPE" val="topBottom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5"/>
  <p:tag name="KSO_WM_UNIT_LAYERLEVEL" val="1"/>
  <p:tag name="KSO_WM_TAG_VERSION" val="1.0"/>
  <p:tag name="KSO_WM_BEAUTIFY_FLAG" val="#wm#"/>
  <p:tag name="KSO_WM_UNIT_TYPE" val="i"/>
  <p:tag name="KSO_WM_UNIT_INDEX" val="15"/>
  <p:tag name="KSO_WM_SLIDE_BACKGROUND_TYPE" val="topBottom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8"/>
  <p:tag name="KSO_WM_UNIT_LAYERLEVEL" val="1"/>
  <p:tag name="KSO_WM_TAG_VERSION" val="1.0"/>
  <p:tag name="KSO_WM_BEAUTIFY_FLAG" val="#wm#"/>
  <p:tag name="KSO_WM_UNIT_TYPE" val="i"/>
  <p:tag name="KSO_WM_UNIT_INDEX" val="18"/>
  <p:tag name="KSO_WM_SLIDE_BACKGROUND_TYPE" val="topBottom"/>
  <p:tag name="KSO_WM_SLIDE_BK_DARK_LIGHT" val="2"/>
</p:tagLst>
</file>

<file path=ppt/tags/tag16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9"/>
  <p:tag name="KSO_WM_UNIT_LAYERLEVEL" val="1"/>
  <p:tag name="KSO_WM_TAG_VERSION" val="1.0"/>
  <p:tag name="KSO_WM_BEAUTIFY_FLAG" val="#wm#"/>
  <p:tag name="KSO_WM_UNIT_TYPE" val="i"/>
  <p:tag name="KSO_WM_UNIT_INDEX" val="19"/>
  <p:tag name="KSO_WM_SLIDE_BACKGROUND_TYPE" val="bottomTop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0"/>
  <p:tag name="KSO_WM_UNIT_LAYERLEVEL" val="1"/>
  <p:tag name="KSO_WM_TAG_VERSION" val="1.0"/>
  <p:tag name="KSO_WM_BEAUTIFY_FLAG" val="#wm#"/>
  <p:tag name="KSO_WM_UNIT_TYPE" val="i"/>
  <p:tag name="KSO_WM_UNIT_INDEX" val="20"/>
  <p:tag name="KSO_WM_SLIDE_BACKGROUND_TYPE" val="bottomTop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1"/>
  <p:tag name="KSO_WM_UNIT_LAYERLEVEL" val="1"/>
  <p:tag name="KSO_WM_TAG_VERSION" val="1.0"/>
  <p:tag name="KSO_WM_BEAUTIFY_FLAG" val="#wm#"/>
  <p:tag name="KSO_WM_UNIT_TYPE" val="i"/>
  <p:tag name="KSO_WM_UNIT_INDEX" val="21"/>
  <p:tag name="KSO_WM_SLIDE_BACKGROUND_TYPE" val="bottomTop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bottomTop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2"/>
  <p:tag name="KSO_WM_UNIT_LAYERLEVEL" val="1"/>
  <p:tag name="KSO_WM_TAG_VERSION" val="1.0"/>
  <p:tag name="KSO_WM_BEAUTIFY_FLAG" val="#wm#"/>
  <p:tag name="KSO_WM_UNIT_TYPE" val="i"/>
  <p:tag name="KSO_WM_UNIT_INDEX" val="12"/>
  <p:tag name="KSO_WM_SLIDE_BACKGROUND_TYPE" val="bottomTop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6"/>
  <p:tag name="KSO_WM_UNIT_LAYERLEVEL" val="1"/>
  <p:tag name="KSO_WM_TAG_VERSION" val="1.0"/>
  <p:tag name="KSO_WM_BEAUTIFY_FLAG" val="#wm#"/>
  <p:tag name="KSO_WM_UNIT_TYPE" val="i"/>
  <p:tag name="KSO_WM_UNIT_INDEX" val="16"/>
  <p:tag name="KSO_WM_SLIDE_BACKGROUND_TYPE" val="bottomTop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7"/>
  <p:tag name="KSO_WM_UNIT_LAYERLEVEL" val="1"/>
  <p:tag name="KSO_WM_TAG_VERSION" val="1.0"/>
  <p:tag name="KSO_WM_BEAUTIFY_FLAG" val="#wm#"/>
  <p:tag name="KSO_WM_UNIT_TYPE" val="i"/>
  <p:tag name="KSO_WM_UNIT_INDEX" val="17"/>
  <p:tag name="KSO_WM_SLIDE_BACKGROUND_TYPE" val="bottomTop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5"/>
  <p:tag name="KSO_WM_UNIT_LAYERLEVEL" val="1"/>
  <p:tag name="KSO_WM_TAG_VERSION" val="1.0"/>
  <p:tag name="KSO_WM_BEAUTIFY_FLAG" val="#wm#"/>
  <p:tag name="KSO_WM_UNIT_TYPE" val="i"/>
  <p:tag name="KSO_WM_UNIT_INDEX" val="15"/>
  <p:tag name="KSO_WM_SLIDE_BACKGROUND_TYPE" val="bottomTop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8"/>
  <p:tag name="KSO_WM_UNIT_LAYERLEVEL" val="1"/>
  <p:tag name="KSO_WM_TAG_VERSION" val="1.0"/>
  <p:tag name="KSO_WM_BEAUTIFY_FLAG" val="#wm#"/>
  <p:tag name="KSO_WM_UNIT_TYPE" val="i"/>
  <p:tag name="KSO_WM_UNIT_INDEX" val="18"/>
  <p:tag name="KSO_WM_SLIDE_BACKGROUND_TYPE" val="bottomTop"/>
  <p:tag name="KSO_WM_SLIDE_BK_DARK_LIGHT" val="2"/>
</p:tagLst>
</file>

<file path=ppt/tags/tag18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9"/>
  <p:tag name="KSO_WM_UNIT_LAYERLEVEL" val="1"/>
  <p:tag name="KSO_WM_TAG_VERSION" val="1.0"/>
  <p:tag name="KSO_WM_BEAUTIFY_FLAG" val="#wm#"/>
  <p:tag name="KSO_WM_UNIT_TYPE" val="i"/>
  <p:tag name="KSO_WM_UNIT_INDEX" val="19"/>
  <p:tag name="KSO_WM_SLIDE_BACKGROUND_TYPE" val="navigation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0"/>
  <p:tag name="KSO_WM_UNIT_LAYERLEVEL" val="1"/>
  <p:tag name="KSO_WM_TAG_VERSION" val="1.0"/>
  <p:tag name="KSO_WM_BEAUTIFY_FLAG" val="#wm#"/>
  <p:tag name="KSO_WM_UNIT_TYPE" val="i"/>
  <p:tag name="KSO_WM_UNIT_INDEX" val="20"/>
  <p:tag name="KSO_WM_SLIDE_BACKGROUND_TYPE" val="navigation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1"/>
  <p:tag name="KSO_WM_UNIT_LAYERLEVEL" val="1"/>
  <p:tag name="KSO_WM_TAG_VERSION" val="1.0"/>
  <p:tag name="KSO_WM_BEAUTIFY_FLAG" val="#wm#"/>
  <p:tag name="KSO_WM_UNIT_TYPE" val="i"/>
  <p:tag name="KSO_WM_UNIT_INDEX" val="21"/>
  <p:tag name="KSO_WM_SLIDE_BACKGROUND_TYPE" val="navigation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navigation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2"/>
  <p:tag name="KSO_WM_UNIT_LAYERLEVEL" val="1"/>
  <p:tag name="KSO_WM_TAG_VERSION" val="1.0"/>
  <p:tag name="KSO_WM_BEAUTIFY_FLAG" val="#wm#"/>
  <p:tag name="KSO_WM_UNIT_TYPE" val="i"/>
  <p:tag name="KSO_WM_UNIT_INDEX" val="12"/>
  <p:tag name="KSO_WM_SLIDE_BACKGROUND_TYPE" val="navigation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6"/>
  <p:tag name="KSO_WM_UNIT_LAYERLEVEL" val="1"/>
  <p:tag name="KSO_WM_TAG_VERSION" val="1.0"/>
  <p:tag name="KSO_WM_BEAUTIFY_FLAG" val="#wm#"/>
  <p:tag name="KSO_WM_UNIT_TYPE" val="i"/>
  <p:tag name="KSO_WM_UNIT_INDEX" val="16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7"/>
  <p:tag name="KSO_WM_UNIT_LAYERLEVEL" val="1"/>
  <p:tag name="KSO_WM_TAG_VERSION" val="1.0"/>
  <p:tag name="KSO_WM_BEAUTIFY_FLAG" val="#wm#"/>
  <p:tag name="KSO_WM_UNIT_TYPE" val="i"/>
  <p:tag name="KSO_WM_UNIT_INDEX" val="17"/>
  <p:tag name="KSO_WM_SLIDE_BACKGROUND_TYPE" val="navigation"/>
  <p:tag name="KSO_WM_SLIDE_BK_DARK_LIGHT" val="2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5"/>
  <p:tag name="KSO_WM_UNIT_LAYERLEVEL" val="1"/>
  <p:tag name="KSO_WM_TAG_VERSION" val="1.0"/>
  <p:tag name="KSO_WM_BEAUTIFY_FLAG" val="#wm#"/>
  <p:tag name="KSO_WM_UNIT_TYPE" val="i"/>
  <p:tag name="KSO_WM_UNIT_INDEX" val="15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8"/>
  <p:tag name="KSO_WM_UNIT_LAYERLEVEL" val="1"/>
  <p:tag name="KSO_WM_TAG_VERSION" val="1.0"/>
  <p:tag name="KSO_WM_BEAUTIFY_FLAG" val="#wm#"/>
  <p:tag name="KSO_WM_UNIT_TYPE" val="i"/>
  <p:tag name="KSO_WM_UNIT_INDEX" val="18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1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314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314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TEMPLATE_SUBCATEGORY" val="0"/>
  <p:tag name="KSO_WM_TAG_VERSION" val="1.0"/>
  <p:tag name="KSO_WM_BEAUTIFY_FLAG" val="#wm#"/>
  <p:tag name="KSO_WM_TEMPLATE_CATEGORY" val="custom"/>
  <p:tag name="KSO_WM_TEMPLATE_INDEX" val="20202314"/>
  <p:tag name="KSO_WM_TEMPLATE_THUMBS_INDEX" val="1、5、6、8、9、10、13、14"/>
  <p:tag name="KSO_WM_TEMPLATE_MASTER_TYPE" val="1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TABLE_ENDDRAG_ORIGIN_RECT" val="810*366"/>
  <p:tag name="TABLE_ENDDRAG_RECT" val="81*140*810*366"/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TABLE_ENDDRAG_ORIGIN_RECT" val="299*139"/>
  <p:tag name="TABLE_ENDDRAG_RECT" val="622*352*299*139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TABLE_ENDDRAG_ORIGIN_RECT" val="512*104"/>
  <p:tag name="TABLE_ENDDRAG_RECT" val="68*265*512*104"/>
</p:tagLst>
</file>

<file path=ppt/tags/tag234.xml><?xml version="1.0" encoding="utf-8"?>
<p:tagLst xmlns:p="http://schemas.openxmlformats.org/presentationml/2006/main">
  <p:tag name="TABLE_ENDDRAG_ORIGIN_RECT" val="512*104"/>
  <p:tag name="TABLE_ENDDRAG_RECT" val="68*265*512*104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TABLE_ENDDRAG_ORIGIN_RECT" val="706*357"/>
  <p:tag name="TABLE_ENDDRAG_RECT" val="190*124*706*357"/>
  <p:tag name="KSO_WM_BEAUTIFY_FLAG" val=""/>
</p:tagLst>
</file>

<file path=ppt/tags/tag241.xml><?xml version="1.0" encoding="utf-8"?>
<p:tagLst xmlns:p="http://schemas.openxmlformats.org/presentationml/2006/main">
  <p:tag name="TABLE_ENDDRAG_ORIGIN_RECT" val="706*357"/>
  <p:tag name="TABLE_ENDDRAG_RECT" val="190*124*706*357"/>
  <p:tag name="KSO_WM_BEAUTIFY_FLAG" val=""/>
</p:tagLst>
</file>

<file path=ppt/tags/tag242.xml><?xml version="1.0" encoding="utf-8"?>
<p:tagLst xmlns:p="http://schemas.openxmlformats.org/presentationml/2006/main">
  <p:tag name="TABLE_ENDDRAG_ORIGIN_RECT" val="706*357"/>
  <p:tag name="TABLE_ENDDRAG_RECT" val="190*124*706*357"/>
  <p:tag name="KSO_WM_BEAUTIFY_FLAG" val=""/>
</p:tagLst>
</file>

<file path=ppt/tags/tag243.xml><?xml version="1.0" encoding="utf-8"?>
<p:tagLst xmlns:p="http://schemas.openxmlformats.org/presentationml/2006/main">
  <p:tag name="TABLE_ENDDRAG_ORIGIN_RECT" val="706*357"/>
  <p:tag name="TABLE_ENDDRAG_RECT" val="190*124*706*357"/>
  <p:tag name="KSO_WM_BEAUTIFY_FLAG" val=""/>
</p:tagLst>
</file>

<file path=ppt/tags/tag244.xml><?xml version="1.0" encoding="utf-8"?>
<p:tagLst xmlns:p="http://schemas.openxmlformats.org/presentationml/2006/main">
  <p:tag name="TABLE_ENDDRAG_ORIGIN_RECT" val="706*357"/>
  <p:tag name="TABLE_ENDDRAG_RECT" val="190*124*706*357"/>
  <p:tag name="KSO_WM_BEAUTIFY_FLAG" val=""/>
</p:tagLst>
</file>

<file path=ppt/tags/tag245.xml><?xml version="1.0" encoding="utf-8"?>
<p:tagLst xmlns:p="http://schemas.openxmlformats.org/presentationml/2006/main">
  <p:tag name="TABLE_ENDDRAG_ORIGIN_RECT" val="706*357"/>
  <p:tag name="TABLE_ENDDRAG_RECT" val="190*124*706*357"/>
  <p:tag name="KSO_WM_BEAUTIFY_FLAG" val=""/>
</p:tagLst>
</file>

<file path=ppt/tags/tag246.xml><?xml version="1.0" encoding="utf-8"?>
<p:tagLst xmlns:p="http://schemas.openxmlformats.org/presentationml/2006/main">
  <p:tag name="TABLE_ENDDRAG_ORIGIN_RECT" val="706*357"/>
  <p:tag name="TABLE_ENDDRAG_RECT" val="190*124*706*357"/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7">
      <a:dk1>
        <a:sysClr val="windowText" lastClr="000000"/>
      </a:dk1>
      <a:lt1>
        <a:sysClr val="window" lastClr="FFFFFF"/>
      </a:lt1>
      <a:dk2>
        <a:srgbClr val="E0EDF6"/>
      </a:dk2>
      <a:lt2>
        <a:srgbClr val="FFFFFF"/>
      </a:lt2>
      <a:accent1>
        <a:srgbClr val="005EA7"/>
      </a:accent1>
      <a:accent2>
        <a:srgbClr val="3C81BE"/>
      </a:accent2>
      <a:accent3>
        <a:srgbClr val="68A5D4"/>
      </a:accent3>
      <a:accent4>
        <a:srgbClr val="789FDA"/>
      </a:accent4>
      <a:accent5>
        <a:srgbClr val="9464B3"/>
      </a:accent5>
      <a:accent6>
        <a:srgbClr val="A7005E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5258</Words>
  <Application>WPS 演示</Application>
  <PresentationFormat>宽屏</PresentationFormat>
  <Paragraphs>1379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</vt:lpstr>
      <vt:lpstr>黑体</vt:lpstr>
      <vt:lpstr>Arial Bold</vt:lpstr>
      <vt:lpstr>Arial Unicode MS</vt:lpstr>
      <vt:lpstr>Arial Black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51</cp:revision>
  <dcterms:created xsi:type="dcterms:W3CDTF">2025-12-25T01:15:00Z</dcterms:created>
  <dcterms:modified xsi:type="dcterms:W3CDTF">2025-12-25T02:10:20Z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2052-11.8.2.11718</vt:lpwstr>
  </property>
  <property fmtid="{D5CDD505-2E9C-101B-9397-08002B2CF9AE}" pid="3" name="ICV">
    <vt:lpwstr>0A04464B4CC241F3886C1FDFFA87111E</vt:lpwstr>
  </property>
</Properties>
</file>