
<file path=[Content_Types].xml><?xml version="1.0" encoding="utf-8"?>
<Types xmlns="http://schemas.openxmlformats.org/package/2006/content-types">
  <Default Extension="xlsx" ContentType="application/vnd.openxmlformats-officedocument.spreadsheetml.sheet"/>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olors1.xml" ContentType="application/vnd.ms-office.chartcolorstyle+xml"/>
  <Override PartName="/ppt/charts/colors2.xml" ContentType="application/vnd.ms-office.chartcolorstyle+xml"/>
  <Override PartName="/ppt/charts/style1.xml" ContentType="application/vnd.ms-office.chartstyle+xml"/>
  <Override PartName="/ppt/charts/style2.xml" ContentType="application/vnd.ms-office.chartstyle+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Lst>
  <p:notesMasterIdLst>
    <p:notesMasterId r:id="rId7"/>
  </p:notesMasterIdLst>
  <p:handoutMasterIdLst>
    <p:handoutMasterId r:id="rId19"/>
  </p:handoutMasterIdLst>
  <p:sldIdLst>
    <p:sldId id="288" r:id="rId4"/>
    <p:sldId id="290" r:id="rId5"/>
    <p:sldId id="264" r:id="rId6"/>
    <p:sldId id="324" r:id="rId8"/>
    <p:sldId id="365" r:id="rId9"/>
    <p:sldId id="383" r:id="rId10"/>
    <p:sldId id="382" r:id="rId11"/>
    <p:sldId id="291" r:id="rId12"/>
    <p:sldId id="339" r:id="rId13"/>
    <p:sldId id="340" r:id="rId14"/>
    <p:sldId id="341" r:id="rId15"/>
    <p:sldId id="342" r:id="rId16"/>
    <p:sldId id="354" r:id="rId17"/>
    <p:sldId id="343" r:id="rId18"/>
  </p:sldIdLst>
  <p:sldSz cx="12192000" cy="6858000"/>
  <p:notesSz cx="7103745" cy="1023429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3" name="作者" initials="A" lastIdx="0" clrIdx="2"/>
  <p:cmAuthor id="1312837854" name="Ruby" initials="R" lastIdx="14" clrIdx="0"/>
  <p:cmAuthor id="1" name="胡 勃涛" initials="胡" lastIdx="1" clrIdx="0"/>
  <p:cmAuthor id="4" name="1206988966@qq.com" initials="1" lastIdx="1" clrIdx="2"/>
  <p:cmAuthor id="5" name="姜伟光" initials="姜" lastIdx="1" clrIdx="0"/>
  <p:cmAuthor id="6" name="lenovo" initials="l" lastIdx="6" clrIdx="2"/>
  <p:cmAuthor id="7" name="Administrator" initials="A" lastIdx="4" clrIdx="3"/>
  <p:cmAuthor id="8" name="宋洁然" initials="宋" lastIdx="2" clrIdx="1"/>
  <p:cmAuthor id="9" name="ming qiu" initials="m" lastIdx="17" clrIdx="1"/>
  <p:cmAuthor id="10" name="Unknown User4" initials="U" lastIdx="1" clrIdx="10"/>
  <p:cmAuthor id="11" name="Unknown User6" initials="U" lastIdx="1" clrIdx="12"/>
  <p:cmAuthor id="12" name="Unknown User7" initials="U" lastIdx="1" clrIdx="13"/>
  <p:cmAuthor id="13" name="Unknown User8" initials="U" lastIdx="1" clrIdx="14"/>
  <p:cmAuthor id="14" name="Unknown User9" initials="U" lastIdx="1" clrIdx="15"/>
  <p:cmAuthor id="1312837855" name="曹凡" initials="曹凡" lastIdx="1" clrIdx="16"/>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D0D8E8"/>
    <a:srgbClr val="E9EDF4"/>
    <a:srgbClr val="5B9BD5"/>
    <a:srgbClr val="990000"/>
    <a:srgbClr val="B2B2B2"/>
    <a:srgbClr val="202020"/>
    <a:srgbClr val="323232"/>
    <a:srgbClr val="CC3300"/>
    <a:srgbClr val="CC0000"/>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78" autoAdjust="0"/>
    <p:restoredTop sz="94660"/>
  </p:normalViewPr>
  <p:slideViewPr>
    <p:cSldViewPr snapToGrid="0" showGuides="1">
      <p:cViewPr varScale="1">
        <p:scale>
          <a:sx n="75" d="100"/>
          <a:sy n="75" d="100"/>
        </p:scale>
        <p:origin x="90" y="96"/>
      </p:cViewPr>
      <p:guideLst>
        <p:guide orient="horz" pos="2248"/>
        <p:guide pos="3931"/>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notesMaster" Target="notesMasters/notesMaster1.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3" Type="http://schemas.openxmlformats.org/officeDocument/2006/relationships/commentAuthors" Target="commentAuthors.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handoutMaster" Target="handoutMasters/handoutMaster1.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4" Type="http://schemas.microsoft.com/office/2011/relationships/chartColorStyle" Target="colors2.xml"/><Relationship Id="rId3" Type="http://schemas.microsoft.com/office/2011/relationships/chartStyle" Target="style2.xml"/><Relationship Id="rId2" Type="http://schemas.openxmlformats.org/officeDocument/2006/relationships/themeOverride" Target="../theme/themeOverride1.xml"/><Relationship Id="rId1" Type="http://schemas.openxmlformats.org/officeDocument/2006/relationships/package" Target="../embeddings/Workbook2.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defTabSz="914400">
              <a:defRPr lang="zh-CN" sz="960" b="1" i="0" u="none" strike="noStrike" kern="1200" baseline="0">
                <a:solidFill>
                  <a:schemeClr val="tx1">
                    <a:lumMod val="75000"/>
                    <a:lumOff val="25000"/>
                  </a:schemeClr>
                </a:solidFill>
                <a:latin typeface="+mn-lt"/>
                <a:ea typeface="+mn-ea"/>
                <a:cs typeface="+mn-cs"/>
              </a:defRPr>
            </a:pPr>
            <a:r>
              <a:rPr sz="960"/>
              <a:t>亮度及功率对比</a:t>
            </a:r>
            <a:endParaRPr sz="960"/>
          </a:p>
        </c:rich>
      </c:tx>
      <c:layout>
        <c:manualLayout>
          <c:xMode val="edge"/>
          <c:yMode val="edge"/>
          <c:x val="0.423547240802676"/>
          <c:y val="0.00425531914893617"/>
        </c:manualLayout>
      </c:layout>
      <c:overlay val="0"/>
      <c:spPr>
        <a:noFill/>
        <a:ln>
          <a:noFill/>
        </a:ln>
        <a:effectLst/>
      </c:spPr>
    </c:title>
    <c:autoTitleDeleted val="0"/>
    <c:plotArea>
      <c:layout>
        <c:manualLayout>
          <c:layoutTarget val="inner"/>
          <c:xMode val="edge"/>
          <c:yMode val="edge"/>
          <c:x val="0.0614757525083612"/>
          <c:y val="0.0930496453900709"/>
          <c:w val="0.913963210702341"/>
          <c:h val="0.718553191489362"/>
        </c:manualLayout>
      </c:layout>
      <c:lineChart>
        <c:grouping val="standard"/>
        <c:varyColors val="0"/>
        <c:ser>
          <c:idx val="0"/>
          <c:order val="0"/>
          <c:tx>
            <c:strRef>
              <c:f>Sheet1!$B$1</c:f>
              <c:strCache>
                <c:ptCount val="1"/>
                <c:pt idx="0">
                  <c:v>TCL亮度</c:v>
                </c:pt>
              </c:strCache>
            </c:strRef>
          </c:tx>
          <c:spPr>
            <a:ln w="22225" cap="rnd">
              <a:solidFill>
                <a:srgbClr val="990000"/>
              </a:solidFill>
              <a:round/>
            </a:ln>
            <a:effectLst/>
            <a:sp3d contourW="22225"/>
          </c:spPr>
          <c:marker>
            <c:symbol val="circle"/>
            <c:size val="4"/>
            <c:spPr>
              <a:solidFill>
                <a:srgbClr val="990000"/>
              </a:solidFill>
              <a:ln w="9525">
                <a:noFill/>
              </a:ln>
              <a:effectLst/>
            </c:spPr>
          </c:marker>
          <c:dPt>
            <c:idx val="16"/>
            <c:marker>
              <c:symbol val="circle"/>
              <c:size val="4"/>
              <c:spPr>
                <a:solidFill>
                  <a:srgbClr val="990000"/>
                </a:solidFill>
                <a:ln w="9525">
                  <a:noFill/>
                </a:ln>
                <a:effectLst/>
              </c:spPr>
            </c:marker>
            <c:bubble3D val="0"/>
          </c:dPt>
          <c:dPt>
            <c:idx val="17"/>
            <c:marker>
              <c:symbol val="circle"/>
              <c:size val="8"/>
              <c:spPr>
                <a:solidFill>
                  <a:srgbClr val="990000"/>
                </a:solidFill>
                <a:ln w="9525">
                  <a:noFill/>
                </a:ln>
                <a:effectLst/>
              </c:spPr>
            </c:marker>
            <c:bubble3D val="0"/>
          </c:dPt>
          <c:dLbls>
            <c:delete val="1"/>
          </c:dLbls>
          <c:cat>
            <c:numRef>
              <c:f>Sheet1!$A$2:$A$22</c:f>
              <c:numCache>
                <c:formatCode>General</c:formatCode>
                <c:ptCount val="21"/>
                <c:pt idx="0">
                  <c:v>1</c:v>
                </c:pt>
                <c:pt idx="1">
                  <c:v>0.95</c:v>
                </c:pt>
                <c:pt idx="2">
                  <c:v>0.9</c:v>
                </c:pt>
                <c:pt idx="3">
                  <c:v>0.85</c:v>
                </c:pt>
                <c:pt idx="4">
                  <c:v>0.8</c:v>
                </c:pt>
                <c:pt idx="5">
                  <c:v>0.75</c:v>
                </c:pt>
                <c:pt idx="6">
                  <c:v>0.7</c:v>
                </c:pt>
                <c:pt idx="7">
                  <c:v>0.65</c:v>
                </c:pt>
                <c:pt idx="8">
                  <c:v>0.6</c:v>
                </c:pt>
                <c:pt idx="9">
                  <c:v>0.55</c:v>
                </c:pt>
                <c:pt idx="10">
                  <c:v>0.5</c:v>
                </c:pt>
                <c:pt idx="11">
                  <c:v>0.45</c:v>
                </c:pt>
                <c:pt idx="12">
                  <c:v>0.4</c:v>
                </c:pt>
                <c:pt idx="13">
                  <c:v>0.35</c:v>
                </c:pt>
                <c:pt idx="14">
                  <c:v>0.3</c:v>
                </c:pt>
                <c:pt idx="15">
                  <c:v>0.25</c:v>
                </c:pt>
                <c:pt idx="16">
                  <c:v>0.2</c:v>
                </c:pt>
                <c:pt idx="17">
                  <c:v>0.15</c:v>
                </c:pt>
                <c:pt idx="18">
                  <c:v>0.1</c:v>
                </c:pt>
                <c:pt idx="19">
                  <c:v>0.05</c:v>
                </c:pt>
                <c:pt idx="20">
                  <c:v>0.02</c:v>
                </c:pt>
              </c:numCache>
            </c:numRef>
          </c:cat>
          <c:val>
            <c:numRef>
              <c:f>Sheet1!$B$2:$B$22</c:f>
              <c:numCache>
                <c:formatCode>General</c:formatCode>
                <c:ptCount val="21"/>
                <c:pt idx="0">
                  <c:v>796.72</c:v>
                </c:pt>
                <c:pt idx="1">
                  <c:v>819.92</c:v>
                </c:pt>
                <c:pt idx="2">
                  <c:v>867.47</c:v>
                </c:pt>
                <c:pt idx="3">
                  <c:v>916.75</c:v>
                </c:pt>
                <c:pt idx="4">
                  <c:v>970.42</c:v>
                </c:pt>
                <c:pt idx="5">
                  <c:v>1027.8</c:v>
                </c:pt>
                <c:pt idx="6">
                  <c:v>1105.3</c:v>
                </c:pt>
                <c:pt idx="7">
                  <c:v>1184.2</c:v>
                </c:pt>
                <c:pt idx="8">
                  <c:v>1294.4</c:v>
                </c:pt>
                <c:pt idx="9">
                  <c:v>1390.4</c:v>
                </c:pt>
                <c:pt idx="10">
                  <c:v>1527.1</c:v>
                </c:pt>
                <c:pt idx="11">
                  <c:v>1589.3</c:v>
                </c:pt>
                <c:pt idx="12">
                  <c:v>1510.6</c:v>
                </c:pt>
                <c:pt idx="13">
                  <c:v>1678.3</c:v>
                </c:pt>
                <c:pt idx="14">
                  <c:v>1777.5</c:v>
                </c:pt>
                <c:pt idx="15">
                  <c:v>2035.2</c:v>
                </c:pt>
                <c:pt idx="16">
                  <c:v>2278.8</c:v>
                </c:pt>
                <c:pt idx="17">
                  <c:v>2373.4</c:v>
                </c:pt>
                <c:pt idx="18">
                  <c:v>2355.1</c:v>
                </c:pt>
                <c:pt idx="19">
                  <c:v>1712.3</c:v>
                </c:pt>
                <c:pt idx="20">
                  <c:v>1279.2</c:v>
                </c:pt>
              </c:numCache>
            </c:numRef>
          </c:val>
          <c:smooth val="0"/>
        </c:ser>
        <c:ser>
          <c:idx val="1"/>
          <c:order val="1"/>
          <c:tx>
            <c:strRef>
              <c:f>Sheet1!$C$1</c:f>
              <c:strCache>
                <c:ptCount val="1"/>
                <c:pt idx="0">
                  <c:v>创维亮度</c:v>
                </c:pt>
              </c:strCache>
            </c:strRef>
          </c:tx>
          <c:spPr>
            <a:ln w="22225" cap="rnd">
              <a:solidFill>
                <a:schemeClr val="accent5"/>
              </a:solidFill>
              <a:round/>
            </a:ln>
            <a:effectLst/>
            <a:sp3d contourW="22225"/>
          </c:spPr>
          <c:marker>
            <c:symbol val="circle"/>
            <c:size val="4"/>
            <c:spPr>
              <a:solidFill>
                <a:schemeClr val="accent5"/>
              </a:solidFill>
              <a:ln w="0" cmpd="dbl">
                <a:noFill/>
                <a:prstDash val="sysDot"/>
              </a:ln>
              <a:effectLst/>
            </c:spPr>
          </c:marker>
          <c:dPt>
            <c:idx val="1"/>
            <c:marker>
              <c:symbol val="circle"/>
              <c:size val="4"/>
              <c:spPr>
                <a:solidFill>
                  <a:schemeClr val="accent5"/>
                </a:solidFill>
                <a:ln w="0" cmpd="dbl">
                  <a:noFill/>
                  <a:prstDash val="sysDot"/>
                </a:ln>
                <a:effectLst/>
              </c:spPr>
            </c:marker>
            <c:bubble3D val="0"/>
            <c:spPr>
              <a:ln w="22225" cap="rnd" cmpd="sng">
                <a:solidFill>
                  <a:schemeClr val="accent5"/>
                </a:solidFill>
                <a:prstDash val="solid"/>
                <a:round/>
                <a:headEnd type="none"/>
                <a:tailEnd type="none"/>
              </a:ln>
              <a:effectLst/>
              <a:sp3d contourW="22225"/>
            </c:spPr>
          </c:dPt>
          <c:dPt>
            <c:idx val="12"/>
            <c:marker>
              <c:symbol val="circle"/>
              <c:size val="4"/>
              <c:spPr>
                <a:solidFill>
                  <a:schemeClr val="accent5"/>
                </a:solidFill>
                <a:ln w="0" cmpd="dbl">
                  <a:noFill/>
                  <a:prstDash val="sysDot"/>
                </a:ln>
                <a:effectLst/>
              </c:spPr>
            </c:marker>
            <c:bubble3D val="0"/>
            <c:spPr>
              <a:ln w="22225" cap="rnd" cmpd="sng">
                <a:solidFill>
                  <a:schemeClr val="accent1"/>
                </a:solidFill>
                <a:prstDash val="solid"/>
                <a:round/>
                <a:headEnd type="none"/>
                <a:tailEnd type="none"/>
              </a:ln>
              <a:effectLst/>
              <a:sp3d contourW="22225"/>
            </c:spPr>
          </c:dPt>
          <c:dPt>
            <c:idx val="13"/>
            <c:marker>
              <c:symbol val="circle"/>
              <c:size val="4"/>
              <c:spPr>
                <a:solidFill>
                  <a:schemeClr val="accent5"/>
                </a:solidFill>
                <a:ln w="0" cmpd="dbl">
                  <a:noFill/>
                  <a:prstDash val="sysDot"/>
                </a:ln>
                <a:effectLst/>
              </c:spPr>
            </c:marker>
            <c:bubble3D val="0"/>
          </c:dPt>
          <c:dPt>
            <c:idx val="15"/>
            <c:marker>
              <c:symbol val="circle"/>
              <c:size val="8"/>
              <c:spPr>
                <a:solidFill>
                  <a:schemeClr val="accent5"/>
                </a:solidFill>
                <a:ln w="0" cmpd="dbl">
                  <a:noFill/>
                  <a:prstDash val="sysDot"/>
                </a:ln>
                <a:effectLst/>
              </c:spPr>
            </c:marker>
            <c:bubble3D val="0"/>
          </c:dPt>
          <c:dPt>
            <c:idx val="16"/>
            <c:marker>
              <c:symbol val="circle"/>
              <c:size val="4"/>
              <c:spPr>
                <a:solidFill>
                  <a:schemeClr val="accent5"/>
                </a:solidFill>
                <a:ln w="0" cmpd="dbl">
                  <a:noFill/>
                  <a:prstDash val="sysDot"/>
                </a:ln>
                <a:effectLst/>
              </c:spPr>
            </c:marker>
            <c:bubble3D val="0"/>
          </c:dPt>
          <c:dLbls>
            <c:delete val="1"/>
          </c:dLbls>
          <c:cat>
            <c:numRef>
              <c:f>Sheet1!$A$2:$A$22</c:f>
              <c:numCache>
                <c:formatCode>General</c:formatCode>
                <c:ptCount val="21"/>
                <c:pt idx="0">
                  <c:v>1</c:v>
                </c:pt>
                <c:pt idx="1">
                  <c:v>0.95</c:v>
                </c:pt>
                <c:pt idx="2">
                  <c:v>0.9</c:v>
                </c:pt>
                <c:pt idx="3">
                  <c:v>0.85</c:v>
                </c:pt>
                <c:pt idx="4">
                  <c:v>0.8</c:v>
                </c:pt>
                <c:pt idx="5">
                  <c:v>0.75</c:v>
                </c:pt>
                <c:pt idx="6">
                  <c:v>0.7</c:v>
                </c:pt>
                <c:pt idx="7">
                  <c:v>0.65</c:v>
                </c:pt>
                <c:pt idx="8">
                  <c:v>0.6</c:v>
                </c:pt>
                <c:pt idx="9">
                  <c:v>0.55</c:v>
                </c:pt>
                <c:pt idx="10">
                  <c:v>0.5</c:v>
                </c:pt>
                <c:pt idx="11">
                  <c:v>0.45</c:v>
                </c:pt>
                <c:pt idx="12">
                  <c:v>0.4</c:v>
                </c:pt>
                <c:pt idx="13">
                  <c:v>0.35</c:v>
                </c:pt>
                <c:pt idx="14">
                  <c:v>0.3</c:v>
                </c:pt>
                <c:pt idx="15">
                  <c:v>0.25</c:v>
                </c:pt>
                <c:pt idx="16">
                  <c:v>0.2</c:v>
                </c:pt>
                <c:pt idx="17">
                  <c:v>0.15</c:v>
                </c:pt>
                <c:pt idx="18">
                  <c:v>0.1</c:v>
                </c:pt>
                <c:pt idx="19">
                  <c:v>0.05</c:v>
                </c:pt>
                <c:pt idx="20">
                  <c:v>0.02</c:v>
                </c:pt>
              </c:numCache>
            </c:numRef>
          </c:cat>
          <c:val>
            <c:numRef>
              <c:f>Sheet1!$C$2:$C$22</c:f>
              <c:numCache>
                <c:formatCode>General</c:formatCode>
                <c:ptCount val="21"/>
                <c:pt idx="0">
                  <c:v>737.38</c:v>
                </c:pt>
                <c:pt idx="1">
                  <c:v>767.41</c:v>
                </c:pt>
                <c:pt idx="2">
                  <c:v>814.82</c:v>
                </c:pt>
                <c:pt idx="3">
                  <c:v>839.81</c:v>
                </c:pt>
                <c:pt idx="4">
                  <c:v>893.78</c:v>
                </c:pt>
                <c:pt idx="5">
                  <c:v>944.59</c:v>
                </c:pt>
                <c:pt idx="6">
                  <c:v>1012.2</c:v>
                </c:pt>
                <c:pt idx="7">
                  <c:v>1102.1</c:v>
                </c:pt>
                <c:pt idx="8">
                  <c:v>1155.3</c:v>
                </c:pt>
                <c:pt idx="9">
                  <c:v>1244.1</c:v>
                </c:pt>
                <c:pt idx="10">
                  <c:v>1388.1</c:v>
                </c:pt>
                <c:pt idx="11">
                  <c:v>1492.6</c:v>
                </c:pt>
                <c:pt idx="12">
                  <c:v>1653.1</c:v>
                </c:pt>
                <c:pt idx="13">
                  <c:v>1810.1</c:v>
                </c:pt>
                <c:pt idx="14">
                  <c:v>1881.2</c:v>
                </c:pt>
                <c:pt idx="15">
                  <c:v>2057.1</c:v>
                </c:pt>
                <c:pt idx="16">
                  <c:v>1990.1</c:v>
                </c:pt>
                <c:pt idx="17">
                  <c:v>1897.2</c:v>
                </c:pt>
                <c:pt idx="18">
                  <c:v>1740.8</c:v>
                </c:pt>
                <c:pt idx="19">
                  <c:v>1459.4</c:v>
                </c:pt>
                <c:pt idx="20">
                  <c:v>1079.1</c:v>
                </c:pt>
              </c:numCache>
            </c:numRef>
          </c:val>
          <c:smooth val="0"/>
        </c:ser>
        <c:ser>
          <c:idx val="2"/>
          <c:order val="2"/>
          <c:tx>
            <c:strRef>
              <c:f>Sheet1!$D$1</c:f>
              <c:strCache>
                <c:ptCount val="1"/>
                <c:pt idx="0">
                  <c:v>TCL功率</c:v>
                </c:pt>
              </c:strCache>
            </c:strRef>
          </c:tx>
          <c:spPr>
            <a:ln w="22225" cap="rnd">
              <a:solidFill>
                <a:srgbClr val="990000"/>
              </a:solidFill>
              <a:prstDash val="sysDot"/>
              <a:round/>
            </a:ln>
            <a:effectLst/>
            <a:sp3d contourW="22225"/>
          </c:spPr>
          <c:marker>
            <c:symbol val="circle"/>
            <c:size val="4"/>
            <c:spPr>
              <a:solidFill>
                <a:srgbClr val="990000"/>
              </a:solidFill>
              <a:ln w="9525">
                <a:noFill/>
              </a:ln>
              <a:effectLst/>
            </c:spPr>
          </c:marker>
          <c:dPt>
            <c:idx val="0"/>
            <c:marker>
              <c:symbol val="circle"/>
              <c:size val="8"/>
              <c:spPr>
                <a:solidFill>
                  <a:srgbClr val="990000"/>
                </a:solidFill>
                <a:ln w="9525">
                  <a:noFill/>
                </a:ln>
                <a:effectLst/>
              </c:spPr>
            </c:marker>
            <c:bubble3D val="0"/>
          </c:dPt>
          <c:dLbls>
            <c:delete val="1"/>
          </c:dLbls>
          <c:cat>
            <c:numRef>
              <c:f>Sheet1!$A$2:$A$22</c:f>
              <c:numCache>
                <c:formatCode>General</c:formatCode>
                <c:ptCount val="21"/>
                <c:pt idx="0">
                  <c:v>1</c:v>
                </c:pt>
                <c:pt idx="1">
                  <c:v>0.95</c:v>
                </c:pt>
                <c:pt idx="2">
                  <c:v>0.9</c:v>
                </c:pt>
                <c:pt idx="3">
                  <c:v>0.85</c:v>
                </c:pt>
                <c:pt idx="4">
                  <c:v>0.8</c:v>
                </c:pt>
                <c:pt idx="5">
                  <c:v>0.75</c:v>
                </c:pt>
                <c:pt idx="6">
                  <c:v>0.7</c:v>
                </c:pt>
                <c:pt idx="7">
                  <c:v>0.65</c:v>
                </c:pt>
                <c:pt idx="8">
                  <c:v>0.6</c:v>
                </c:pt>
                <c:pt idx="9">
                  <c:v>0.55</c:v>
                </c:pt>
                <c:pt idx="10">
                  <c:v>0.5</c:v>
                </c:pt>
                <c:pt idx="11">
                  <c:v>0.45</c:v>
                </c:pt>
                <c:pt idx="12">
                  <c:v>0.4</c:v>
                </c:pt>
                <c:pt idx="13">
                  <c:v>0.35</c:v>
                </c:pt>
                <c:pt idx="14">
                  <c:v>0.3</c:v>
                </c:pt>
                <c:pt idx="15">
                  <c:v>0.25</c:v>
                </c:pt>
                <c:pt idx="16">
                  <c:v>0.2</c:v>
                </c:pt>
                <c:pt idx="17">
                  <c:v>0.15</c:v>
                </c:pt>
                <c:pt idx="18">
                  <c:v>0.1</c:v>
                </c:pt>
                <c:pt idx="19">
                  <c:v>0.05</c:v>
                </c:pt>
                <c:pt idx="20">
                  <c:v>0.02</c:v>
                </c:pt>
              </c:numCache>
            </c:numRef>
          </c:cat>
          <c:val>
            <c:numRef>
              <c:f>Sheet1!$D$2:$D$22</c:f>
              <c:numCache>
                <c:formatCode>General</c:formatCode>
                <c:ptCount val="21"/>
                <c:pt idx="0">
                  <c:v>416</c:v>
                </c:pt>
                <c:pt idx="1">
                  <c:v>415</c:v>
                </c:pt>
                <c:pt idx="2">
                  <c:v>416</c:v>
                </c:pt>
                <c:pt idx="3">
                  <c:v>415</c:v>
                </c:pt>
                <c:pt idx="4">
                  <c:v>416</c:v>
                </c:pt>
                <c:pt idx="5">
                  <c:v>416</c:v>
                </c:pt>
                <c:pt idx="6">
                  <c:v>416</c:v>
                </c:pt>
                <c:pt idx="7">
                  <c:v>416</c:v>
                </c:pt>
                <c:pt idx="8">
                  <c:v>415</c:v>
                </c:pt>
                <c:pt idx="9">
                  <c:v>418</c:v>
                </c:pt>
                <c:pt idx="10">
                  <c:v>419</c:v>
                </c:pt>
                <c:pt idx="11">
                  <c:v>414</c:v>
                </c:pt>
                <c:pt idx="12">
                  <c:v>422</c:v>
                </c:pt>
                <c:pt idx="13">
                  <c:v>420</c:v>
                </c:pt>
                <c:pt idx="14">
                  <c:v>422</c:v>
                </c:pt>
                <c:pt idx="15">
                  <c:v>430</c:v>
                </c:pt>
                <c:pt idx="16">
                  <c:v>431</c:v>
                </c:pt>
                <c:pt idx="17">
                  <c:v>357</c:v>
                </c:pt>
                <c:pt idx="18">
                  <c:v>246</c:v>
                </c:pt>
                <c:pt idx="19">
                  <c:v>138</c:v>
                </c:pt>
                <c:pt idx="20">
                  <c:v>64</c:v>
                </c:pt>
              </c:numCache>
            </c:numRef>
          </c:val>
          <c:smooth val="0"/>
        </c:ser>
        <c:ser>
          <c:idx val="3"/>
          <c:order val="3"/>
          <c:tx>
            <c:strRef>
              <c:f>Sheet1!$E$1</c:f>
              <c:strCache>
                <c:ptCount val="1"/>
                <c:pt idx="0">
                  <c:v>创维功率</c:v>
                </c:pt>
              </c:strCache>
            </c:strRef>
          </c:tx>
          <c:spPr>
            <a:ln w="22225" cap="rnd">
              <a:solidFill>
                <a:schemeClr val="accent5"/>
              </a:solidFill>
              <a:prstDash val="sysDot"/>
              <a:round/>
            </a:ln>
            <a:effectLst/>
            <a:sp3d contourW="22225"/>
          </c:spPr>
          <c:marker>
            <c:symbol val="circle"/>
            <c:size val="4"/>
            <c:spPr>
              <a:solidFill>
                <a:schemeClr val="accent5"/>
              </a:solidFill>
              <a:ln w="9525">
                <a:noFill/>
              </a:ln>
              <a:effectLst/>
            </c:spPr>
          </c:marker>
          <c:dPt>
            <c:idx val="0"/>
            <c:marker>
              <c:symbol val="circle"/>
              <c:size val="8"/>
              <c:spPr>
                <a:solidFill>
                  <a:schemeClr val="accent5"/>
                </a:solidFill>
                <a:ln w="9525">
                  <a:noFill/>
                </a:ln>
                <a:effectLst/>
              </c:spPr>
            </c:marker>
            <c:bubble3D val="0"/>
          </c:dPt>
          <c:dPt>
            <c:idx val="12"/>
            <c:marker>
              <c:symbol val="circle"/>
              <c:size val="4"/>
              <c:spPr>
                <a:solidFill>
                  <a:schemeClr val="accent5"/>
                </a:solidFill>
                <a:ln w="9525">
                  <a:noFill/>
                </a:ln>
                <a:effectLst/>
              </c:spPr>
            </c:marker>
            <c:bubble3D val="0"/>
          </c:dPt>
          <c:dLbls>
            <c:delete val="1"/>
          </c:dLbls>
          <c:cat>
            <c:numRef>
              <c:f>Sheet1!$A$2:$A$22</c:f>
              <c:numCache>
                <c:formatCode>General</c:formatCode>
                <c:ptCount val="21"/>
                <c:pt idx="0">
                  <c:v>1</c:v>
                </c:pt>
                <c:pt idx="1">
                  <c:v>0.95</c:v>
                </c:pt>
                <c:pt idx="2">
                  <c:v>0.9</c:v>
                </c:pt>
                <c:pt idx="3">
                  <c:v>0.85</c:v>
                </c:pt>
                <c:pt idx="4">
                  <c:v>0.8</c:v>
                </c:pt>
                <c:pt idx="5">
                  <c:v>0.75</c:v>
                </c:pt>
                <c:pt idx="6">
                  <c:v>0.7</c:v>
                </c:pt>
                <c:pt idx="7">
                  <c:v>0.65</c:v>
                </c:pt>
                <c:pt idx="8">
                  <c:v>0.6</c:v>
                </c:pt>
                <c:pt idx="9">
                  <c:v>0.55</c:v>
                </c:pt>
                <c:pt idx="10">
                  <c:v>0.5</c:v>
                </c:pt>
                <c:pt idx="11">
                  <c:v>0.45</c:v>
                </c:pt>
                <c:pt idx="12">
                  <c:v>0.4</c:v>
                </c:pt>
                <c:pt idx="13">
                  <c:v>0.35</c:v>
                </c:pt>
                <c:pt idx="14">
                  <c:v>0.3</c:v>
                </c:pt>
                <c:pt idx="15">
                  <c:v>0.25</c:v>
                </c:pt>
                <c:pt idx="16">
                  <c:v>0.2</c:v>
                </c:pt>
                <c:pt idx="17">
                  <c:v>0.15</c:v>
                </c:pt>
                <c:pt idx="18">
                  <c:v>0.1</c:v>
                </c:pt>
                <c:pt idx="19">
                  <c:v>0.05</c:v>
                </c:pt>
                <c:pt idx="20">
                  <c:v>0.02</c:v>
                </c:pt>
              </c:numCache>
            </c:numRef>
          </c:cat>
          <c:val>
            <c:numRef>
              <c:f>Sheet1!$E$2:$E$22</c:f>
              <c:numCache>
                <c:formatCode>General</c:formatCode>
                <c:ptCount val="21"/>
                <c:pt idx="0">
                  <c:v>269</c:v>
                </c:pt>
                <c:pt idx="1">
                  <c:v>269</c:v>
                </c:pt>
                <c:pt idx="2">
                  <c:v>269</c:v>
                </c:pt>
                <c:pt idx="3">
                  <c:v>269</c:v>
                </c:pt>
                <c:pt idx="4">
                  <c:v>269</c:v>
                </c:pt>
                <c:pt idx="5">
                  <c:v>269</c:v>
                </c:pt>
                <c:pt idx="6">
                  <c:v>268</c:v>
                </c:pt>
                <c:pt idx="7">
                  <c:v>270</c:v>
                </c:pt>
                <c:pt idx="8">
                  <c:v>269</c:v>
                </c:pt>
                <c:pt idx="9">
                  <c:v>269</c:v>
                </c:pt>
                <c:pt idx="10">
                  <c:v>269</c:v>
                </c:pt>
                <c:pt idx="11">
                  <c:v>273</c:v>
                </c:pt>
                <c:pt idx="12">
                  <c:v>273</c:v>
                </c:pt>
                <c:pt idx="13">
                  <c:v>272</c:v>
                </c:pt>
                <c:pt idx="14">
                  <c:v>266</c:v>
                </c:pt>
                <c:pt idx="15">
                  <c:v>238</c:v>
                </c:pt>
                <c:pt idx="16">
                  <c:v>199</c:v>
                </c:pt>
                <c:pt idx="17">
                  <c:v>160</c:v>
                </c:pt>
                <c:pt idx="18">
                  <c:v>116</c:v>
                </c:pt>
                <c:pt idx="19">
                  <c:v>73</c:v>
                </c:pt>
                <c:pt idx="20">
                  <c:v>49</c:v>
                </c:pt>
              </c:numCache>
            </c:numRef>
          </c:val>
          <c:smooth val="0"/>
        </c:ser>
        <c:dLbls>
          <c:showLegendKey val="0"/>
          <c:showVal val="0"/>
          <c:showCatName val="0"/>
          <c:showSerName val="0"/>
          <c:showPercent val="0"/>
          <c:showBubbleSize val="0"/>
        </c:dLbls>
        <c:marker val="1"/>
        <c:smooth val="0"/>
        <c:axId val="161186888"/>
        <c:axId val="33740152"/>
      </c:lineChart>
      <c:catAx>
        <c:axId val="161186888"/>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800" b="0" i="0" u="none" strike="noStrike" kern="1200" baseline="0">
                <a:solidFill>
                  <a:schemeClr val="tx1">
                    <a:lumMod val="65000"/>
                    <a:lumOff val="35000"/>
                  </a:schemeClr>
                </a:solidFill>
                <a:latin typeface="+mn-lt"/>
                <a:ea typeface="+mn-ea"/>
                <a:cs typeface="+mn-cs"/>
              </a:defRPr>
            </a:pPr>
          </a:p>
        </c:txPr>
        <c:crossAx val="33740152"/>
        <c:crosses val="autoZero"/>
        <c:auto val="1"/>
        <c:lblAlgn val="ctr"/>
        <c:lblOffset val="100"/>
        <c:noMultiLvlLbl val="0"/>
      </c:catAx>
      <c:valAx>
        <c:axId val="33740152"/>
        <c:scaling>
          <c:orientation val="minMax"/>
          <c:max val="2500"/>
          <c:min val="0"/>
        </c:scaling>
        <c:delete val="0"/>
        <c:axPos val="l"/>
        <c:majorGridlines>
          <c:spPr>
            <a:ln w="9525" cap="flat" cmpd="sng" algn="ctr">
              <a:solidFill>
                <a:schemeClr val="lt1">
                  <a:lumMod val="90200"/>
                </a:schemeClr>
              </a:solidFill>
              <a:round/>
            </a:ln>
            <a:effectLst/>
          </c:spPr>
        </c:majorGridlines>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zh-CN" sz="800" b="0" i="0" u="none" strike="noStrike" kern="1200" baseline="0">
                <a:solidFill>
                  <a:schemeClr val="tx1">
                    <a:lumMod val="65000"/>
                    <a:lumOff val="35000"/>
                  </a:schemeClr>
                </a:solidFill>
                <a:latin typeface="+mn-lt"/>
                <a:ea typeface="+mn-ea"/>
                <a:cs typeface="+mn-cs"/>
              </a:defRPr>
            </a:pPr>
          </a:p>
        </c:txPr>
        <c:crossAx val="161186888"/>
        <c:crosses val="autoZero"/>
        <c:crossBetween val="between"/>
      </c:valAx>
      <c:spPr>
        <a:noFill/>
        <a:ln>
          <a:noFill/>
        </a:ln>
        <a:effectLst/>
      </c:spPr>
    </c:plotArea>
    <c:legend>
      <c:legendPos val="b"/>
      <c:legendEntry>
        <c:idx val="0"/>
        <c:txPr>
          <a:bodyPr rot="0" spcFirstLastPara="0" vertOverflow="ellipsis" vert="horz" wrap="square" anchor="ctr" anchorCtr="1"/>
          <a:lstStyle/>
          <a:p>
            <a:pPr>
              <a:defRPr lang="zh-CN" sz="800" b="0" i="0" u="none" strike="noStrike" kern="1200" baseline="0">
                <a:solidFill>
                  <a:schemeClr val="tx1">
                    <a:lumMod val="65000"/>
                    <a:lumOff val="35000"/>
                  </a:schemeClr>
                </a:solidFill>
                <a:latin typeface="+mn-lt"/>
                <a:ea typeface="+mn-ea"/>
                <a:cs typeface="+mn-cs"/>
              </a:defRPr>
            </a:pPr>
          </a:p>
        </c:txPr>
      </c:legendEntry>
      <c:legendEntry>
        <c:idx val="1"/>
        <c:txPr>
          <a:bodyPr rot="0" spcFirstLastPara="0" vertOverflow="ellipsis" vert="horz" wrap="square" anchor="ctr" anchorCtr="1"/>
          <a:lstStyle/>
          <a:p>
            <a:pPr>
              <a:defRPr lang="zh-CN" sz="800" b="0" i="0" u="none" strike="noStrike" kern="1200" baseline="0">
                <a:solidFill>
                  <a:schemeClr val="tx1">
                    <a:lumMod val="65000"/>
                    <a:lumOff val="35000"/>
                  </a:schemeClr>
                </a:solidFill>
                <a:latin typeface="+mn-lt"/>
                <a:ea typeface="+mn-ea"/>
                <a:cs typeface="+mn-cs"/>
              </a:defRPr>
            </a:pPr>
          </a:p>
        </c:txPr>
      </c:legendEntry>
      <c:legendEntry>
        <c:idx val="2"/>
        <c:txPr>
          <a:bodyPr rot="0" spcFirstLastPara="0" vertOverflow="ellipsis" vert="horz" wrap="square" anchor="ctr" anchorCtr="1"/>
          <a:lstStyle/>
          <a:p>
            <a:pPr>
              <a:defRPr lang="zh-CN" sz="800" b="0" i="0" u="none" strike="noStrike" kern="1200" baseline="0">
                <a:solidFill>
                  <a:schemeClr val="tx1">
                    <a:lumMod val="65000"/>
                    <a:lumOff val="35000"/>
                  </a:schemeClr>
                </a:solidFill>
                <a:latin typeface="+mn-lt"/>
                <a:ea typeface="+mn-ea"/>
                <a:cs typeface="+mn-cs"/>
              </a:defRPr>
            </a:pPr>
          </a:p>
        </c:txPr>
      </c:legendEntry>
      <c:legendEntry>
        <c:idx val="3"/>
        <c:txPr>
          <a:bodyPr rot="0" spcFirstLastPara="0" vertOverflow="ellipsis" vert="horz" wrap="square" anchor="ctr" anchorCtr="1"/>
          <a:lstStyle/>
          <a:p>
            <a:pPr>
              <a:defRPr lang="zh-CN" sz="800" b="0" i="0" u="none" strike="noStrike" kern="1200" baseline="0">
                <a:solidFill>
                  <a:schemeClr val="tx1">
                    <a:lumMod val="65000"/>
                    <a:lumOff val="35000"/>
                  </a:schemeClr>
                </a:solidFill>
                <a:latin typeface="+mn-lt"/>
                <a:ea typeface="+mn-ea"/>
                <a:cs typeface="+mn-cs"/>
              </a:defRPr>
            </a:pPr>
          </a:p>
        </c:txPr>
      </c:legendEntry>
      <c:layout>
        <c:manualLayout>
          <c:xMode val="edge"/>
          <c:yMode val="edge"/>
          <c:x val="0.0899874581939799"/>
          <c:y val="0.902991922127533"/>
          <c:w val="0.764109531772575"/>
          <c:h val="0.0927527587235312"/>
        </c:manualLayout>
      </c:layout>
      <c:overlay val="0"/>
      <c:spPr>
        <a:noFill/>
        <a:ln>
          <a:noFill/>
        </a:ln>
        <a:effectLst/>
      </c:spPr>
      <c:txPr>
        <a:bodyPr rot="0" spcFirstLastPara="0" vertOverflow="ellipsis" vert="horz" wrap="square" anchor="ctr" anchorCtr="1"/>
        <a:lstStyle/>
        <a:p>
          <a:pPr>
            <a:defRPr lang="zh-CN" sz="8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chart>
  <c:spPr>
    <a:noFill/>
    <a:ln w="9525" cap="flat" cmpd="sng" algn="ctr">
      <a:noFill/>
      <a:round/>
    </a:ln>
    <a:effectLst/>
  </c:spPr>
  <c:txPr>
    <a:bodyPr/>
    <a:lstStyle/>
    <a:p>
      <a:pPr>
        <a:defRPr lang="zh-CN" sz="800"/>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39229160442187"/>
          <c:y val="0.153530693533699"/>
          <c:w val="0.741858380639379"/>
          <c:h val="0.80551500405515"/>
        </c:manualLayout>
      </c:layout>
      <c:radarChart>
        <c:radarStyle val="marker"/>
        <c:varyColors val="0"/>
        <c:ser>
          <c:idx val="0"/>
          <c:order val="0"/>
          <c:tx>
            <c:strRef>
              <c:f>Sheet1!$B$1</c:f>
              <c:strCache>
                <c:ptCount val="1"/>
                <c:pt idx="0">
                  <c:v>创维</c:v>
                </c:pt>
              </c:strCache>
            </c:strRef>
          </c:tx>
          <c:spPr>
            <a:ln w="19050" cap="rnd" cmpd="sng" algn="ctr">
              <a:solidFill>
                <a:srgbClr val="5B9BD5">
                  <a:lumMod val="75000"/>
                </a:srgbClr>
              </a:solidFill>
              <a:prstDash val="sysDash"/>
              <a:round/>
            </a:ln>
            <a:effectLst/>
          </c:spPr>
          <c:marker>
            <c:symbol val="circle"/>
            <c:size val="5"/>
            <c:spPr>
              <a:solidFill>
                <a:srgbClr val="5B9BD5">
                  <a:lumMod val="75000"/>
                </a:srgbClr>
              </a:solidFill>
              <a:ln>
                <a:solidFill>
                  <a:srgbClr val="5B9BD5">
                    <a:lumMod val="75000"/>
                  </a:srgbClr>
                </a:solidFill>
              </a:ln>
              <a:effectLst/>
            </c:spPr>
          </c:marker>
          <c:dLbls>
            <c:dLbl>
              <c:idx val="0"/>
              <c:layout>
                <c:manualLayout>
                  <c:x val="0.00463101284732596"/>
                  <c:y val="0.111990178693221"/>
                </c:manualLayout>
              </c:layout>
              <c:showLegendKey val="0"/>
              <c:showVal val="1"/>
              <c:showCatName val="0"/>
              <c:showSerName val="0"/>
              <c:showPercent val="0"/>
              <c:showBubbleSize val="0"/>
              <c:extLst>
                <c:ext xmlns:c15="http://schemas.microsoft.com/office/drawing/2012/chart" uri="{CE6537A1-D6FC-4f65-9D91-7224C49458BB}">
                  <c15:layout/>
                </c:ext>
              </c:extLst>
            </c:dLbl>
            <c:dLbl>
              <c:idx val="1"/>
              <c:layout>
                <c:manualLayout>
                  <c:x val="-0.0705109052883179"/>
                  <c:y val="0.00136407038603192"/>
                </c:manualLayout>
              </c:layout>
              <c:showLegendKey val="0"/>
              <c:showVal val="1"/>
              <c:showCatName val="0"/>
              <c:showSerName val="0"/>
              <c:showPercent val="0"/>
              <c:showBubbleSize val="0"/>
              <c:extLst>
                <c:ext xmlns:c15="http://schemas.microsoft.com/office/drawing/2012/chart" uri="{CE6537A1-D6FC-4f65-9D91-7224C49458BB}">
                  <c15:layout/>
                </c:ext>
              </c:extLst>
            </c:dLbl>
            <c:dLbl>
              <c:idx val="2"/>
              <c:layout>
                <c:manualLayout>
                  <c:x val="-0.06139826710487"/>
                  <c:y val="0.0210066839448916"/>
                </c:manualLayout>
              </c:layout>
              <c:showLegendKey val="0"/>
              <c:showVal val="1"/>
              <c:showCatName val="0"/>
              <c:showSerName val="0"/>
              <c:showPercent val="0"/>
              <c:showBubbleSize val="0"/>
              <c:extLst>
                <c:ext xmlns:c15="http://schemas.microsoft.com/office/drawing/2012/chart" uri="{CE6537A1-D6FC-4f65-9D91-7224C49458BB}">
                  <c15:layout/>
                </c:ext>
              </c:extLst>
            </c:dLbl>
            <c:dLbl>
              <c:idx val="5"/>
              <c:layout>
                <c:manualLayout>
                  <c:x val="0.130265909769943"/>
                  <c:y val="-0.0210066839448916"/>
                </c:manualLayout>
              </c:layout>
              <c:showLegendKey val="0"/>
              <c:showVal val="1"/>
              <c:showCatName val="0"/>
              <c:showSerName val="0"/>
              <c:showPercent val="0"/>
              <c:showBubbleSize val="0"/>
              <c:extLst>
                <c:ext xmlns:c15="http://schemas.microsoft.com/office/drawing/2012/chart" uri="{CE6537A1-D6FC-4f65-9D91-7224C49458BB}">
                  <c15:layout/>
                </c:ext>
              </c:extLst>
            </c:dLbl>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tx1">
                          <a:lumMod val="35000"/>
                          <a:lumOff val="65000"/>
                        </a:schemeClr>
                      </a:solidFill>
                    </a:ln>
                    <a:effectLst/>
                  </c:spPr>
                </c15:leaderLines>
              </c:ext>
            </c:extLst>
          </c:dLbls>
          <c:cat>
            <c:strRef>
              <c:f>Sheet1!$A$2:$A$8</c:f>
              <c:strCache>
                <c:ptCount val="7"/>
                <c:pt idx="0">
                  <c:v>对比度</c:v>
                </c:pt>
                <c:pt idx="1">
                  <c:v>清晰度</c:v>
                </c:pt>
                <c:pt idx="2">
                  <c:v>色彩</c:v>
                </c:pt>
                <c:pt idx="3">
                  <c:v>降噪</c:v>
                </c:pt>
                <c:pt idx="4">
                  <c:v>LD</c:v>
                </c:pt>
                <c:pt idx="5">
                  <c:v>MEMC</c:v>
                </c:pt>
                <c:pt idx="6">
                  <c:v>HDR</c:v>
                </c:pt>
              </c:strCache>
            </c:strRef>
          </c:cat>
          <c:val>
            <c:numRef>
              <c:f>Sheet1!$B$2:$B$8</c:f>
              <c:numCache>
                <c:formatCode>General</c:formatCode>
                <c:ptCount val="7"/>
                <c:pt idx="0">
                  <c:v>4</c:v>
                </c:pt>
                <c:pt idx="1">
                  <c:v>4</c:v>
                </c:pt>
                <c:pt idx="2">
                  <c:v>4</c:v>
                </c:pt>
                <c:pt idx="3">
                  <c:v>3.5</c:v>
                </c:pt>
                <c:pt idx="4">
                  <c:v>3.5</c:v>
                </c:pt>
                <c:pt idx="5">
                  <c:v>4</c:v>
                </c:pt>
                <c:pt idx="6">
                  <c:v>3.5</c:v>
                </c:pt>
              </c:numCache>
            </c:numRef>
          </c:val>
        </c:ser>
        <c:ser>
          <c:idx val="1"/>
          <c:order val="1"/>
          <c:tx>
            <c:strRef>
              <c:f>Sheet1!$C$1</c:f>
              <c:strCache>
                <c:ptCount val="1"/>
                <c:pt idx="0">
                  <c:v>TCL</c:v>
                </c:pt>
              </c:strCache>
            </c:strRef>
          </c:tx>
          <c:spPr>
            <a:ln w="19050" cap="flat" cmpd="sng" algn="ctr">
              <a:solidFill>
                <a:srgbClr val="990000"/>
              </a:solidFill>
              <a:prstDash val="sysDash"/>
              <a:miter lim="800000"/>
            </a:ln>
            <a:effectLst/>
          </c:spPr>
          <c:marker>
            <c:symbol val="circle"/>
            <c:size val="5"/>
            <c:spPr>
              <a:solidFill>
                <a:srgbClr val="990000"/>
              </a:solidFill>
              <a:ln>
                <a:solidFill>
                  <a:srgbClr val="990000"/>
                </a:solidFill>
              </a:ln>
              <a:effectLst/>
            </c:spPr>
          </c:marker>
          <c:dLbls>
            <c:dLbl>
              <c:idx val="0"/>
              <c:layout>
                <c:manualLayout>
                  <c:x val="0.0582611293695847"/>
                  <c:y val="0.0420133678897831"/>
                </c:manualLayout>
              </c:layout>
              <c:showLegendKey val="0"/>
              <c:showVal val="1"/>
              <c:showCatName val="0"/>
              <c:showSerName val="0"/>
              <c:showPercent val="0"/>
              <c:showBubbleSize val="0"/>
              <c:extLst>
                <c:ext xmlns:c15="http://schemas.microsoft.com/office/drawing/2012/chart" uri="{CE6537A1-D6FC-4f65-9D91-7224C49458BB}">
                  <c15:layout/>
                </c:ext>
              </c:extLst>
            </c:dLbl>
            <c:dLbl>
              <c:idx val="2"/>
              <c:layout>
                <c:manualLayout>
                  <c:x val="-0.144158948311921"/>
                  <c:y val="-0.0223707543309235"/>
                </c:manualLayout>
              </c:layout>
              <c:showLegendKey val="0"/>
              <c:showVal val="1"/>
              <c:showCatName val="0"/>
              <c:showSerName val="0"/>
              <c:showPercent val="0"/>
              <c:showBubbleSize val="0"/>
              <c:extLst>
                <c:ext xmlns:c15="http://schemas.microsoft.com/office/drawing/2012/chart" uri="{CE6537A1-D6FC-4f65-9D91-7224C49458BB}">
                  <c15:layout/>
                </c:ext>
              </c:extLst>
            </c:dLbl>
            <c:dLbl>
              <c:idx val="5"/>
              <c:layout>
                <c:manualLayout>
                  <c:x val="0.0413803406035255"/>
                  <c:y val="-0.0531987450552448"/>
                </c:manualLayout>
              </c:layout>
              <c:showLegendKey val="0"/>
              <c:showVal val="1"/>
              <c:showCatName val="0"/>
              <c:showSerName val="0"/>
              <c:showPercent val="0"/>
              <c:showBubbleSize val="0"/>
              <c:extLst>
                <c:ext xmlns:c15="http://schemas.microsoft.com/office/drawing/2012/chart" uri="{CE6537A1-D6FC-4f65-9D91-7224C49458BB}">
                  <c15:layout/>
                </c:ext>
              </c:extLst>
            </c:dLbl>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tx1">
                          <a:lumMod val="35000"/>
                          <a:lumOff val="65000"/>
                        </a:schemeClr>
                      </a:solidFill>
                    </a:ln>
                    <a:effectLst/>
                  </c:spPr>
                </c15:leaderLines>
              </c:ext>
            </c:extLst>
          </c:dLbls>
          <c:cat>
            <c:strRef>
              <c:f>Sheet1!$A$2:$A$8</c:f>
              <c:strCache>
                <c:ptCount val="7"/>
                <c:pt idx="0">
                  <c:v>对比度</c:v>
                </c:pt>
                <c:pt idx="1">
                  <c:v>清晰度</c:v>
                </c:pt>
                <c:pt idx="2">
                  <c:v>色彩</c:v>
                </c:pt>
                <c:pt idx="3">
                  <c:v>降噪</c:v>
                </c:pt>
                <c:pt idx="4">
                  <c:v>LD</c:v>
                </c:pt>
                <c:pt idx="5">
                  <c:v>MEMC</c:v>
                </c:pt>
                <c:pt idx="6">
                  <c:v>HDR</c:v>
                </c:pt>
              </c:strCache>
            </c:strRef>
          </c:cat>
          <c:val>
            <c:numRef>
              <c:f>Sheet1!$C$2:$C$8</c:f>
              <c:numCache>
                <c:formatCode>General</c:formatCode>
                <c:ptCount val="7"/>
                <c:pt idx="0">
                  <c:v>4</c:v>
                </c:pt>
                <c:pt idx="1">
                  <c:v>3.5</c:v>
                </c:pt>
                <c:pt idx="2">
                  <c:v>4</c:v>
                </c:pt>
                <c:pt idx="3">
                  <c:v>4</c:v>
                </c:pt>
                <c:pt idx="4">
                  <c:v>3.5</c:v>
                </c:pt>
                <c:pt idx="5">
                  <c:v>4</c:v>
                </c:pt>
                <c:pt idx="6">
                  <c:v>4</c:v>
                </c:pt>
              </c:numCache>
            </c:numRef>
          </c:val>
        </c:ser>
        <c:dLbls>
          <c:showLegendKey val="0"/>
          <c:showVal val="1"/>
          <c:showCatName val="0"/>
          <c:showSerName val="0"/>
          <c:showPercent val="0"/>
          <c:showBubbleSize val="0"/>
        </c:dLbls>
        <c:axId val="675255838"/>
        <c:axId val="680536633"/>
      </c:radarChart>
      <c:catAx>
        <c:axId val="675255838"/>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forceAA="0"/>
          <a:lstStyle/>
          <a:p>
            <a:pPr>
              <a:defRPr lang="zh-CN" sz="1000" b="0" i="0" u="none" strike="noStrike" kern="1200" baseline="0">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crossAx val="680536633"/>
        <c:crosses val="autoZero"/>
        <c:auto val="1"/>
        <c:lblAlgn val="ctr"/>
        <c:lblOffset val="100"/>
        <c:noMultiLvlLbl val="0"/>
      </c:catAx>
      <c:valAx>
        <c:axId val="680536633"/>
        <c:scaling>
          <c:orientation val="minMax"/>
        </c:scaling>
        <c:delete val="1"/>
        <c:axPos val="l"/>
        <c:majorGridlines>
          <c:spPr>
            <a:ln w="6350" cap="flat" cmpd="sng" algn="ctr">
              <a:solidFill>
                <a:srgbClr val="A5A5A5"/>
              </a:solidFill>
              <a:prstDash val="dash"/>
              <a:miter lim="800000"/>
            </a:ln>
            <a:effectLst/>
          </c:spPr>
        </c:majorGridlines>
        <c:numFmt formatCode="General" sourceLinked="1"/>
        <c:majorTickMark val="out"/>
        <c:minorTickMark val="none"/>
        <c:tickLblPos val="nextTo"/>
        <c:txPr>
          <a:bodyPr rot="-60000000" spcFirstLastPara="0" vertOverflow="ellipsis" vert="horz" wrap="square" anchor="ctr" anchorCtr="1"/>
          <a:lstStyle/>
          <a:p>
            <a:pPr>
              <a:defRPr lang="zh-CN" sz="1000" b="0" i="0" u="none" strike="noStrike" kern="1200" baseline="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crossAx val="675255838"/>
        <c:crosses val="autoZero"/>
        <c:crossBetween val="between"/>
        <c:majorUnit val="1"/>
      </c:valAx>
      <c:spPr>
        <a:noFill/>
        <a:ln>
          <a:noFill/>
        </a:ln>
        <a:effectLst/>
      </c:spPr>
    </c:plotArea>
    <c:legend>
      <c:legendPos val="r"/>
      <c:legendEntry>
        <c:idx val="0"/>
        <c:txPr>
          <a:bodyPr rot="0" spcFirstLastPara="0" vertOverflow="ellipsis" vert="horz" wrap="square" anchor="ctr" anchorCtr="1"/>
          <a:lstStyle/>
          <a:p>
            <a:pPr>
              <a:defRPr lang="zh-CN" sz="1000" b="0" i="0" u="none" strike="noStrike" kern="1200" baseline="0">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Entry>
      <c:legendEntry>
        <c:idx val="1"/>
        <c:txPr>
          <a:bodyPr rot="0" spcFirstLastPara="0" vertOverflow="ellipsis" vert="horz" wrap="square" anchor="ctr" anchorCtr="1"/>
          <a:lstStyle/>
          <a:p>
            <a:pPr>
              <a:defRPr lang="zh-CN" sz="1000" b="0" i="0" u="none" strike="noStrike" kern="1200" baseline="0">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Entry>
      <c:layout/>
      <c:overlay val="0"/>
      <c:spPr>
        <a:noFill/>
        <a:ln>
          <a:noFill/>
        </a:ln>
        <a:effectLst/>
      </c:spPr>
      <c:txPr>
        <a:bodyPr rot="0" spcFirstLastPara="0" vertOverflow="ellipsis" vert="horz" wrap="square" anchor="ctr" anchorCtr="1" forceAA="0"/>
        <a:lstStyle/>
        <a:p>
          <a:pPr>
            <a:defRPr lang="zh-CN" sz="1000" b="0" i="0" u="none" strike="noStrike" kern="1200" baseline="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
    <c:plotVisOnly val="1"/>
    <c:dispBlanksAs val="gap"/>
    <c:showDLblsOverMax val="0"/>
  </c:chart>
  <c:spPr>
    <a:solidFill>
      <a:schemeClr val="bg1"/>
    </a:solidFill>
    <a:ln w="9525" cap="flat" cmpd="sng" algn="ctr">
      <a:solidFill>
        <a:schemeClr val="tx1">
          <a:lumMod val="15000"/>
          <a:lumOff val="85000"/>
        </a:schemeClr>
      </a:solidFill>
      <a:round/>
    </a:ln>
    <a:effectLst>
      <a:outerShdw blurRad="63500" dist="37357" dir="2700000" sx="0" sy="0" rotWithShape="0">
        <a:scrgbClr r="0" g="0" b="0"/>
      </a:outerShdw>
    </a:effectLst>
  </c:spPr>
  <c:txPr>
    <a:bodyPr/>
    <a:lstStyle/>
    <a:p>
      <a:pPr>
        <a:defRPr lang="zh-CN" sz="1000">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10055">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0">
      <cs:styleClr val="auto"/>
    </cs:fillRef>
    <cs:effectRef idx="0"/>
    <cs:fontRef idx="minor">
      <a:schemeClr val="dk1"/>
    </cs:fontRef>
    <cs:spPr>
      <a:ln w="28575" cap="rnd">
        <a:solidFill>
          <a:schemeClr val="phClr"/>
        </a:solidFill>
        <a:round/>
      </a:ln>
      <a:effectLst/>
    </cs:spPr>
  </cs:dataPointLine>
  <cs:dataPointMarker>
    <cs:lnRef idx="0">
      <cs:styleClr val="auto"/>
    </cs:lnRef>
    <cs:fillRef idx="1">
      <cs:styleClr val="auto"/>
    </cs:fillRef>
    <cs:effectRef idx="0"/>
    <cs:fontRef idx="minor">
      <a:schemeClr val="dk1"/>
    </cs:fontRef>
    <cs:spPr>
      <a:ln w="9525">
        <a:solidFill>
          <a:schemeClr val="phClr"/>
        </a:solidFill>
      </a:ln>
      <a:effectLst/>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18">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tx1"/>
    </cs:fontRef>
    <cs:spPr>
      <a:solidFill>
        <a:schemeClr val="phClr">
          <a:alpha val="50196"/>
        </a:schemeClr>
      </a:solidFill>
      <a:ln w="25400">
        <a:solidFill>
          <a:schemeClr val="phClr"/>
        </a:solidFill>
        <a:prstDash val="sysDot"/>
      </a:ln>
    </cs:spPr>
  </cs:dataPoint>
  <cs:dataPoint3D>
    <cs:lnRef idx="0">
      <cs:styleClr val="auto"/>
    </cs:lnRef>
    <cs:fillRef idx="0">
      <cs:styleClr val="auto"/>
    </cs:fillRef>
    <cs:effectRef idx="0"/>
    <cs:fontRef idx="minor">
      <a:schemeClr val="tx1"/>
    </cs:fontRef>
    <cs:spPr>
      <a:solidFill>
        <a:schemeClr val="phClr">
          <a:alpha val="50196"/>
        </a:schemeClr>
      </a:solidFill>
      <a:ln w="25400">
        <a:solidFill>
          <a:schemeClr val="phClr"/>
        </a:solidFill>
        <a:prstDash val="sysDot"/>
      </a:ln>
    </cs:spPr>
  </cs:dataPoint3D>
  <cs:dataPointLine>
    <cs:lnRef idx="0">
      <cs:styleClr val="auto"/>
    </cs:lnRef>
    <cs:fillRef idx="0"/>
    <cs:effectRef idx="0"/>
    <cs:fontRef idx="minor">
      <a:schemeClr val="tx1"/>
    </cs:fontRef>
    <cs:spPr>
      <a:ln w="25400" cap="rnd" cmpd="sng" algn="ctr">
        <a:solidFill>
          <a:schemeClr val="phClr"/>
        </a:solidFill>
        <a:prstDash val="sysDot"/>
        <a:round/>
      </a:ln>
    </cs:spPr>
  </cs:dataPointLine>
  <cs:dataPointMarker>
    <cs:lnRef idx="0">
      <cs:styleClr val="auto"/>
    </cs:lnRef>
    <cs:fillRef idx="0">
      <cs:styleClr val="auto"/>
    </cs:fillRef>
    <cs:effectRef idx="0"/>
    <cs:fontRef idx="minor">
      <a:schemeClr val="tx1"/>
    </cs:fontRef>
    <cs:spPr>
      <a:solidFill>
        <a:schemeClr val="phClr"/>
      </a:solidFill>
    </cs:spPr>
  </cs:dataPointMarker>
  <cs:dataPointMarkerLayout symbol="circle" size="6"/>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800" b="1" kern="1200" cap="all" spc="15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曲线趋势大致相似，</a:t>
            </a:r>
            <a:r>
              <a:rPr lang="en-US" altLang="zh-CN"/>
              <a:t>TCL</a:t>
            </a:r>
            <a:r>
              <a:rPr lang="zh-CN" altLang="en-US"/>
              <a:t>的稳态峰值亮度落在</a:t>
            </a:r>
            <a:r>
              <a:rPr lang="en-US" altLang="zh-CN"/>
              <a:t>15%</a:t>
            </a:r>
            <a:r>
              <a:rPr lang="zh-CN" altLang="en-US"/>
              <a:t>小窗口，我司</a:t>
            </a:r>
            <a:r>
              <a:rPr lang="en-US" altLang="zh-CN"/>
              <a:t>A7FP</a:t>
            </a:r>
            <a:r>
              <a:rPr lang="zh-CN" altLang="en-US"/>
              <a:t>稳态峰值亮度落在２５％窗口，</a:t>
            </a:r>
            <a:r>
              <a:rPr lang="en-US" altLang="zh-CN"/>
              <a:t>TCL</a:t>
            </a:r>
            <a:r>
              <a:rPr lang="zh-CN" altLang="en-US"/>
              <a:t>小窗口明显</a:t>
            </a:r>
            <a:r>
              <a:rPr lang="zh-CN" altLang="en-US"/>
              <a:t>更亮</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需要关注两个数据，１个是瞬态峰值，一个是瞬态持续时间，为什么关注瞬态持续时长是因为去年</a:t>
            </a:r>
            <a:r>
              <a:rPr lang="en-US" altLang="zh-CN"/>
              <a:t>TCL</a:t>
            </a:r>
            <a:r>
              <a:rPr lang="zh-CN" altLang="en-US"/>
              <a:t>的</a:t>
            </a:r>
            <a:r>
              <a:rPr lang="en-US" altLang="zh-CN"/>
              <a:t>Q</a:t>
            </a:r>
            <a:r>
              <a:rPr lang="zh-CN" altLang="en-US"/>
              <a:t>１０</a:t>
            </a:r>
            <a:r>
              <a:rPr lang="en-US" altLang="zh-CN"/>
              <a:t>K</a:t>
            </a:r>
            <a:r>
              <a:rPr lang="zh-CN" altLang="en-US"/>
              <a:t>当时测试的瞬态持续时长是只有几秒，最长是到４５秒，今年直接拉到３分钟，设计逻辑和趋势没太大</a:t>
            </a:r>
            <a:r>
              <a:rPr lang="zh-CN" altLang="en-US"/>
              <a:t>变化</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我司设计逻辑相对简单，５％窗口以下瞬态持续２１秒，进入固定的１５５秒稳态，然后再次进入瞬态，后续不触发就会持续保持稳态，结合竞品设计了新的瞬态设计规范，现在硬件再摸，争取发挥硬件最大</a:t>
            </a:r>
            <a:r>
              <a:rPr lang="zh-CN" altLang="en-US"/>
              <a:t>性能</a:t>
            </a:r>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触发瞬态峰值亮度的逻辑，我司马上可以触发瞬态主要是瞬态持续时间不长</a:t>
            </a:r>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主观画面上各有优</a:t>
            </a:r>
            <a:r>
              <a:rPr lang="zh-CN" altLang="en-US"/>
              <a:t>劣势　</a:t>
            </a:r>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9" Type="http://schemas.openxmlformats.org/officeDocument/2006/relationships/tags" Target="../tags/tag7.xml"/><Relationship Id="rId8" Type="http://schemas.openxmlformats.org/officeDocument/2006/relationships/tags" Target="../tags/tag6.xml"/><Relationship Id="rId7" Type="http://schemas.openxmlformats.org/officeDocument/2006/relationships/tags" Target="../tags/tag5.xml"/><Relationship Id="rId6" Type="http://schemas.openxmlformats.org/officeDocument/2006/relationships/tags" Target="../tags/tag4.xml"/><Relationship Id="rId5" Type="http://schemas.openxmlformats.org/officeDocument/2006/relationships/image" Target="../media/image6.png"/><Relationship Id="rId4" Type="http://schemas.openxmlformats.org/officeDocument/2006/relationships/tags" Target="../tags/tag3.xml"/><Relationship Id="rId3" Type="http://schemas.openxmlformats.org/officeDocument/2006/relationships/tags" Target="../tags/tag2.xml"/><Relationship Id="rId29" Type="http://schemas.openxmlformats.org/officeDocument/2006/relationships/tags" Target="../tags/tag27.xml"/><Relationship Id="rId28" Type="http://schemas.openxmlformats.org/officeDocument/2006/relationships/tags" Target="../tags/tag26.xml"/><Relationship Id="rId27" Type="http://schemas.openxmlformats.org/officeDocument/2006/relationships/tags" Target="../tags/tag25.xml"/><Relationship Id="rId26" Type="http://schemas.openxmlformats.org/officeDocument/2006/relationships/tags" Target="../tags/tag24.xml"/><Relationship Id="rId25" Type="http://schemas.openxmlformats.org/officeDocument/2006/relationships/tags" Target="../tags/tag23.xml"/><Relationship Id="rId24" Type="http://schemas.openxmlformats.org/officeDocument/2006/relationships/tags" Target="../tags/tag22.xml"/><Relationship Id="rId23" Type="http://schemas.openxmlformats.org/officeDocument/2006/relationships/tags" Target="../tags/tag21.xml"/><Relationship Id="rId22" Type="http://schemas.openxmlformats.org/officeDocument/2006/relationships/tags" Target="../tags/tag20.xml"/><Relationship Id="rId21" Type="http://schemas.openxmlformats.org/officeDocument/2006/relationships/tags" Target="../tags/tag19.xml"/><Relationship Id="rId20" Type="http://schemas.openxmlformats.org/officeDocument/2006/relationships/tags" Target="../tags/tag18.xml"/><Relationship Id="rId2" Type="http://schemas.openxmlformats.org/officeDocument/2006/relationships/tags" Target="../tags/tag1.xml"/><Relationship Id="rId19" Type="http://schemas.openxmlformats.org/officeDocument/2006/relationships/tags" Target="../tags/tag17.xml"/><Relationship Id="rId18" Type="http://schemas.openxmlformats.org/officeDocument/2006/relationships/tags" Target="../tags/tag16.xml"/><Relationship Id="rId17" Type="http://schemas.openxmlformats.org/officeDocument/2006/relationships/tags" Target="../tags/tag15.xml"/><Relationship Id="rId16" Type="http://schemas.openxmlformats.org/officeDocument/2006/relationships/tags" Target="../tags/tag14.xml"/><Relationship Id="rId15" Type="http://schemas.openxmlformats.org/officeDocument/2006/relationships/tags" Target="../tags/tag13.xml"/><Relationship Id="rId14" Type="http://schemas.openxmlformats.org/officeDocument/2006/relationships/tags" Target="../tags/tag12.xml"/><Relationship Id="rId13" Type="http://schemas.openxmlformats.org/officeDocument/2006/relationships/tags" Target="../tags/tag11.xml"/><Relationship Id="rId12" Type="http://schemas.openxmlformats.org/officeDocument/2006/relationships/tags" Target="../tags/tag10.xml"/><Relationship Id="rId11" Type="http://schemas.openxmlformats.org/officeDocument/2006/relationships/tags" Target="../tags/tag9.xml"/><Relationship Id="rId10" Type="http://schemas.openxmlformats.org/officeDocument/2006/relationships/tags" Target="../tags/tag8.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6" Type="http://schemas.openxmlformats.org/officeDocument/2006/relationships/tags" Target="../tags/tag32.xml"/><Relationship Id="rId5" Type="http://schemas.openxmlformats.org/officeDocument/2006/relationships/tags" Target="../tags/tag31.xml"/><Relationship Id="rId4" Type="http://schemas.openxmlformats.org/officeDocument/2006/relationships/tags" Target="../tags/tag30.xml"/><Relationship Id="rId3" Type="http://schemas.openxmlformats.org/officeDocument/2006/relationships/tags" Target="../tags/tag29.xml"/><Relationship Id="rId2" Type="http://schemas.openxmlformats.org/officeDocument/2006/relationships/tags" Target="../tags/tag28.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9" Type="http://schemas.openxmlformats.org/officeDocument/2006/relationships/tags" Target="../tags/tag40.xml"/><Relationship Id="rId8" Type="http://schemas.openxmlformats.org/officeDocument/2006/relationships/tags" Target="../tags/tag39.xml"/><Relationship Id="rId7" Type="http://schemas.openxmlformats.org/officeDocument/2006/relationships/tags" Target="../tags/tag38.xml"/><Relationship Id="rId6" Type="http://schemas.openxmlformats.org/officeDocument/2006/relationships/tags" Target="../tags/tag37.xml"/><Relationship Id="rId5" Type="http://schemas.openxmlformats.org/officeDocument/2006/relationships/tags" Target="../tags/tag36.xml"/><Relationship Id="rId4" Type="http://schemas.openxmlformats.org/officeDocument/2006/relationships/tags" Target="../tags/tag35.xml"/><Relationship Id="rId3" Type="http://schemas.openxmlformats.org/officeDocument/2006/relationships/tags" Target="../tags/tag34.xml"/><Relationship Id="rId23" Type="http://schemas.openxmlformats.org/officeDocument/2006/relationships/tags" Target="../tags/tag54.xml"/><Relationship Id="rId22" Type="http://schemas.openxmlformats.org/officeDocument/2006/relationships/tags" Target="../tags/tag53.xml"/><Relationship Id="rId21" Type="http://schemas.openxmlformats.org/officeDocument/2006/relationships/tags" Target="../tags/tag52.xml"/><Relationship Id="rId20" Type="http://schemas.openxmlformats.org/officeDocument/2006/relationships/tags" Target="../tags/tag51.xml"/><Relationship Id="rId2" Type="http://schemas.openxmlformats.org/officeDocument/2006/relationships/tags" Target="../tags/tag33.xml"/><Relationship Id="rId19" Type="http://schemas.openxmlformats.org/officeDocument/2006/relationships/tags" Target="../tags/tag50.xml"/><Relationship Id="rId18" Type="http://schemas.openxmlformats.org/officeDocument/2006/relationships/tags" Target="../tags/tag49.xml"/><Relationship Id="rId17" Type="http://schemas.openxmlformats.org/officeDocument/2006/relationships/tags" Target="../tags/tag48.xml"/><Relationship Id="rId16" Type="http://schemas.openxmlformats.org/officeDocument/2006/relationships/tags" Target="../tags/tag47.xml"/><Relationship Id="rId15" Type="http://schemas.openxmlformats.org/officeDocument/2006/relationships/tags" Target="../tags/tag46.xml"/><Relationship Id="rId14" Type="http://schemas.openxmlformats.org/officeDocument/2006/relationships/tags" Target="../tags/tag45.xml"/><Relationship Id="rId13" Type="http://schemas.openxmlformats.org/officeDocument/2006/relationships/tags" Target="../tags/tag44.xml"/><Relationship Id="rId12" Type="http://schemas.openxmlformats.org/officeDocument/2006/relationships/tags" Target="../tags/tag43.xml"/><Relationship Id="rId11" Type="http://schemas.openxmlformats.org/officeDocument/2006/relationships/tags" Target="../tags/tag42.xml"/><Relationship Id="rId10" Type="http://schemas.openxmlformats.org/officeDocument/2006/relationships/tags" Target="../tags/tag41.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7" Type="http://schemas.openxmlformats.org/officeDocument/2006/relationships/tags" Target="../tags/tag60.xml"/><Relationship Id="rId6" Type="http://schemas.openxmlformats.org/officeDocument/2006/relationships/tags" Target="../tags/tag59.xml"/><Relationship Id="rId5" Type="http://schemas.openxmlformats.org/officeDocument/2006/relationships/tags" Target="../tags/tag58.xml"/><Relationship Id="rId4" Type="http://schemas.openxmlformats.org/officeDocument/2006/relationships/tags" Target="../tags/tag57.xml"/><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9" Type="http://schemas.openxmlformats.org/officeDocument/2006/relationships/tags" Target="../tags/tag68.xml"/><Relationship Id="rId8" Type="http://schemas.openxmlformats.org/officeDocument/2006/relationships/tags" Target="../tags/tag67.xml"/><Relationship Id="rId7" Type="http://schemas.openxmlformats.org/officeDocument/2006/relationships/tags" Target="../tags/tag66.xml"/><Relationship Id="rId6" Type="http://schemas.openxmlformats.org/officeDocument/2006/relationships/tags" Target="../tags/tag65.xml"/><Relationship Id="rId5" Type="http://schemas.openxmlformats.org/officeDocument/2006/relationships/tags" Target="../tags/tag64.xml"/><Relationship Id="rId4" Type="http://schemas.openxmlformats.org/officeDocument/2006/relationships/tags" Target="../tags/tag63.xml"/><Relationship Id="rId3" Type="http://schemas.openxmlformats.org/officeDocument/2006/relationships/tags" Target="../tags/tag62.xml"/><Relationship Id="rId2" Type="http://schemas.openxmlformats.org/officeDocument/2006/relationships/tags" Target="../tags/tag61.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5" Type="http://schemas.openxmlformats.org/officeDocument/2006/relationships/tags" Target="../tags/tag72.xml"/><Relationship Id="rId4" Type="http://schemas.openxmlformats.org/officeDocument/2006/relationships/tags" Target="../tags/tag71.xml"/><Relationship Id="rId3" Type="http://schemas.openxmlformats.org/officeDocument/2006/relationships/tags" Target="../tags/tag70.xml"/><Relationship Id="rId2" Type="http://schemas.openxmlformats.org/officeDocument/2006/relationships/tags" Target="../tags/tag69.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4" Type="http://schemas.openxmlformats.org/officeDocument/2006/relationships/tags" Target="../tags/tag75.xml"/><Relationship Id="rId3" Type="http://schemas.openxmlformats.org/officeDocument/2006/relationships/tags" Target="../tags/tag74.xml"/><Relationship Id="rId2" Type="http://schemas.openxmlformats.org/officeDocument/2006/relationships/tags" Target="../tags/tag73.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7" Type="http://schemas.openxmlformats.org/officeDocument/2006/relationships/tags" Target="../tags/tag81.xml"/><Relationship Id="rId6" Type="http://schemas.openxmlformats.org/officeDocument/2006/relationships/tags" Target="../tags/tag80.xml"/><Relationship Id="rId5" Type="http://schemas.openxmlformats.org/officeDocument/2006/relationships/tags" Target="../tags/tag79.xml"/><Relationship Id="rId4" Type="http://schemas.openxmlformats.org/officeDocument/2006/relationships/tags" Target="../tags/tag78.xml"/><Relationship Id="rId3" Type="http://schemas.openxmlformats.org/officeDocument/2006/relationships/tags" Target="../tags/tag77.xml"/><Relationship Id="rId2" Type="http://schemas.openxmlformats.org/officeDocument/2006/relationships/tags" Target="../tags/tag76.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6" Type="http://schemas.openxmlformats.org/officeDocument/2006/relationships/tags" Target="../tags/tag86.xml"/><Relationship Id="rId5" Type="http://schemas.openxmlformats.org/officeDocument/2006/relationships/tags" Target="../tags/tag85.xml"/><Relationship Id="rId4" Type="http://schemas.openxmlformats.org/officeDocument/2006/relationships/tags" Target="../tags/tag84.xml"/><Relationship Id="rId3" Type="http://schemas.openxmlformats.org/officeDocument/2006/relationships/tags" Target="../tags/tag83.xml"/><Relationship Id="rId2" Type="http://schemas.openxmlformats.org/officeDocument/2006/relationships/tags" Target="../tags/tag82.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5" Type="http://schemas.openxmlformats.org/officeDocument/2006/relationships/tags" Target="../tags/tag90.xml"/><Relationship Id="rId4" Type="http://schemas.openxmlformats.org/officeDocument/2006/relationships/tags" Target="../tags/tag89.xml"/><Relationship Id="rId3" Type="http://schemas.openxmlformats.org/officeDocument/2006/relationships/tags" Target="../tags/tag88.xml"/><Relationship Id="rId2" Type="http://schemas.openxmlformats.org/officeDocument/2006/relationships/tags" Target="../tags/tag87.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9" Type="http://schemas.openxmlformats.org/officeDocument/2006/relationships/tags" Target="../tags/tag98.xml"/><Relationship Id="rId8" Type="http://schemas.openxmlformats.org/officeDocument/2006/relationships/tags" Target="../tags/tag97.xml"/><Relationship Id="rId7" Type="http://schemas.openxmlformats.org/officeDocument/2006/relationships/tags" Target="../tags/tag96.xml"/><Relationship Id="rId6" Type="http://schemas.openxmlformats.org/officeDocument/2006/relationships/tags" Target="../tags/tag95.xml"/><Relationship Id="rId5" Type="http://schemas.openxmlformats.org/officeDocument/2006/relationships/tags" Target="../tags/tag94.xml"/><Relationship Id="rId4" Type="http://schemas.openxmlformats.org/officeDocument/2006/relationships/tags" Target="../tags/tag93.xml"/><Relationship Id="rId3" Type="http://schemas.openxmlformats.org/officeDocument/2006/relationships/tags" Target="../tags/tag92.xml"/><Relationship Id="rId25" Type="http://schemas.openxmlformats.org/officeDocument/2006/relationships/tags" Target="../tags/tag114.xml"/><Relationship Id="rId24" Type="http://schemas.openxmlformats.org/officeDocument/2006/relationships/tags" Target="../tags/tag113.xml"/><Relationship Id="rId23" Type="http://schemas.openxmlformats.org/officeDocument/2006/relationships/tags" Target="../tags/tag112.xml"/><Relationship Id="rId22" Type="http://schemas.openxmlformats.org/officeDocument/2006/relationships/tags" Target="../tags/tag111.xml"/><Relationship Id="rId21" Type="http://schemas.openxmlformats.org/officeDocument/2006/relationships/tags" Target="../tags/tag110.xml"/><Relationship Id="rId20" Type="http://schemas.openxmlformats.org/officeDocument/2006/relationships/tags" Target="../tags/tag109.xml"/><Relationship Id="rId2" Type="http://schemas.openxmlformats.org/officeDocument/2006/relationships/tags" Target="../tags/tag91.xml"/><Relationship Id="rId19" Type="http://schemas.openxmlformats.org/officeDocument/2006/relationships/tags" Target="../tags/tag108.xml"/><Relationship Id="rId18" Type="http://schemas.openxmlformats.org/officeDocument/2006/relationships/tags" Target="../tags/tag107.xml"/><Relationship Id="rId17" Type="http://schemas.openxmlformats.org/officeDocument/2006/relationships/tags" Target="../tags/tag106.xml"/><Relationship Id="rId16" Type="http://schemas.openxmlformats.org/officeDocument/2006/relationships/tags" Target="../tags/tag105.xml"/><Relationship Id="rId15" Type="http://schemas.openxmlformats.org/officeDocument/2006/relationships/tags" Target="../tags/tag104.xml"/><Relationship Id="rId14" Type="http://schemas.openxmlformats.org/officeDocument/2006/relationships/tags" Target="../tags/tag103.xml"/><Relationship Id="rId13" Type="http://schemas.openxmlformats.org/officeDocument/2006/relationships/tags" Target="../tags/tag102.xml"/><Relationship Id="rId12" Type="http://schemas.openxmlformats.org/officeDocument/2006/relationships/tags" Target="../tags/tag101.xml"/><Relationship Id="rId11" Type="http://schemas.openxmlformats.org/officeDocument/2006/relationships/tags" Target="../tags/tag100.xml"/><Relationship Id="rId10" Type="http://schemas.openxmlformats.org/officeDocument/2006/relationships/tags" Target="../tags/tag99.xml"/><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9" Type="http://schemas.openxmlformats.org/officeDocument/2006/relationships/tags" Target="../tags/tag122.xml"/><Relationship Id="rId8" Type="http://schemas.openxmlformats.org/officeDocument/2006/relationships/tags" Target="../tags/tag121.xml"/><Relationship Id="rId7" Type="http://schemas.openxmlformats.org/officeDocument/2006/relationships/tags" Target="../tags/tag120.xml"/><Relationship Id="rId6" Type="http://schemas.openxmlformats.org/officeDocument/2006/relationships/tags" Target="../tags/tag119.xml"/><Relationship Id="rId5" Type="http://schemas.openxmlformats.org/officeDocument/2006/relationships/tags" Target="../tags/tag118.xml"/><Relationship Id="rId4" Type="http://schemas.openxmlformats.org/officeDocument/2006/relationships/tags" Target="../tags/tag117.xml"/><Relationship Id="rId3" Type="http://schemas.openxmlformats.org/officeDocument/2006/relationships/tags" Target="../tags/tag116.xml"/><Relationship Id="rId2" Type="http://schemas.openxmlformats.org/officeDocument/2006/relationships/tags" Target="../tags/tag115.xml"/><Relationship Id="rId11" Type="http://schemas.openxmlformats.org/officeDocument/2006/relationships/tags" Target="../tags/tag124.xml"/><Relationship Id="rId10" Type="http://schemas.openxmlformats.org/officeDocument/2006/relationships/tags" Target="../tags/tag123.xml"/><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9" Type="http://schemas.openxmlformats.org/officeDocument/2006/relationships/tags" Target="../tags/tag132.xml"/><Relationship Id="rId8" Type="http://schemas.openxmlformats.org/officeDocument/2006/relationships/tags" Target="../tags/tag131.xml"/><Relationship Id="rId7" Type="http://schemas.openxmlformats.org/officeDocument/2006/relationships/tags" Target="../tags/tag130.xml"/><Relationship Id="rId6" Type="http://schemas.openxmlformats.org/officeDocument/2006/relationships/tags" Target="../tags/tag129.xml"/><Relationship Id="rId5" Type="http://schemas.openxmlformats.org/officeDocument/2006/relationships/tags" Target="../tags/tag128.xml"/><Relationship Id="rId4" Type="http://schemas.openxmlformats.org/officeDocument/2006/relationships/tags" Target="../tags/tag127.xml"/><Relationship Id="rId3" Type="http://schemas.openxmlformats.org/officeDocument/2006/relationships/tags" Target="../tags/tag126.xml"/><Relationship Id="rId2" Type="http://schemas.openxmlformats.org/officeDocument/2006/relationships/tags" Target="../tags/tag125.xml"/><Relationship Id="rId13" Type="http://schemas.openxmlformats.org/officeDocument/2006/relationships/tags" Target="../tags/tag136.xml"/><Relationship Id="rId12" Type="http://schemas.openxmlformats.org/officeDocument/2006/relationships/tags" Target="../tags/tag135.xml"/><Relationship Id="rId11" Type="http://schemas.openxmlformats.org/officeDocument/2006/relationships/tags" Target="../tags/tag134.xml"/><Relationship Id="rId10" Type="http://schemas.openxmlformats.org/officeDocument/2006/relationships/tags" Target="../tags/tag133.xml"/><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9" Type="http://schemas.openxmlformats.org/officeDocument/2006/relationships/tags" Target="../tags/tag144.xml"/><Relationship Id="rId8" Type="http://schemas.openxmlformats.org/officeDocument/2006/relationships/tags" Target="../tags/tag143.xml"/><Relationship Id="rId7" Type="http://schemas.openxmlformats.org/officeDocument/2006/relationships/tags" Target="../tags/tag142.xml"/><Relationship Id="rId6" Type="http://schemas.openxmlformats.org/officeDocument/2006/relationships/tags" Target="../tags/tag141.xml"/><Relationship Id="rId5" Type="http://schemas.openxmlformats.org/officeDocument/2006/relationships/tags" Target="../tags/tag140.xml"/><Relationship Id="rId4" Type="http://schemas.openxmlformats.org/officeDocument/2006/relationships/tags" Target="../tags/tag139.xml"/><Relationship Id="rId3" Type="http://schemas.openxmlformats.org/officeDocument/2006/relationships/tags" Target="../tags/tag138.xml"/><Relationship Id="rId2" Type="http://schemas.openxmlformats.org/officeDocument/2006/relationships/tags" Target="../tags/tag137.xml"/><Relationship Id="rId14" Type="http://schemas.openxmlformats.org/officeDocument/2006/relationships/tags" Target="../tags/tag149.xml"/><Relationship Id="rId13" Type="http://schemas.openxmlformats.org/officeDocument/2006/relationships/tags" Target="../tags/tag148.xml"/><Relationship Id="rId12" Type="http://schemas.openxmlformats.org/officeDocument/2006/relationships/tags" Target="../tags/tag147.xml"/><Relationship Id="rId11" Type="http://schemas.openxmlformats.org/officeDocument/2006/relationships/tags" Target="../tags/tag146.xml"/><Relationship Id="rId10" Type="http://schemas.openxmlformats.org/officeDocument/2006/relationships/tags" Target="../tags/tag145.xml"/><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9" Type="http://schemas.openxmlformats.org/officeDocument/2006/relationships/tags" Target="../tags/tag157.xml"/><Relationship Id="rId8" Type="http://schemas.openxmlformats.org/officeDocument/2006/relationships/tags" Target="../tags/tag156.xml"/><Relationship Id="rId7" Type="http://schemas.openxmlformats.org/officeDocument/2006/relationships/tags" Target="../tags/tag155.xml"/><Relationship Id="rId6" Type="http://schemas.openxmlformats.org/officeDocument/2006/relationships/tags" Target="../tags/tag154.xml"/><Relationship Id="rId5" Type="http://schemas.openxmlformats.org/officeDocument/2006/relationships/tags" Target="../tags/tag153.xml"/><Relationship Id="rId4" Type="http://schemas.openxmlformats.org/officeDocument/2006/relationships/tags" Target="../tags/tag152.xml"/><Relationship Id="rId3" Type="http://schemas.openxmlformats.org/officeDocument/2006/relationships/tags" Target="../tags/tag151.xml"/><Relationship Id="rId20" Type="http://schemas.openxmlformats.org/officeDocument/2006/relationships/tags" Target="../tags/tag168.xml"/><Relationship Id="rId2" Type="http://schemas.openxmlformats.org/officeDocument/2006/relationships/tags" Target="../tags/tag150.xml"/><Relationship Id="rId19" Type="http://schemas.openxmlformats.org/officeDocument/2006/relationships/tags" Target="../tags/tag167.xml"/><Relationship Id="rId18" Type="http://schemas.openxmlformats.org/officeDocument/2006/relationships/tags" Target="../tags/tag166.xml"/><Relationship Id="rId17" Type="http://schemas.openxmlformats.org/officeDocument/2006/relationships/tags" Target="../tags/tag165.xml"/><Relationship Id="rId16" Type="http://schemas.openxmlformats.org/officeDocument/2006/relationships/tags" Target="../tags/tag164.xml"/><Relationship Id="rId15" Type="http://schemas.openxmlformats.org/officeDocument/2006/relationships/tags" Target="../tags/tag163.xml"/><Relationship Id="rId14" Type="http://schemas.openxmlformats.org/officeDocument/2006/relationships/tags" Target="../tags/tag162.xml"/><Relationship Id="rId13" Type="http://schemas.openxmlformats.org/officeDocument/2006/relationships/tags" Target="../tags/tag161.xml"/><Relationship Id="rId12" Type="http://schemas.openxmlformats.org/officeDocument/2006/relationships/tags" Target="../tags/tag160.xml"/><Relationship Id="rId11" Type="http://schemas.openxmlformats.org/officeDocument/2006/relationships/tags" Target="../tags/tag159.xml"/><Relationship Id="rId10" Type="http://schemas.openxmlformats.org/officeDocument/2006/relationships/tags" Target="../tags/tag158.xml"/><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9" Type="http://schemas.openxmlformats.org/officeDocument/2006/relationships/tags" Target="../tags/tag176.xml"/><Relationship Id="rId8" Type="http://schemas.openxmlformats.org/officeDocument/2006/relationships/tags" Target="../tags/tag175.xml"/><Relationship Id="rId7" Type="http://schemas.openxmlformats.org/officeDocument/2006/relationships/tags" Target="../tags/tag174.xml"/><Relationship Id="rId6" Type="http://schemas.openxmlformats.org/officeDocument/2006/relationships/tags" Target="../tags/tag173.xml"/><Relationship Id="rId5" Type="http://schemas.openxmlformats.org/officeDocument/2006/relationships/tags" Target="../tags/tag172.xml"/><Relationship Id="rId4" Type="http://schemas.openxmlformats.org/officeDocument/2006/relationships/tags" Target="../tags/tag171.xml"/><Relationship Id="rId3" Type="http://schemas.openxmlformats.org/officeDocument/2006/relationships/tags" Target="../tags/tag170.xml"/><Relationship Id="rId20" Type="http://schemas.openxmlformats.org/officeDocument/2006/relationships/tags" Target="../tags/tag187.xml"/><Relationship Id="rId2" Type="http://schemas.openxmlformats.org/officeDocument/2006/relationships/tags" Target="../tags/tag169.xml"/><Relationship Id="rId19" Type="http://schemas.openxmlformats.org/officeDocument/2006/relationships/tags" Target="../tags/tag186.xml"/><Relationship Id="rId18" Type="http://schemas.openxmlformats.org/officeDocument/2006/relationships/tags" Target="../tags/tag185.xml"/><Relationship Id="rId17" Type="http://schemas.openxmlformats.org/officeDocument/2006/relationships/tags" Target="../tags/tag184.xml"/><Relationship Id="rId16" Type="http://schemas.openxmlformats.org/officeDocument/2006/relationships/tags" Target="../tags/tag183.xml"/><Relationship Id="rId15" Type="http://schemas.openxmlformats.org/officeDocument/2006/relationships/tags" Target="../tags/tag182.xml"/><Relationship Id="rId14" Type="http://schemas.openxmlformats.org/officeDocument/2006/relationships/tags" Target="../tags/tag181.xml"/><Relationship Id="rId13" Type="http://schemas.openxmlformats.org/officeDocument/2006/relationships/tags" Target="../tags/tag180.xml"/><Relationship Id="rId12" Type="http://schemas.openxmlformats.org/officeDocument/2006/relationships/tags" Target="../tags/tag179.xml"/><Relationship Id="rId11" Type="http://schemas.openxmlformats.org/officeDocument/2006/relationships/tags" Target="../tags/tag178.xml"/><Relationship Id="rId10" Type="http://schemas.openxmlformats.org/officeDocument/2006/relationships/tags" Target="../tags/tag177.xml"/><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9" Type="http://schemas.openxmlformats.org/officeDocument/2006/relationships/tags" Target="../tags/tag195.xml"/><Relationship Id="rId8" Type="http://schemas.openxmlformats.org/officeDocument/2006/relationships/tags" Target="../tags/tag194.xml"/><Relationship Id="rId7" Type="http://schemas.openxmlformats.org/officeDocument/2006/relationships/tags" Target="../tags/tag193.xml"/><Relationship Id="rId6" Type="http://schemas.openxmlformats.org/officeDocument/2006/relationships/tags" Target="../tags/tag192.xml"/><Relationship Id="rId5" Type="http://schemas.openxmlformats.org/officeDocument/2006/relationships/tags" Target="../tags/tag191.xml"/><Relationship Id="rId4" Type="http://schemas.openxmlformats.org/officeDocument/2006/relationships/tags" Target="../tags/tag190.xml"/><Relationship Id="rId3" Type="http://schemas.openxmlformats.org/officeDocument/2006/relationships/tags" Target="../tags/tag189.xml"/><Relationship Id="rId22" Type="http://schemas.openxmlformats.org/officeDocument/2006/relationships/tags" Target="../tags/tag208.xml"/><Relationship Id="rId21" Type="http://schemas.openxmlformats.org/officeDocument/2006/relationships/tags" Target="../tags/tag207.xml"/><Relationship Id="rId20" Type="http://schemas.openxmlformats.org/officeDocument/2006/relationships/tags" Target="../tags/tag206.xml"/><Relationship Id="rId2" Type="http://schemas.openxmlformats.org/officeDocument/2006/relationships/tags" Target="../tags/tag188.xml"/><Relationship Id="rId19" Type="http://schemas.openxmlformats.org/officeDocument/2006/relationships/tags" Target="../tags/tag205.xml"/><Relationship Id="rId18" Type="http://schemas.openxmlformats.org/officeDocument/2006/relationships/tags" Target="../tags/tag204.xml"/><Relationship Id="rId17" Type="http://schemas.openxmlformats.org/officeDocument/2006/relationships/tags" Target="../tags/tag203.xml"/><Relationship Id="rId16" Type="http://schemas.openxmlformats.org/officeDocument/2006/relationships/tags" Target="../tags/tag202.xml"/><Relationship Id="rId15" Type="http://schemas.openxmlformats.org/officeDocument/2006/relationships/tags" Target="../tags/tag201.xml"/><Relationship Id="rId14" Type="http://schemas.openxmlformats.org/officeDocument/2006/relationships/tags" Target="../tags/tag200.xml"/><Relationship Id="rId13" Type="http://schemas.openxmlformats.org/officeDocument/2006/relationships/tags" Target="../tags/tag199.xml"/><Relationship Id="rId12" Type="http://schemas.openxmlformats.org/officeDocument/2006/relationships/tags" Target="../tags/tag198.xml"/><Relationship Id="rId11" Type="http://schemas.openxmlformats.org/officeDocument/2006/relationships/tags" Target="../tags/tag197.xml"/><Relationship Id="rId10" Type="http://schemas.openxmlformats.org/officeDocument/2006/relationships/tags" Target="../tags/tag196.xml"/><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7" Type="http://schemas.openxmlformats.org/officeDocument/2006/relationships/tags" Target="../tags/tag214.xml"/><Relationship Id="rId6" Type="http://schemas.openxmlformats.org/officeDocument/2006/relationships/tags" Target="../tags/tag213.xml"/><Relationship Id="rId5" Type="http://schemas.openxmlformats.org/officeDocument/2006/relationships/tags" Target="../tags/tag212.xml"/><Relationship Id="rId4" Type="http://schemas.openxmlformats.org/officeDocument/2006/relationships/tags" Target="../tags/tag211.xml"/><Relationship Id="rId3" Type="http://schemas.openxmlformats.org/officeDocument/2006/relationships/tags" Target="../tags/tag210.xml"/><Relationship Id="rId2" Type="http://schemas.openxmlformats.org/officeDocument/2006/relationships/tags" Target="../tags/tag209.xml"/><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322962"/>
            <a:ext cx="9144000" cy="2187001"/>
          </a:xfrm>
        </p:spPr>
        <p:txBody>
          <a:bodyPr anchor="b">
            <a:normAutofit/>
          </a:bodyPr>
          <a:lstStyle>
            <a:lvl1pPr algn="ctr">
              <a:lnSpc>
                <a:spcPct val="130000"/>
              </a:lnSpc>
              <a:defRPr sz="6000">
                <a:effectLst>
                  <a:outerShdw blurRad="38100" dist="38100" dir="2700000" algn="tl">
                    <a:srgbClr val="000000">
                      <a:alpha val="43137"/>
                    </a:srgbClr>
                  </a:outerShdw>
                </a:effectLst>
              </a:defRPr>
            </a:lvl1pPr>
          </a:lstStyle>
          <a:p>
            <a:r>
              <a:rPr lang="zh-CN" altLang="en-US" dirty="0"/>
              <a:t>单击此处添加标题</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副标题 2"/>
          <p:cNvSpPr>
            <a:spLocks noGrp="1"/>
          </p:cNvSpPr>
          <p:nvPr>
            <p:ph type="subTitle" idx="1" hasCustomPrompt="1"/>
          </p:nvPr>
        </p:nvSpPr>
        <p:spPr>
          <a:xfrm>
            <a:off x="1524000" y="3602038"/>
            <a:ext cx="9144000" cy="1655762"/>
          </a:xfrm>
        </p:spPr>
        <p:txBody>
          <a:bodyPr>
            <a:normAutofit/>
          </a:bodyPr>
          <a:lstStyle>
            <a:lvl1pPr marL="0" indent="0" algn="ctr">
              <a:buNone/>
              <a:defRPr sz="1800">
                <a:solidFill>
                  <a:schemeClr val="tx1">
                    <a:lumMod val="75000"/>
                    <a:lumOff val="25000"/>
                  </a:schemeClr>
                </a:solidFill>
                <a:effectLst/>
                <a:latin typeface="+mj-lt"/>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单击此处添加副标题</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647700" y="1825625"/>
            <a:ext cx="10515600" cy="4351338"/>
          </a:xfrm>
        </p:spPr>
        <p:txBody>
          <a:bodyPr>
            <a:normAutofit/>
          </a:bodyPr>
          <a:lstStyle>
            <a:lvl1pPr>
              <a:defRPr sz="2000">
                <a:solidFill>
                  <a:schemeClr val="tx1">
                    <a:lumMod val="75000"/>
                    <a:lumOff val="25000"/>
                  </a:schemeClr>
                </a:solidFill>
              </a:defRPr>
            </a:lvl1pPr>
            <a:lvl2pPr>
              <a:defRPr sz="18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3751117"/>
            <a:ext cx="7321550" cy="811357"/>
          </a:xfrm>
        </p:spPr>
        <p:txBody>
          <a:bodyPr anchor="b">
            <a:normAutofit/>
          </a:bodyPr>
          <a:lstStyle>
            <a:lvl1pPr>
              <a:defRPr sz="400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1850" y="4610028"/>
            <a:ext cx="7321550" cy="647555"/>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2400" b="1" i="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内容占位符 2"/>
          <p:cNvSpPr>
            <a:spLocks noGrp="1"/>
          </p:cNvSpPr>
          <p:nvPr>
            <p:ph sz="half" idx="1"/>
          </p:nvPr>
        </p:nvSpPr>
        <p:spPr>
          <a:xfrm>
            <a:off x="647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p:nvPr>
        </p:nvSpPr>
        <p:spPr>
          <a:xfrm>
            <a:off x="5981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744961"/>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4" name="内容占位符 3"/>
          <p:cNvSpPr>
            <a:spLocks noGrp="1"/>
          </p:cNvSpPr>
          <p:nvPr>
            <p:ph sz="half" idx="2"/>
          </p:nvPr>
        </p:nvSpPr>
        <p:spPr>
          <a:xfrm>
            <a:off x="839788" y="2615609"/>
            <a:ext cx="5157787"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文本占位符 4"/>
          <p:cNvSpPr>
            <a:spLocks noGrp="1"/>
          </p:cNvSpPr>
          <p:nvPr>
            <p:ph type="body" sz="quarter" idx="3"/>
          </p:nvPr>
        </p:nvSpPr>
        <p:spPr>
          <a:xfrm>
            <a:off x="6172200" y="1744961"/>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日期占位符 6"/>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800" b="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6747" y="127000"/>
            <a:ext cx="4165200" cy="1600200"/>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单击此处编辑标题</a:t>
            </a:r>
            <a:endParaRPr lang="zh-CN" altLang="en-US" dirty="0"/>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endParaRPr lang="zh-CN" altLang="en-US" dirty="0"/>
          </a:p>
        </p:txBody>
      </p:sp>
      <p:sp>
        <p:nvSpPr>
          <p:cNvPr id="5" name="日期占位符 4"/>
          <p:cNvSpPr>
            <a:spLocks noGrp="1"/>
          </p:cNvSpPr>
          <p:nvPr>
            <p:ph type="dt" sz="half" idx="10"/>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3600"/>
            </a:lvl1p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图文结合1">
    <p:spTree>
      <p:nvGrpSpPr>
        <p:cNvPr id="1" name=""/>
        <p:cNvGrpSpPr/>
        <p:nvPr/>
      </p:nvGrpSpPr>
      <p:grpSpPr>
        <a:xfrm>
          <a:off x="0" y="0"/>
          <a:ext cx="0" cy="0"/>
          <a:chOff x="0" y="0"/>
          <a:chExt cx="0" cy="0"/>
        </a:xfrm>
      </p:grpSpPr>
      <p:sp>
        <p:nvSpPr>
          <p:cNvPr id="6" name="文本占位符 10"/>
          <p:cNvSpPr>
            <a:spLocks noGrp="1"/>
          </p:cNvSpPr>
          <p:nvPr>
            <p:ph type="body" sz="quarter" idx="12" hasCustomPrompt="1"/>
          </p:nvPr>
        </p:nvSpPr>
        <p:spPr>
          <a:xfrm>
            <a:off x="748609" y="1699063"/>
            <a:ext cx="4443955" cy="464377"/>
          </a:xfrm>
          <a:prstGeom prst="rect">
            <a:avLst/>
          </a:prstGeom>
        </p:spPr>
        <p:txBody>
          <a:bodyPr anchor="t"/>
          <a:lstStyle>
            <a:lvl1pPr marL="0" indent="0">
              <a:buNone/>
              <a:defRPr sz="2400" b="0" i="0">
                <a:solidFill>
                  <a:schemeClr val="tx1">
                    <a:lumMod val="85000"/>
                    <a:lumOff val="15000"/>
                  </a:schemeClr>
                </a:solidFill>
                <a:latin typeface="微软雅黑" panose="020B0503020204020204" charset="-122"/>
                <a:ea typeface="微软雅黑" panose="020B0503020204020204" charset="-122"/>
              </a:defRPr>
            </a:lvl1pPr>
          </a:lstStyle>
          <a:p>
            <a:pPr lvl="0"/>
            <a:r>
              <a:rPr kumimoji="1" lang="zh-CN" altLang="en-US" dirty="0"/>
              <a:t>图文结合 这里是文字主题</a:t>
            </a:r>
            <a:r>
              <a:rPr kumimoji="1" lang="en-US" altLang="zh-CN" dirty="0"/>
              <a:t>18</a:t>
            </a:r>
            <a:r>
              <a:rPr kumimoji="1" lang="zh-CN" altLang="en-US" dirty="0"/>
              <a:t>号</a:t>
            </a:r>
            <a:endParaRPr kumimoji="1" lang="zh-CN" altLang="en-US" dirty="0"/>
          </a:p>
        </p:txBody>
      </p:sp>
      <p:sp>
        <p:nvSpPr>
          <p:cNvPr id="8" name="文本占位符 10"/>
          <p:cNvSpPr>
            <a:spLocks noGrp="1"/>
          </p:cNvSpPr>
          <p:nvPr>
            <p:ph type="body" sz="quarter" idx="13" hasCustomPrompt="1"/>
          </p:nvPr>
        </p:nvSpPr>
        <p:spPr>
          <a:xfrm>
            <a:off x="748608" y="2377444"/>
            <a:ext cx="4443955" cy="1409400"/>
          </a:xfrm>
          <a:prstGeom prst="rect">
            <a:avLst/>
          </a:prstGeom>
        </p:spPr>
        <p:txBody>
          <a:bodyPr anchor="t"/>
          <a:lstStyle>
            <a:lvl1pPr marL="0" indent="0">
              <a:lnSpc>
                <a:spcPts val="1900"/>
              </a:lnSpc>
              <a:buNone/>
              <a:defRPr sz="1465" b="0" i="0">
                <a:solidFill>
                  <a:schemeClr val="tx1">
                    <a:lumMod val="65000"/>
                    <a:lumOff val="35000"/>
                  </a:schemeClr>
                </a:solidFill>
                <a:latin typeface="微软雅黑" panose="020B0503020204020204" charset="-122"/>
                <a:ea typeface="微软雅黑" panose="020B0503020204020204" charset="-122"/>
              </a:defRPr>
            </a:lvl1pPr>
          </a:lstStyle>
          <a:p>
            <a:pPr lvl="0"/>
            <a:r>
              <a:rPr kumimoji="1" lang="zh-CN" altLang="en-US" dirty="0"/>
              <a:t>这里是一段解释说明文字，这里是一段解释说明文字，这里是一段解释说明文字，这里是一段解释说明文字 </a:t>
            </a:r>
            <a:r>
              <a:rPr kumimoji="1" lang="en-US" altLang="zh-CN" dirty="0"/>
              <a:t>11</a:t>
            </a:r>
            <a:r>
              <a:rPr kumimoji="1" lang="zh-CN" altLang="en-US" dirty="0"/>
              <a:t>号</a:t>
            </a:r>
            <a:endParaRPr kumimoji="1" lang="zh-CN" altLang="en-US" dirty="0"/>
          </a:p>
        </p:txBody>
      </p:sp>
      <p:sp>
        <p:nvSpPr>
          <p:cNvPr id="10" name="文本占位符 10"/>
          <p:cNvSpPr>
            <a:spLocks noGrp="1"/>
          </p:cNvSpPr>
          <p:nvPr>
            <p:ph type="body" sz="quarter" idx="14" hasCustomPrompt="1"/>
          </p:nvPr>
        </p:nvSpPr>
        <p:spPr>
          <a:xfrm>
            <a:off x="748609" y="3796035"/>
            <a:ext cx="2800879" cy="1204212"/>
          </a:xfrm>
          <a:prstGeom prst="rect">
            <a:avLst/>
          </a:prstGeom>
        </p:spPr>
        <p:txBody>
          <a:bodyPr anchor="t"/>
          <a:lstStyle>
            <a:lvl1pPr marL="0" indent="0">
              <a:buNone/>
              <a:defRPr sz="8000" b="1" i="0">
                <a:solidFill>
                  <a:schemeClr val="tx1">
                    <a:lumMod val="85000"/>
                    <a:lumOff val="15000"/>
                  </a:schemeClr>
                </a:solidFill>
                <a:latin typeface="微软雅黑" panose="020B0503020204020204" charset="-122"/>
                <a:ea typeface="微软雅黑" panose="020B0503020204020204" charset="-122"/>
              </a:defRPr>
            </a:lvl1pPr>
          </a:lstStyle>
          <a:p>
            <a:pPr lvl="0"/>
            <a:r>
              <a:rPr kumimoji="1" lang="en-US" altLang="zh-CN" dirty="0"/>
              <a:t>7999</a:t>
            </a:r>
            <a:endParaRPr kumimoji="1" lang="zh-CN" altLang="en-US" dirty="0"/>
          </a:p>
        </p:txBody>
      </p:sp>
      <p:pic>
        <p:nvPicPr>
          <p:cNvPr id="12" name="图片 11" descr="20190402-AIoT 中-RGB-彩.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75691" y="6372520"/>
            <a:ext cx="708076" cy="481739"/>
          </a:xfrm>
          <a:prstGeom prst="rect">
            <a:avLst/>
          </a:prstGeom>
        </p:spPr>
      </p:pic>
      <p:pic>
        <p:nvPicPr>
          <p:cNvPr id="13" name="图片 12" descr="20190402-SKYWORTH 创导未来 中-03.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3037" y="21481"/>
            <a:ext cx="1222627" cy="390912"/>
          </a:xfrm>
          <a:prstGeom prst="rect">
            <a:avLst/>
          </a:prstGeom>
        </p:spPr>
      </p:pic>
      <p:sp>
        <p:nvSpPr>
          <p:cNvPr id="14" name="文本占位符 10"/>
          <p:cNvSpPr>
            <a:spLocks noGrp="1"/>
          </p:cNvSpPr>
          <p:nvPr>
            <p:ph type="body" sz="quarter" idx="15" hasCustomPrompt="1"/>
          </p:nvPr>
        </p:nvSpPr>
        <p:spPr>
          <a:xfrm>
            <a:off x="3327343" y="4526392"/>
            <a:ext cx="1681020" cy="597069"/>
          </a:xfrm>
          <a:prstGeom prst="rect">
            <a:avLst/>
          </a:prstGeom>
        </p:spPr>
        <p:txBody>
          <a:bodyPr anchor="t"/>
          <a:lstStyle>
            <a:lvl1pPr marL="0" indent="0">
              <a:lnSpc>
                <a:spcPts val="1900"/>
              </a:lnSpc>
              <a:buNone/>
              <a:defRPr sz="1465" b="0" i="0">
                <a:solidFill>
                  <a:schemeClr val="tx1">
                    <a:lumMod val="65000"/>
                    <a:lumOff val="35000"/>
                  </a:schemeClr>
                </a:solidFill>
                <a:latin typeface="微软雅黑" panose="020B0503020204020204" charset="-122"/>
                <a:ea typeface="微软雅黑" panose="020B0503020204020204" charset="-122"/>
              </a:defRPr>
            </a:lvl1pPr>
          </a:lstStyle>
          <a:p>
            <a:pPr lvl="0"/>
            <a:r>
              <a:rPr kumimoji="1" lang="zh-CN" altLang="en-US" dirty="0"/>
              <a:t>元</a:t>
            </a:r>
            <a:endParaRPr kumimoji="1"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封面1">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alphaModFix amt="80000"/>
          </a:blip>
          <a:stretch>
            <a:fillRect/>
          </a:stretch>
        </p:blipFill>
        <p:spPr>
          <a:xfrm>
            <a:off x="0" y="2540"/>
            <a:ext cx="12192000" cy="6858000"/>
          </a:xfrm>
          <a:prstGeom prst="rect">
            <a:avLst/>
          </a:prstGeom>
        </p:spPr>
      </p:pic>
      <p:pic>
        <p:nvPicPr>
          <p:cNvPr id="6" name="图片 5" descr="20190402-AIoT 中-RGB-彩.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026683" y="6058293"/>
            <a:ext cx="1099932" cy="748339"/>
          </a:xfrm>
          <a:prstGeom prst="rect">
            <a:avLst/>
          </a:prstGeom>
        </p:spPr>
      </p:pic>
      <p:pic>
        <p:nvPicPr>
          <p:cNvPr id="8" name="图片 7" descr="20190402-SKYWORTH 创导未来 中-03.png"/>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32088" y="21481"/>
            <a:ext cx="2056161" cy="657419"/>
          </a:xfrm>
          <a:prstGeom prst="rect">
            <a:avLst/>
          </a:prstGeom>
        </p:spPr>
      </p:pic>
      <p:sp>
        <p:nvSpPr>
          <p:cNvPr id="12" name="文本占位符 10"/>
          <p:cNvSpPr>
            <a:spLocks noGrp="1"/>
          </p:cNvSpPr>
          <p:nvPr>
            <p:ph type="body" sz="quarter" idx="10" hasCustomPrompt="1"/>
          </p:nvPr>
        </p:nvSpPr>
        <p:spPr>
          <a:xfrm>
            <a:off x="1294308" y="2477104"/>
            <a:ext cx="9652179" cy="1153973"/>
          </a:xfrm>
          <a:prstGeom prst="rect">
            <a:avLst/>
          </a:prstGeom>
        </p:spPr>
        <p:txBody>
          <a:bodyPr anchor="t"/>
          <a:lstStyle>
            <a:lvl1pPr marL="0" indent="0">
              <a:buNone/>
              <a:defRPr sz="5335" b="0" i="0">
                <a:solidFill>
                  <a:srgbClr val="41B2DB"/>
                </a:solidFill>
                <a:latin typeface="微软雅黑" panose="020B0503020204020204" charset="-122"/>
                <a:ea typeface="微软雅黑" panose="020B0503020204020204" charset="-122"/>
              </a:defRPr>
            </a:lvl1pPr>
          </a:lstStyle>
          <a:p>
            <a:pPr lvl="0"/>
            <a:r>
              <a:rPr kumimoji="1" lang="zh-CN" altLang="en-US" dirty="0"/>
              <a:t>演讲主题 </a:t>
            </a:r>
            <a:r>
              <a:rPr kumimoji="1" lang="en-US" altLang="zh-CN" dirty="0"/>
              <a:t>40</a:t>
            </a:r>
            <a:r>
              <a:rPr kumimoji="1" lang="zh-CN" altLang="en-US" dirty="0"/>
              <a:t>号 </a:t>
            </a:r>
            <a:r>
              <a:rPr kumimoji="1" lang="en-US" altLang="zh-CN" dirty="0" err="1"/>
              <a:t>AIoT</a:t>
            </a:r>
            <a:r>
              <a:rPr kumimoji="1" lang="zh-CN" altLang="en-US" dirty="0"/>
              <a:t>蓝</a:t>
            </a:r>
            <a:endParaRPr kumimoji="1" lang="zh-CN" altLang="en-US" dirty="0"/>
          </a:p>
        </p:txBody>
      </p:sp>
      <p:sp>
        <p:nvSpPr>
          <p:cNvPr id="15" name="文本占位符 10"/>
          <p:cNvSpPr>
            <a:spLocks noGrp="1"/>
          </p:cNvSpPr>
          <p:nvPr>
            <p:ph type="body" sz="quarter" idx="11" hasCustomPrompt="1"/>
          </p:nvPr>
        </p:nvSpPr>
        <p:spPr>
          <a:xfrm>
            <a:off x="1294308" y="3709845"/>
            <a:ext cx="9652179" cy="574729"/>
          </a:xfrm>
          <a:prstGeom prst="rect">
            <a:avLst/>
          </a:prstGeom>
        </p:spPr>
        <p:txBody>
          <a:bodyPr anchor="t"/>
          <a:lstStyle>
            <a:lvl1pPr marL="0" indent="0">
              <a:buNone/>
              <a:defRPr sz="1600" b="0" i="0">
                <a:solidFill>
                  <a:srgbClr val="41B2DB"/>
                </a:solidFill>
                <a:latin typeface="微软雅黑" panose="020B0503020204020204" charset="-122"/>
                <a:ea typeface="微软雅黑" panose="020B0503020204020204" charset="-122"/>
              </a:defRPr>
            </a:lvl1pPr>
          </a:lstStyle>
          <a:p>
            <a:pPr lvl="0"/>
            <a:r>
              <a:rPr kumimoji="1" lang="zh-CN" altLang="en-US" dirty="0"/>
              <a:t>作者信息 </a:t>
            </a:r>
            <a:r>
              <a:rPr kumimoji="1" lang="en-US" altLang="zh-CN" dirty="0"/>
              <a:t>12</a:t>
            </a:r>
            <a:r>
              <a:rPr kumimoji="1" lang="zh-CN" altLang="en-US" dirty="0"/>
              <a:t>号 </a:t>
            </a:r>
            <a:r>
              <a:rPr kumimoji="1" lang="en-US" altLang="zh-CN" dirty="0" err="1"/>
              <a:t>AIoT</a:t>
            </a:r>
            <a:r>
              <a:rPr kumimoji="1" lang="zh-CN" altLang="en-US" dirty="0"/>
              <a:t>蓝</a:t>
            </a:r>
            <a:endParaRPr kumimoji="1" lang="zh-CN" altLang="en-US" dirty="0"/>
          </a:p>
        </p:txBody>
      </p:sp>
      <p:sp>
        <p:nvSpPr>
          <p:cNvPr id="18" name="文本占位符 10"/>
          <p:cNvSpPr>
            <a:spLocks noGrp="1"/>
          </p:cNvSpPr>
          <p:nvPr>
            <p:ph type="body" sz="quarter" idx="12" hasCustomPrompt="1"/>
          </p:nvPr>
        </p:nvSpPr>
        <p:spPr>
          <a:xfrm>
            <a:off x="118009" y="6450833"/>
            <a:ext cx="9652179" cy="287260"/>
          </a:xfrm>
          <a:prstGeom prst="rect">
            <a:avLst/>
          </a:prstGeom>
        </p:spPr>
        <p:txBody>
          <a:bodyPr anchor="t"/>
          <a:lstStyle>
            <a:lvl1pPr marL="0" indent="0">
              <a:buNone/>
              <a:defRPr sz="1065" b="0" i="0">
                <a:solidFill>
                  <a:schemeClr val="tx1">
                    <a:lumMod val="65000"/>
                    <a:lumOff val="35000"/>
                  </a:schemeClr>
                </a:solidFill>
                <a:latin typeface="微软雅黑" panose="020B0503020204020204" charset="-122"/>
                <a:ea typeface="微软雅黑" panose="020B0503020204020204" charset="-122"/>
              </a:defRPr>
            </a:lvl1pPr>
          </a:lstStyle>
          <a:p>
            <a:pPr lvl="0"/>
            <a:r>
              <a:rPr kumimoji="1" lang="en-US" altLang="zh-CN" dirty="0"/>
              <a:t>19 March,2018  </a:t>
            </a:r>
            <a:r>
              <a:rPr kumimoji="1" lang="zh-CN" altLang="en-US" dirty="0"/>
              <a:t>日期</a:t>
            </a:r>
            <a:r>
              <a:rPr kumimoji="1" lang="en-US" altLang="zh-CN" dirty="0"/>
              <a:t>8</a:t>
            </a:r>
            <a:r>
              <a:rPr kumimoji="1" lang="zh-CN" altLang="en-US" dirty="0"/>
              <a:t>号 </a:t>
            </a:r>
            <a:r>
              <a:rPr kumimoji="1" lang="en-US" altLang="zh-CN" dirty="0"/>
              <a:t>70%</a:t>
            </a:r>
            <a:r>
              <a:rPr kumimoji="1" lang="zh-CN" altLang="en-US" dirty="0"/>
              <a:t>黑</a:t>
            </a:r>
            <a:endParaRPr kumimoji="1"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32" name="矩形 31"/>
          <p:cNvSpPr/>
          <p:nvPr>
            <p:custDataLst>
              <p:tags r:id="rId2"/>
            </p:custDataLst>
          </p:nvPr>
        </p:nvSpPr>
        <p:spPr>
          <a:xfrm>
            <a:off x="8479422" y="4726875"/>
            <a:ext cx="2160001" cy="2954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custDataLst>
              <p:tags r:id="rId3"/>
            </p:custDataLst>
          </p:nvPr>
        </p:nvSpPr>
        <p:spPr>
          <a:xfrm>
            <a:off x="9577065" y="4755401"/>
            <a:ext cx="1032934" cy="239025"/>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0" name="图片 49"/>
          <p:cNvPicPr>
            <a:picLocks noChangeAspect="1"/>
          </p:cNvPicPr>
          <p:nvPr userDrawn="1">
            <p:custDataLst>
              <p:tags r:id="rId4"/>
            </p:custDataLst>
          </p:nvPr>
        </p:nvPicPr>
        <p:blipFill>
          <a:blip r:embed="rId5"/>
          <a:srcRect/>
          <a:stretch>
            <a:fillRect/>
          </a:stretch>
        </p:blipFill>
        <p:spPr>
          <a:xfrm rot="10800000">
            <a:off x="5312130" y="-7535"/>
            <a:ext cx="2286000" cy="2342337"/>
          </a:xfrm>
          <a:custGeom>
            <a:avLst/>
            <a:gdLst>
              <a:gd name="connsiteX0" fmla="*/ 2286000 w 2286000"/>
              <a:gd name="connsiteY0" fmla="*/ 2342337 h 2342337"/>
              <a:gd name="connsiteX1" fmla="*/ 0 w 2286000"/>
              <a:gd name="connsiteY1" fmla="*/ 2342337 h 2342337"/>
              <a:gd name="connsiteX2" fmla="*/ 0 w 2286000"/>
              <a:gd name="connsiteY2" fmla="*/ 0 h 2342337"/>
              <a:gd name="connsiteX3" fmla="*/ 2286000 w 2286000"/>
              <a:gd name="connsiteY3" fmla="*/ 0 h 2342337"/>
            </a:gdLst>
            <a:ahLst/>
            <a:cxnLst>
              <a:cxn ang="0">
                <a:pos x="connsiteX0" y="connsiteY0"/>
              </a:cxn>
              <a:cxn ang="0">
                <a:pos x="connsiteX1" y="connsiteY1"/>
              </a:cxn>
              <a:cxn ang="0">
                <a:pos x="connsiteX2" y="connsiteY2"/>
              </a:cxn>
              <a:cxn ang="0">
                <a:pos x="connsiteX3" y="connsiteY3"/>
              </a:cxn>
            </a:cxnLst>
            <a:rect l="l" t="t" r="r" b="b"/>
            <a:pathLst>
              <a:path w="2286000" h="2342337">
                <a:moveTo>
                  <a:pt x="2286000" y="2342337"/>
                </a:moveTo>
                <a:lnTo>
                  <a:pt x="0" y="2342337"/>
                </a:lnTo>
                <a:lnTo>
                  <a:pt x="0" y="0"/>
                </a:lnTo>
                <a:lnTo>
                  <a:pt x="2286000" y="0"/>
                </a:lnTo>
                <a:close/>
              </a:path>
            </a:pathLst>
          </a:custGeom>
        </p:spPr>
      </p:pic>
      <p:grpSp>
        <p:nvGrpSpPr>
          <p:cNvPr id="80" name="组合 79"/>
          <p:cNvGrpSpPr/>
          <p:nvPr userDrawn="1">
            <p:custDataLst>
              <p:tags r:id="rId6"/>
            </p:custDataLst>
          </p:nvPr>
        </p:nvGrpSpPr>
        <p:grpSpPr>
          <a:xfrm>
            <a:off x="-3447" y="-189"/>
            <a:ext cx="4675187" cy="6856525"/>
            <a:chOff x="-3447" y="-189"/>
            <a:chExt cx="4675187" cy="6856525"/>
          </a:xfrm>
          <a:solidFill>
            <a:schemeClr val="accent1"/>
          </a:solidFill>
        </p:grpSpPr>
        <p:sp>
          <p:nvSpPr>
            <p:cNvPr id="7" name="流程图: 文档 6"/>
            <p:cNvSpPr/>
            <p:nvPr userDrawn="1">
              <p:custDataLst>
                <p:tags r:id="rId7"/>
              </p:custDataLst>
            </p:nvPr>
          </p:nvSpPr>
          <p:spPr>
            <a:xfrm rot="16200000">
              <a:off x="-872533" y="1312062"/>
              <a:ext cx="6856524" cy="4232023"/>
            </a:xfrm>
            <a:prstGeom prst="flowChartDocumen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6" name="任意多边形: 形状 65"/>
            <p:cNvSpPr/>
            <p:nvPr userDrawn="1">
              <p:custDataLst>
                <p:tags r:id="rId8"/>
              </p:custDataLst>
            </p:nvPr>
          </p:nvSpPr>
          <p:spPr>
            <a:xfrm>
              <a:off x="0" y="1"/>
              <a:ext cx="4559301" cy="6855293"/>
            </a:xfrm>
            <a:custGeom>
              <a:avLst/>
              <a:gdLst>
                <a:gd name="connsiteX0" fmla="*/ 0 w 4559301"/>
                <a:gd name="connsiteY0" fmla="*/ 0 h 6855293"/>
                <a:gd name="connsiteX1" fmla="*/ 3762289 w 4559301"/>
                <a:gd name="connsiteY1" fmla="*/ 0 h 6855293"/>
                <a:gd name="connsiteX2" fmla="*/ 3765029 w 4559301"/>
                <a:gd name="connsiteY2" fmla="*/ 230702 h 6855293"/>
                <a:gd name="connsiteX3" fmla="*/ 4391808 w 4559301"/>
                <a:gd name="connsiteY3" fmla="*/ 6560195 h 6855293"/>
                <a:gd name="connsiteX4" fmla="*/ 4331769 w 4559301"/>
                <a:gd name="connsiteY4" fmla="*/ 6855293 h 6855293"/>
                <a:gd name="connsiteX5" fmla="*/ 0 w 4559301"/>
                <a:gd name="connsiteY5" fmla="*/ 6855293 h 6855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59301" h="6855293">
                  <a:moveTo>
                    <a:pt x="0" y="0"/>
                  </a:moveTo>
                  <a:lnTo>
                    <a:pt x="3762289" y="0"/>
                  </a:lnTo>
                  <a:lnTo>
                    <a:pt x="3765029" y="230702"/>
                  </a:lnTo>
                  <a:cubicBezTo>
                    <a:pt x="3839114" y="3295200"/>
                    <a:pt x="4979109" y="3489718"/>
                    <a:pt x="4391808" y="6560195"/>
                  </a:cubicBezTo>
                  <a:lnTo>
                    <a:pt x="4331769" y="6855293"/>
                  </a:lnTo>
                  <a:lnTo>
                    <a:pt x="0" y="6855293"/>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1" name="矩形: 圆角 10"/>
            <p:cNvSpPr/>
            <p:nvPr>
              <p:custDataLst>
                <p:tags r:id="rId9"/>
              </p:custDataLst>
            </p:nvPr>
          </p:nvSpPr>
          <p:spPr>
            <a:xfrm>
              <a:off x="672465" y="606425"/>
              <a:ext cx="670560" cy="670560"/>
            </a:xfrm>
            <a:prstGeom prst="roundRect">
              <a:avLst/>
            </a:prstGeom>
            <a:grpFill/>
            <a:ln w="15875">
              <a:solidFill>
                <a:schemeClr val="bg1">
                  <a:alpha val="46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任意多边形: 形状 59"/>
            <p:cNvSpPr/>
            <p:nvPr>
              <p:custDataLst>
                <p:tags r:id="rId10"/>
              </p:custDataLst>
            </p:nvPr>
          </p:nvSpPr>
          <p:spPr>
            <a:xfrm>
              <a:off x="-3447" y="-189"/>
              <a:ext cx="1010557" cy="1043494"/>
            </a:xfrm>
            <a:custGeom>
              <a:avLst/>
              <a:gdLst>
                <a:gd name="connsiteX0" fmla="*/ 0 w 1010557"/>
                <a:gd name="connsiteY0" fmla="*/ 0 h 1043494"/>
                <a:gd name="connsiteX1" fmla="*/ 1010557 w 1010557"/>
                <a:gd name="connsiteY1" fmla="*/ 0 h 1043494"/>
                <a:gd name="connsiteX2" fmla="*/ 1010557 w 1010557"/>
                <a:gd name="connsiteY2" fmla="*/ 820287 h 1043494"/>
                <a:gd name="connsiteX3" fmla="*/ 787350 w 1010557"/>
                <a:gd name="connsiteY3" fmla="*/ 1043494 h 1043494"/>
                <a:gd name="connsiteX4" fmla="*/ 0 w 1010557"/>
                <a:gd name="connsiteY4" fmla="*/ 1043494 h 10434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0557" h="1043494">
                  <a:moveTo>
                    <a:pt x="0" y="0"/>
                  </a:moveTo>
                  <a:lnTo>
                    <a:pt x="1010557" y="0"/>
                  </a:lnTo>
                  <a:lnTo>
                    <a:pt x="1010557" y="820287"/>
                  </a:lnTo>
                  <a:cubicBezTo>
                    <a:pt x="1010557" y="943561"/>
                    <a:pt x="910624" y="1043494"/>
                    <a:pt x="787350" y="1043494"/>
                  </a:cubicBezTo>
                  <a:lnTo>
                    <a:pt x="0" y="1043494"/>
                  </a:lnTo>
                  <a:close/>
                </a:path>
              </a:pathLst>
            </a:custGeom>
            <a:grpFill/>
            <a:ln w="15875">
              <a:solidFill>
                <a:schemeClr val="bg1">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58" name="任意多边形: 形状 57"/>
            <p:cNvSpPr/>
            <p:nvPr>
              <p:custDataLst>
                <p:tags r:id="rId11"/>
              </p:custDataLst>
            </p:nvPr>
          </p:nvSpPr>
          <p:spPr>
            <a:xfrm>
              <a:off x="1474470" y="-189"/>
              <a:ext cx="813435" cy="624394"/>
            </a:xfrm>
            <a:custGeom>
              <a:avLst/>
              <a:gdLst>
                <a:gd name="connsiteX0" fmla="*/ 0 w 813435"/>
                <a:gd name="connsiteY0" fmla="*/ 0 h 624394"/>
                <a:gd name="connsiteX1" fmla="*/ 813435 w 813435"/>
                <a:gd name="connsiteY1" fmla="*/ 0 h 624394"/>
                <a:gd name="connsiteX2" fmla="*/ 813435 w 813435"/>
                <a:gd name="connsiteY2" fmla="*/ 488819 h 624394"/>
                <a:gd name="connsiteX3" fmla="*/ 677860 w 813435"/>
                <a:gd name="connsiteY3" fmla="*/ 624394 h 624394"/>
                <a:gd name="connsiteX4" fmla="*/ 135575 w 813435"/>
                <a:gd name="connsiteY4" fmla="*/ 624394 h 624394"/>
                <a:gd name="connsiteX5" fmla="*/ 0 w 813435"/>
                <a:gd name="connsiteY5" fmla="*/ 488819 h 624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13435" h="624394">
                  <a:moveTo>
                    <a:pt x="0" y="0"/>
                  </a:moveTo>
                  <a:lnTo>
                    <a:pt x="813435" y="0"/>
                  </a:lnTo>
                  <a:lnTo>
                    <a:pt x="813435" y="488819"/>
                  </a:lnTo>
                  <a:cubicBezTo>
                    <a:pt x="813435" y="563695"/>
                    <a:pt x="752736" y="624394"/>
                    <a:pt x="677860" y="624394"/>
                  </a:cubicBezTo>
                  <a:lnTo>
                    <a:pt x="135575" y="624394"/>
                  </a:lnTo>
                  <a:cubicBezTo>
                    <a:pt x="60699" y="624394"/>
                    <a:pt x="0" y="563695"/>
                    <a:pt x="0" y="488819"/>
                  </a:cubicBezTo>
                  <a:close/>
                </a:path>
              </a:pathLst>
            </a:custGeom>
            <a:grpFill/>
            <a:ln w="15875">
              <a:solidFill>
                <a:schemeClr val="bg1">
                  <a:alpha val="36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4" name="矩形: 圆角 13"/>
            <p:cNvSpPr/>
            <p:nvPr>
              <p:custDataLst>
                <p:tags r:id="rId12"/>
              </p:custDataLst>
            </p:nvPr>
          </p:nvSpPr>
          <p:spPr>
            <a:xfrm>
              <a:off x="2493645" y="353060"/>
              <a:ext cx="659130" cy="659130"/>
            </a:xfrm>
            <a:prstGeom prst="roundRect">
              <a:avLst/>
            </a:prstGeom>
            <a:grpFill/>
            <a:ln w="15875">
              <a:solidFill>
                <a:schemeClr val="bg1">
                  <a:alpha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任意多边形: 形状 61"/>
            <p:cNvSpPr/>
            <p:nvPr>
              <p:custDataLst>
                <p:tags r:id="rId13"/>
              </p:custDataLst>
            </p:nvPr>
          </p:nvSpPr>
          <p:spPr>
            <a:xfrm>
              <a:off x="-3447" y="1544320"/>
              <a:ext cx="284752" cy="504190"/>
            </a:xfrm>
            <a:custGeom>
              <a:avLst/>
              <a:gdLst>
                <a:gd name="connsiteX0" fmla="*/ 0 w 284752"/>
                <a:gd name="connsiteY0" fmla="*/ 0 h 504190"/>
                <a:gd name="connsiteX1" fmla="*/ 200719 w 284752"/>
                <a:gd name="connsiteY1" fmla="*/ 0 h 504190"/>
                <a:gd name="connsiteX2" fmla="*/ 284752 w 284752"/>
                <a:gd name="connsiteY2" fmla="*/ 84033 h 504190"/>
                <a:gd name="connsiteX3" fmla="*/ 284752 w 284752"/>
                <a:gd name="connsiteY3" fmla="*/ 420157 h 504190"/>
                <a:gd name="connsiteX4" fmla="*/ 200719 w 284752"/>
                <a:gd name="connsiteY4" fmla="*/ 504190 h 504190"/>
                <a:gd name="connsiteX5" fmla="*/ 0 w 284752"/>
                <a:gd name="connsiteY5" fmla="*/ 504190 h 504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4752" h="504190">
                  <a:moveTo>
                    <a:pt x="0" y="0"/>
                  </a:moveTo>
                  <a:lnTo>
                    <a:pt x="200719" y="0"/>
                  </a:lnTo>
                  <a:cubicBezTo>
                    <a:pt x="247129" y="0"/>
                    <a:pt x="284752" y="37623"/>
                    <a:pt x="284752" y="84033"/>
                  </a:cubicBezTo>
                  <a:lnTo>
                    <a:pt x="284752" y="420157"/>
                  </a:lnTo>
                  <a:cubicBezTo>
                    <a:pt x="284752" y="466567"/>
                    <a:pt x="247129" y="504190"/>
                    <a:pt x="200719" y="504190"/>
                  </a:cubicBezTo>
                  <a:lnTo>
                    <a:pt x="0" y="504190"/>
                  </a:lnTo>
                  <a:close/>
                </a:path>
              </a:pathLst>
            </a:custGeom>
            <a:grpFill/>
            <a:ln w="15875">
              <a:solidFill>
                <a:schemeClr val="bg1">
                  <a:alpha val="48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9" name="矩形: 圆角 18"/>
            <p:cNvSpPr/>
            <p:nvPr>
              <p:custDataLst>
                <p:tags r:id="rId14"/>
              </p:custDataLst>
            </p:nvPr>
          </p:nvSpPr>
          <p:spPr>
            <a:xfrm>
              <a:off x="2707640" y="624205"/>
              <a:ext cx="876300" cy="876300"/>
            </a:xfrm>
            <a:prstGeom prst="roundRect">
              <a:avLst/>
            </a:prstGeom>
            <a:grpFill/>
            <a:ln w="15875">
              <a:solidFill>
                <a:schemeClr val="bg1">
                  <a:alpha val="4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圆角 19"/>
            <p:cNvSpPr/>
            <p:nvPr>
              <p:custDataLst>
                <p:tags r:id="rId15"/>
              </p:custDataLst>
            </p:nvPr>
          </p:nvSpPr>
          <p:spPr>
            <a:xfrm>
              <a:off x="1605280" y="1115060"/>
              <a:ext cx="402590" cy="402590"/>
            </a:xfrm>
            <a:prstGeom prst="roundRect">
              <a:avLst/>
            </a:prstGeom>
            <a:grpFill/>
            <a:ln w="15875">
              <a:solidFill>
                <a:schemeClr val="bg1">
                  <a:alpha val="36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圆角 20"/>
            <p:cNvSpPr/>
            <p:nvPr>
              <p:custDataLst>
                <p:tags r:id="rId16"/>
              </p:custDataLst>
            </p:nvPr>
          </p:nvSpPr>
          <p:spPr>
            <a:xfrm>
              <a:off x="169545" y="1916430"/>
              <a:ext cx="402590" cy="432435"/>
            </a:xfrm>
            <a:prstGeom prst="roundRect">
              <a:avLst/>
            </a:prstGeom>
            <a:grpFill/>
            <a:ln w="15875">
              <a:solidFill>
                <a:schemeClr val="bg1">
                  <a:alpha val="4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任意多边形: 形状 71"/>
            <p:cNvSpPr/>
            <p:nvPr>
              <p:custDataLst>
                <p:tags r:id="rId17"/>
              </p:custDataLst>
            </p:nvPr>
          </p:nvSpPr>
          <p:spPr>
            <a:xfrm>
              <a:off x="885825" y="6346190"/>
              <a:ext cx="893445" cy="505682"/>
            </a:xfrm>
            <a:custGeom>
              <a:avLst/>
              <a:gdLst>
                <a:gd name="connsiteX0" fmla="*/ 148910 w 893445"/>
                <a:gd name="connsiteY0" fmla="*/ 0 h 505682"/>
                <a:gd name="connsiteX1" fmla="*/ 744535 w 893445"/>
                <a:gd name="connsiteY1" fmla="*/ 0 h 505682"/>
                <a:gd name="connsiteX2" fmla="*/ 893445 w 893445"/>
                <a:gd name="connsiteY2" fmla="*/ 148910 h 505682"/>
                <a:gd name="connsiteX3" fmla="*/ 893445 w 893445"/>
                <a:gd name="connsiteY3" fmla="*/ 505682 h 505682"/>
                <a:gd name="connsiteX4" fmla="*/ 0 w 893445"/>
                <a:gd name="connsiteY4" fmla="*/ 505682 h 505682"/>
                <a:gd name="connsiteX5" fmla="*/ 0 w 893445"/>
                <a:gd name="connsiteY5" fmla="*/ 148910 h 505682"/>
                <a:gd name="connsiteX6" fmla="*/ 148910 w 893445"/>
                <a:gd name="connsiteY6" fmla="*/ 0 h 505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3445" h="505682">
                  <a:moveTo>
                    <a:pt x="148910" y="0"/>
                  </a:moveTo>
                  <a:lnTo>
                    <a:pt x="744535" y="0"/>
                  </a:lnTo>
                  <a:cubicBezTo>
                    <a:pt x="826776" y="0"/>
                    <a:pt x="893445" y="66669"/>
                    <a:pt x="893445" y="148910"/>
                  </a:cubicBezTo>
                  <a:lnTo>
                    <a:pt x="893445" y="505682"/>
                  </a:lnTo>
                  <a:lnTo>
                    <a:pt x="0" y="505682"/>
                  </a:lnTo>
                  <a:lnTo>
                    <a:pt x="0" y="148910"/>
                  </a:lnTo>
                  <a:cubicBezTo>
                    <a:pt x="0" y="66669"/>
                    <a:pt x="66669" y="0"/>
                    <a:pt x="148910" y="0"/>
                  </a:cubicBezTo>
                  <a:close/>
                </a:path>
              </a:pathLst>
            </a:custGeom>
            <a:grpFill/>
            <a:ln w="15875">
              <a:solidFill>
                <a:schemeClr val="bg1">
                  <a:alpha val="52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69" name="任意多边形: 形状 68"/>
            <p:cNvSpPr/>
            <p:nvPr>
              <p:custDataLst>
                <p:tags r:id="rId18"/>
              </p:custDataLst>
            </p:nvPr>
          </p:nvSpPr>
          <p:spPr>
            <a:xfrm>
              <a:off x="0" y="5970905"/>
              <a:ext cx="1332230" cy="880967"/>
            </a:xfrm>
            <a:custGeom>
              <a:avLst/>
              <a:gdLst>
                <a:gd name="connsiteX0" fmla="*/ 0 w 1332230"/>
                <a:gd name="connsiteY0" fmla="*/ 0 h 880967"/>
                <a:gd name="connsiteX1" fmla="*/ 1034727 w 1332230"/>
                <a:gd name="connsiteY1" fmla="*/ 0 h 880967"/>
                <a:gd name="connsiteX2" fmla="*/ 1332230 w 1332230"/>
                <a:gd name="connsiteY2" fmla="*/ 297503 h 880967"/>
                <a:gd name="connsiteX3" fmla="*/ 1332230 w 1332230"/>
                <a:gd name="connsiteY3" fmla="*/ 880967 h 880967"/>
                <a:gd name="connsiteX4" fmla="*/ 0 w 1332230"/>
                <a:gd name="connsiteY4" fmla="*/ 880967 h 8809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2230" h="880967">
                  <a:moveTo>
                    <a:pt x="0" y="0"/>
                  </a:moveTo>
                  <a:lnTo>
                    <a:pt x="1034727" y="0"/>
                  </a:lnTo>
                  <a:cubicBezTo>
                    <a:pt x="1199033" y="0"/>
                    <a:pt x="1332230" y="133197"/>
                    <a:pt x="1332230" y="297503"/>
                  </a:cubicBezTo>
                  <a:lnTo>
                    <a:pt x="1332230" y="880967"/>
                  </a:lnTo>
                  <a:lnTo>
                    <a:pt x="0" y="880967"/>
                  </a:lnTo>
                  <a:close/>
                </a:path>
              </a:pathLst>
            </a:custGeom>
            <a:grpFill/>
            <a:ln w="15875">
              <a:solidFill>
                <a:schemeClr val="bg1">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76" name="任意多边形: 形状 75"/>
            <p:cNvSpPr/>
            <p:nvPr userDrawn="1">
              <p:custDataLst>
                <p:tags r:id="rId19"/>
              </p:custDataLst>
            </p:nvPr>
          </p:nvSpPr>
          <p:spPr>
            <a:xfrm>
              <a:off x="2136605" y="6588125"/>
              <a:ext cx="1771355" cy="263747"/>
            </a:xfrm>
            <a:custGeom>
              <a:avLst/>
              <a:gdLst>
                <a:gd name="connsiteX0" fmla="*/ 290688 w 1771355"/>
                <a:gd name="connsiteY0" fmla="*/ 0 h 263747"/>
                <a:gd name="connsiteX1" fmla="*/ 1480667 w 1771355"/>
                <a:gd name="connsiteY1" fmla="*/ 0 h 263747"/>
                <a:gd name="connsiteX2" fmla="*/ 1754791 w 1771355"/>
                <a:gd name="connsiteY2" fmla="*/ 181702 h 263747"/>
                <a:gd name="connsiteX3" fmla="*/ 1771355 w 1771355"/>
                <a:gd name="connsiteY3" fmla="*/ 263747 h 263747"/>
                <a:gd name="connsiteX4" fmla="*/ 0 w 1771355"/>
                <a:gd name="connsiteY4" fmla="*/ 263747 h 263747"/>
                <a:gd name="connsiteX5" fmla="*/ 16564 w 1771355"/>
                <a:gd name="connsiteY5" fmla="*/ 181702 h 263747"/>
                <a:gd name="connsiteX6" fmla="*/ 290688 w 1771355"/>
                <a:gd name="connsiteY6" fmla="*/ 0 h 263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71355" h="263747">
                  <a:moveTo>
                    <a:pt x="290688" y="0"/>
                  </a:moveTo>
                  <a:lnTo>
                    <a:pt x="1480667" y="0"/>
                  </a:lnTo>
                  <a:cubicBezTo>
                    <a:pt x="1603897" y="0"/>
                    <a:pt x="1709627" y="74924"/>
                    <a:pt x="1754791" y="181702"/>
                  </a:cubicBezTo>
                  <a:lnTo>
                    <a:pt x="1771355" y="263747"/>
                  </a:lnTo>
                  <a:lnTo>
                    <a:pt x="0" y="263747"/>
                  </a:lnTo>
                  <a:lnTo>
                    <a:pt x="16564" y="181702"/>
                  </a:lnTo>
                  <a:cubicBezTo>
                    <a:pt x="61728" y="74924"/>
                    <a:pt x="167459" y="0"/>
                    <a:pt x="290688" y="0"/>
                  </a:cubicBezTo>
                  <a:close/>
                </a:path>
              </a:pathLst>
            </a:custGeom>
            <a:grpFill/>
            <a:ln w="15875">
              <a:solidFill>
                <a:schemeClr val="bg1">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78" name="任意多边形: 形状 77"/>
            <p:cNvSpPr/>
            <p:nvPr>
              <p:custDataLst>
                <p:tags r:id="rId20"/>
              </p:custDataLst>
            </p:nvPr>
          </p:nvSpPr>
          <p:spPr>
            <a:xfrm>
              <a:off x="3397885" y="6395720"/>
              <a:ext cx="727710" cy="456152"/>
            </a:xfrm>
            <a:custGeom>
              <a:avLst/>
              <a:gdLst>
                <a:gd name="connsiteX0" fmla="*/ 121287 w 727710"/>
                <a:gd name="connsiteY0" fmla="*/ 0 h 456152"/>
                <a:gd name="connsiteX1" fmla="*/ 606423 w 727710"/>
                <a:gd name="connsiteY1" fmla="*/ 0 h 456152"/>
                <a:gd name="connsiteX2" fmla="*/ 727710 w 727710"/>
                <a:gd name="connsiteY2" fmla="*/ 121287 h 456152"/>
                <a:gd name="connsiteX3" fmla="*/ 727710 w 727710"/>
                <a:gd name="connsiteY3" fmla="*/ 456152 h 456152"/>
                <a:gd name="connsiteX4" fmla="*/ 0 w 727710"/>
                <a:gd name="connsiteY4" fmla="*/ 456152 h 456152"/>
                <a:gd name="connsiteX5" fmla="*/ 0 w 727710"/>
                <a:gd name="connsiteY5" fmla="*/ 121287 h 456152"/>
                <a:gd name="connsiteX6" fmla="*/ 121287 w 727710"/>
                <a:gd name="connsiteY6" fmla="*/ 0 h 456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27710" h="456152">
                  <a:moveTo>
                    <a:pt x="121287" y="0"/>
                  </a:moveTo>
                  <a:lnTo>
                    <a:pt x="606423" y="0"/>
                  </a:lnTo>
                  <a:cubicBezTo>
                    <a:pt x="673408" y="0"/>
                    <a:pt x="727710" y="54302"/>
                    <a:pt x="727710" y="121287"/>
                  </a:cubicBezTo>
                  <a:lnTo>
                    <a:pt x="727710" y="456152"/>
                  </a:lnTo>
                  <a:lnTo>
                    <a:pt x="0" y="456152"/>
                  </a:lnTo>
                  <a:lnTo>
                    <a:pt x="0" y="121287"/>
                  </a:lnTo>
                  <a:cubicBezTo>
                    <a:pt x="0" y="54302"/>
                    <a:pt x="54302" y="0"/>
                    <a:pt x="121287" y="0"/>
                  </a:cubicBezTo>
                  <a:close/>
                </a:path>
              </a:pathLst>
            </a:custGeom>
            <a:grpFill/>
            <a:ln w="15875">
              <a:solidFill>
                <a:schemeClr val="bg1">
                  <a:alpha val="37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sp>
        <p:nvSpPr>
          <p:cNvPr id="16" name="日期占位符 15"/>
          <p:cNvSpPr>
            <a:spLocks noGrp="1"/>
          </p:cNvSpPr>
          <p:nvPr userDrawn="1">
            <p:ph type="dt" sz="half" idx="10"/>
            <p:custDataLst>
              <p:tags r:id="rId21"/>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userDrawn="1">
            <p:ph type="ftr" sz="quarter" idx="11"/>
            <p:custDataLst>
              <p:tags r:id="rId22"/>
            </p:custDataLst>
          </p:nvPr>
        </p:nvSpPr>
        <p:spPr/>
        <p:txBody>
          <a:bodyPr/>
          <a:lstStyle/>
          <a:p>
            <a:endParaRPr lang="zh-CN" altLang="en-US" dirty="0"/>
          </a:p>
        </p:txBody>
      </p:sp>
      <p:sp>
        <p:nvSpPr>
          <p:cNvPr id="18" name="灯片编号占位符 17"/>
          <p:cNvSpPr>
            <a:spLocks noGrp="1"/>
          </p:cNvSpPr>
          <p:nvPr userDrawn="1">
            <p:ph type="sldNum" sz="quarter" idx="12"/>
            <p:custDataLst>
              <p:tags r:id="rId23"/>
            </p:custDataLst>
          </p:nvPr>
        </p:nvSpPr>
        <p:spPr/>
        <p:txBody>
          <a:bodyPr/>
          <a:lstStyle/>
          <a:p>
            <a:fld id="{49AE70B2-8BF9-45C0-BB95-33D1B9D3A854}" type="slidenum">
              <a:rPr lang="zh-CN" altLang="en-US" smtClean="0"/>
            </a:fld>
            <a:endParaRPr lang="zh-CN" altLang="en-US" dirty="0"/>
          </a:p>
        </p:txBody>
      </p:sp>
      <p:sp>
        <p:nvSpPr>
          <p:cNvPr id="2" name="标题 1"/>
          <p:cNvSpPr>
            <a:spLocks noGrp="1"/>
          </p:cNvSpPr>
          <p:nvPr userDrawn="1">
            <p:ph type="ctrTitle" hasCustomPrompt="1"/>
            <p:custDataLst>
              <p:tags r:id="rId24"/>
            </p:custDataLst>
          </p:nvPr>
        </p:nvSpPr>
        <p:spPr>
          <a:xfrm>
            <a:off x="5003801" y="2779449"/>
            <a:ext cx="6369050" cy="942095"/>
          </a:xfrm>
        </p:spPr>
        <p:txBody>
          <a:bodyPr lIns="90000" tIns="0" rIns="90000" bIns="46800" anchor="t" anchorCtr="0">
            <a:normAutofit/>
          </a:bodyPr>
          <a:lstStyle>
            <a:lvl1pPr algn="ctr">
              <a:defRPr sz="5400" spc="600">
                <a:solidFill>
                  <a:schemeClr val="accent1"/>
                </a:solidFill>
              </a:defRPr>
            </a:lvl1pPr>
          </a:lstStyle>
          <a:p>
            <a:r>
              <a:rPr lang="zh-CN" altLang="en-US" dirty="0"/>
              <a:t>单击此处编辑标题</a:t>
            </a:r>
            <a:endParaRPr lang="zh-CN" altLang="en-US" dirty="0"/>
          </a:p>
        </p:txBody>
      </p:sp>
      <p:sp>
        <p:nvSpPr>
          <p:cNvPr id="3" name="副标题 2"/>
          <p:cNvSpPr>
            <a:spLocks noGrp="1"/>
          </p:cNvSpPr>
          <p:nvPr userDrawn="1">
            <p:ph type="subTitle" idx="1" hasCustomPrompt="1"/>
            <p:custDataLst>
              <p:tags r:id="rId25"/>
            </p:custDataLst>
          </p:nvPr>
        </p:nvSpPr>
        <p:spPr>
          <a:xfrm>
            <a:off x="4999018" y="2172371"/>
            <a:ext cx="6373833" cy="571384"/>
          </a:xfrm>
        </p:spPr>
        <p:txBody>
          <a:bodyPr lIns="90000" tIns="46800" rIns="90000" bIns="0" anchor="b">
            <a:normAutofit/>
          </a:bodyPr>
          <a:lstStyle>
            <a:lvl1pPr marL="0" indent="0" algn="r" eaLnBrk="1" fontAlgn="auto" latinLnBrk="0" hangingPunct="1">
              <a:lnSpc>
                <a:spcPct val="100000"/>
              </a:lnSpc>
              <a:buNone/>
              <a:defRPr sz="2400" u="none" strike="noStrike" kern="1200" cap="none" spc="200" normalizeH="0" baseline="0">
                <a:solidFill>
                  <a:schemeClr val="accent1"/>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5" name="文本占位符 4"/>
          <p:cNvSpPr>
            <a:spLocks noGrp="1"/>
          </p:cNvSpPr>
          <p:nvPr userDrawn="1">
            <p:ph type="body" sz="quarter" idx="13"/>
            <p:custDataLst>
              <p:tags r:id="rId26"/>
            </p:custDataLst>
          </p:nvPr>
        </p:nvSpPr>
        <p:spPr>
          <a:xfrm>
            <a:off x="7408546" y="3760360"/>
            <a:ext cx="3230878" cy="396000"/>
          </a:xfrm>
        </p:spPr>
        <p:txBody>
          <a:bodyPr lIns="90000" tIns="46800" rIns="90000" bIns="0" anchor="b" anchorCtr="0">
            <a:normAutofit/>
          </a:bodyPr>
          <a:lstStyle>
            <a:lvl1pPr marL="0" indent="0" algn="r">
              <a:buNone/>
              <a:defRPr sz="1800">
                <a:solidFill>
                  <a:schemeClr val="tx1">
                    <a:lumMod val="65000"/>
                    <a:lumOff val="35000"/>
                  </a:schemeClr>
                </a:solidFill>
              </a:defRPr>
            </a:lvl1pPr>
          </a:lstStyle>
          <a:p>
            <a:pPr lvl="0"/>
            <a:r>
              <a:rPr lang="zh-CN" altLang="en-US" dirty="0"/>
              <a:t>单击此处编辑母版文本样式</a:t>
            </a:r>
            <a:endParaRPr lang="zh-CN" altLang="en-US" dirty="0"/>
          </a:p>
        </p:txBody>
      </p:sp>
      <p:sp>
        <p:nvSpPr>
          <p:cNvPr id="36" name="文本占位符 35"/>
          <p:cNvSpPr>
            <a:spLocks noGrp="1"/>
          </p:cNvSpPr>
          <p:nvPr userDrawn="1">
            <p:ph type="body" sz="quarter" idx="14"/>
            <p:custDataLst>
              <p:tags r:id="rId27"/>
            </p:custDataLst>
          </p:nvPr>
        </p:nvSpPr>
        <p:spPr>
          <a:xfrm>
            <a:off x="7408545" y="4206840"/>
            <a:ext cx="3230878" cy="396000"/>
          </a:xfrm>
        </p:spPr>
        <p:txBody>
          <a:bodyPr lIns="90000" tIns="0" rIns="90000" bIns="46800">
            <a:normAutofit/>
          </a:bodyPr>
          <a:lstStyle>
            <a:lvl1pPr marL="0" indent="0" algn="r">
              <a:buNone/>
              <a:defRPr sz="1800">
                <a:solidFill>
                  <a:schemeClr val="tx1">
                    <a:lumMod val="65000"/>
                    <a:lumOff val="35000"/>
                  </a:schemeClr>
                </a:solidFill>
              </a:defRPr>
            </a:lvl1pPr>
          </a:lstStyle>
          <a:p>
            <a:pPr lvl="0"/>
            <a:r>
              <a:rPr lang="zh-CN" altLang="en-US" dirty="0"/>
              <a:t>单击此处编辑母版文本样式</a:t>
            </a:r>
            <a:endParaRPr lang="zh-CN" altLang="en-US" dirty="0"/>
          </a:p>
        </p:txBody>
      </p:sp>
      <p:sp>
        <p:nvSpPr>
          <p:cNvPr id="38" name="文本占位符 37"/>
          <p:cNvSpPr>
            <a:spLocks noGrp="1"/>
          </p:cNvSpPr>
          <p:nvPr userDrawn="1">
            <p:ph type="body" sz="quarter" idx="15" hasCustomPrompt="1"/>
            <p:custDataLst>
              <p:tags r:id="rId28"/>
            </p:custDataLst>
          </p:nvPr>
        </p:nvSpPr>
        <p:spPr>
          <a:xfrm>
            <a:off x="8461825" y="4652159"/>
            <a:ext cx="1116000" cy="396000"/>
          </a:xfrm>
        </p:spPr>
        <p:txBody>
          <a:bodyPr lIns="90000" tIns="46800" rIns="90000" bIns="46800" anchor="ctr" anchorCtr="0">
            <a:normAutofit/>
          </a:bodyPr>
          <a:lstStyle>
            <a:lvl1pPr marL="0" indent="0" algn="ctr">
              <a:buNone/>
              <a:defRPr sz="1600">
                <a:solidFill>
                  <a:schemeClr val="bg1"/>
                </a:solidFill>
              </a:defRPr>
            </a:lvl1pPr>
          </a:lstStyle>
          <a:p>
            <a:pPr lvl="0"/>
            <a:r>
              <a:rPr lang="zh-CN" altLang="en-US" dirty="0"/>
              <a:t>编辑文本</a:t>
            </a:r>
            <a:endParaRPr lang="zh-CN" altLang="en-US" dirty="0"/>
          </a:p>
        </p:txBody>
      </p:sp>
      <p:sp>
        <p:nvSpPr>
          <p:cNvPr id="40" name="文本占位符 39"/>
          <p:cNvSpPr>
            <a:spLocks noGrp="1"/>
          </p:cNvSpPr>
          <p:nvPr userDrawn="1">
            <p:ph type="body" sz="quarter" idx="16" hasCustomPrompt="1"/>
            <p:custDataLst>
              <p:tags r:id="rId29"/>
            </p:custDataLst>
          </p:nvPr>
        </p:nvSpPr>
        <p:spPr>
          <a:xfrm>
            <a:off x="9586550" y="4652159"/>
            <a:ext cx="1116000" cy="396000"/>
          </a:xfrm>
        </p:spPr>
        <p:txBody>
          <a:bodyPr lIns="90000" tIns="46800" rIns="90000" bIns="46800" anchor="ctr" anchorCtr="0">
            <a:normAutofit/>
          </a:bodyPr>
          <a:lstStyle>
            <a:lvl1pPr marL="0" indent="0" algn="ctr">
              <a:buNone/>
              <a:defRPr sz="1600">
                <a:solidFill>
                  <a:schemeClr val="accent1"/>
                </a:solidFill>
              </a:defRPr>
            </a:lvl1pPr>
          </a:lstStyle>
          <a:p>
            <a:pPr lvl="0"/>
            <a:r>
              <a:rPr lang="zh-CN" altLang="en-US" dirty="0"/>
              <a:t>编辑文本</a:t>
            </a:r>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vert="horz" lIns="101600" tIns="38100" rIns="76200" bIns="38100" rtlCol="0" anchor="t" anchorCtr="0">
            <a:no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微软雅黑" panose="020B0503020204020204" charset="-122"/>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69882" y="952508"/>
            <a:ext cx="10852237"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0" y="1923559"/>
            <a:ext cx="12192000" cy="233559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4" name="组合 43"/>
          <p:cNvGrpSpPr/>
          <p:nvPr userDrawn="1">
            <p:custDataLst>
              <p:tags r:id="rId3"/>
            </p:custDataLst>
          </p:nvPr>
        </p:nvGrpSpPr>
        <p:grpSpPr>
          <a:xfrm>
            <a:off x="-3804" y="1485900"/>
            <a:ext cx="1522089" cy="3243580"/>
            <a:chOff x="-3804" y="1485900"/>
            <a:chExt cx="1522089" cy="3243580"/>
          </a:xfrm>
        </p:grpSpPr>
        <p:sp>
          <p:nvSpPr>
            <p:cNvPr id="36" name="任意多边形: 形状 35"/>
            <p:cNvSpPr/>
            <p:nvPr>
              <p:custDataLst>
                <p:tags r:id="rId4"/>
              </p:custDataLst>
            </p:nvPr>
          </p:nvSpPr>
          <p:spPr>
            <a:xfrm>
              <a:off x="1" y="2719070"/>
              <a:ext cx="494665" cy="670560"/>
            </a:xfrm>
            <a:custGeom>
              <a:avLst/>
              <a:gdLst>
                <a:gd name="connsiteX0" fmla="*/ 0 w 494665"/>
                <a:gd name="connsiteY0" fmla="*/ 0 h 670560"/>
                <a:gd name="connsiteX1" fmla="*/ 382903 w 494665"/>
                <a:gd name="connsiteY1" fmla="*/ 0 h 670560"/>
                <a:gd name="connsiteX2" fmla="*/ 494665 w 494665"/>
                <a:gd name="connsiteY2" fmla="*/ 111762 h 670560"/>
                <a:gd name="connsiteX3" fmla="*/ 494665 w 494665"/>
                <a:gd name="connsiteY3" fmla="*/ 558798 h 670560"/>
                <a:gd name="connsiteX4" fmla="*/ 382903 w 494665"/>
                <a:gd name="connsiteY4" fmla="*/ 670560 h 670560"/>
                <a:gd name="connsiteX5" fmla="*/ 0 w 494665"/>
                <a:gd name="connsiteY5" fmla="*/ 670560 h 670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4665" h="670560">
                  <a:moveTo>
                    <a:pt x="0" y="0"/>
                  </a:moveTo>
                  <a:lnTo>
                    <a:pt x="382903" y="0"/>
                  </a:lnTo>
                  <a:cubicBezTo>
                    <a:pt x="444627" y="0"/>
                    <a:pt x="494665" y="50038"/>
                    <a:pt x="494665" y="111762"/>
                  </a:cubicBezTo>
                  <a:lnTo>
                    <a:pt x="494665" y="558798"/>
                  </a:lnTo>
                  <a:cubicBezTo>
                    <a:pt x="494665" y="620522"/>
                    <a:pt x="444627" y="670560"/>
                    <a:pt x="382903" y="670560"/>
                  </a:cubicBezTo>
                  <a:lnTo>
                    <a:pt x="0" y="670560"/>
                  </a:lnTo>
                  <a:close/>
                </a:path>
              </a:pathLst>
            </a:custGeom>
            <a:solidFill>
              <a:schemeClr val="bg1">
                <a:alpha val="15000"/>
              </a:schemeClr>
            </a:solidFill>
            <a:ln w="15875">
              <a:solidFill>
                <a:schemeClr val="bg1">
                  <a:alpha val="34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8" name="任意多边形: 形状 27"/>
            <p:cNvSpPr/>
            <p:nvPr>
              <p:custDataLst>
                <p:tags r:id="rId5"/>
              </p:custDataLst>
            </p:nvPr>
          </p:nvSpPr>
          <p:spPr>
            <a:xfrm>
              <a:off x="-3804" y="1816735"/>
              <a:ext cx="343529" cy="1339215"/>
            </a:xfrm>
            <a:custGeom>
              <a:avLst/>
              <a:gdLst>
                <a:gd name="connsiteX0" fmla="*/ 0 w 343529"/>
                <a:gd name="connsiteY0" fmla="*/ 0 h 1339215"/>
                <a:gd name="connsiteX1" fmla="*/ 120322 w 343529"/>
                <a:gd name="connsiteY1" fmla="*/ 0 h 1339215"/>
                <a:gd name="connsiteX2" fmla="*/ 343529 w 343529"/>
                <a:gd name="connsiteY2" fmla="*/ 223207 h 1339215"/>
                <a:gd name="connsiteX3" fmla="*/ 343529 w 343529"/>
                <a:gd name="connsiteY3" fmla="*/ 1116008 h 1339215"/>
                <a:gd name="connsiteX4" fmla="*/ 120322 w 343529"/>
                <a:gd name="connsiteY4" fmla="*/ 1339215 h 1339215"/>
                <a:gd name="connsiteX5" fmla="*/ 0 w 343529"/>
                <a:gd name="connsiteY5" fmla="*/ 1339215 h 1339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3529" h="1339215">
                  <a:moveTo>
                    <a:pt x="0" y="0"/>
                  </a:moveTo>
                  <a:lnTo>
                    <a:pt x="120322" y="0"/>
                  </a:lnTo>
                  <a:cubicBezTo>
                    <a:pt x="243596" y="0"/>
                    <a:pt x="343529" y="99933"/>
                    <a:pt x="343529" y="223207"/>
                  </a:cubicBezTo>
                  <a:lnTo>
                    <a:pt x="343529" y="1116008"/>
                  </a:lnTo>
                  <a:cubicBezTo>
                    <a:pt x="343529" y="1239282"/>
                    <a:pt x="243596" y="1339215"/>
                    <a:pt x="120322" y="1339215"/>
                  </a:cubicBezTo>
                  <a:lnTo>
                    <a:pt x="0" y="1339215"/>
                  </a:lnTo>
                  <a:close/>
                </a:path>
              </a:pathLst>
            </a:custGeom>
            <a:solidFill>
              <a:schemeClr val="bg1">
                <a:alpha val="17000"/>
              </a:schemeClr>
            </a:solidFill>
            <a:ln w="15875">
              <a:solidFill>
                <a:schemeClr val="bg1">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2" name="矩形: 圆角 11"/>
            <p:cNvSpPr/>
            <p:nvPr>
              <p:custDataLst>
                <p:tags r:id="rId6"/>
              </p:custDataLst>
            </p:nvPr>
          </p:nvSpPr>
          <p:spPr>
            <a:xfrm>
              <a:off x="704850" y="1485900"/>
              <a:ext cx="813435" cy="813435"/>
            </a:xfrm>
            <a:prstGeom prst="roundRect">
              <a:avLst/>
            </a:prstGeom>
            <a:solidFill>
              <a:schemeClr val="bg1">
                <a:alpha val="16000"/>
              </a:schemeClr>
            </a:solidFill>
            <a:ln w="15875">
              <a:solidFill>
                <a:schemeClr val="bg1">
                  <a:alpha val="2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圆角 12"/>
            <p:cNvSpPr/>
            <p:nvPr>
              <p:custDataLst>
                <p:tags r:id="rId7"/>
              </p:custDataLst>
            </p:nvPr>
          </p:nvSpPr>
          <p:spPr>
            <a:xfrm>
              <a:off x="704850" y="3437255"/>
              <a:ext cx="659130" cy="659130"/>
            </a:xfrm>
            <a:prstGeom prst="roundRect">
              <a:avLst/>
            </a:prstGeom>
            <a:solidFill>
              <a:schemeClr val="bg1">
                <a:alpha val="12000"/>
              </a:schemeClr>
            </a:solidFill>
            <a:ln w="15875">
              <a:solidFill>
                <a:schemeClr val="bg1">
                  <a:alpha val="31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p:cNvSpPr/>
            <p:nvPr>
              <p:custDataLst>
                <p:tags r:id="rId8"/>
              </p:custDataLst>
            </p:nvPr>
          </p:nvSpPr>
          <p:spPr>
            <a:xfrm>
              <a:off x="159385" y="3853180"/>
              <a:ext cx="876300" cy="876300"/>
            </a:xfrm>
            <a:prstGeom prst="roundRect">
              <a:avLst/>
            </a:prstGeom>
            <a:solidFill>
              <a:schemeClr val="bg1">
                <a:alpha val="5000"/>
              </a:schemeClr>
            </a:solidFill>
            <a:ln w="15875">
              <a:solidFill>
                <a:schemeClr val="bg1">
                  <a:alpha val="2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42"/>
          <p:cNvGrpSpPr/>
          <p:nvPr userDrawn="1">
            <p:custDataLst>
              <p:tags r:id="rId9"/>
            </p:custDataLst>
          </p:nvPr>
        </p:nvGrpSpPr>
        <p:grpSpPr>
          <a:xfrm>
            <a:off x="10609580" y="1081405"/>
            <a:ext cx="1582419" cy="4195445"/>
            <a:chOff x="10609580" y="1081405"/>
            <a:chExt cx="1582419" cy="4195445"/>
          </a:xfrm>
        </p:grpSpPr>
        <p:sp>
          <p:nvSpPr>
            <p:cNvPr id="40" name="任意多边形: 形状 39"/>
            <p:cNvSpPr/>
            <p:nvPr>
              <p:custDataLst>
                <p:tags r:id="rId10"/>
              </p:custDataLst>
            </p:nvPr>
          </p:nvSpPr>
          <p:spPr>
            <a:xfrm>
              <a:off x="11610975" y="2328545"/>
              <a:ext cx="581024" cy="893445"/>
            </a:xfrm>
            <a:custGeom>
              <a:avLst/>
              <a:gdLst>
                <a:gd name="connsiteX0" fmla="*/ 148910 w 581024"/>
                <a:gd name="connsiteY0" fmla="*/ 0 h 893445"/>
                <a:gd name="connsiteX1" fmla="*/ 581024 w 581024"/>
                <a:gd name="connsiteY1" fmla="*/ 0 h 893445"/>
                <a:gd name="connsiteX2" fmla="*/ 581024 w 581024"/>
                <a:gd name="connsiteY2" fmla="*/ 893445 h 893445"/>
                <a:gd name="connsiteX3" fmla="*/ 148910 w 581024"/>
                <a:gd name="connsiteY3" fmla="*/ 893445 h 893445"/>
                <a:gd name="connsiteX4" fmla="*/ 0 w 581024"/>
                <a:gd name="connsiteY4" fmla="*/ 744535 h 893445"/>
                <a:gd name="connsiteX5" fmla="*/ 0 w 581024"/>
                <a:gd name="connsiteY5" fmla="*/ 148910 h 893445"/>
                <a:gd name="connsiteX6" fmla="*/ 148910 w 581024"/>
                <a:gd name="connsiteY6" fmla="*/ 0 h 893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1024" h="893445">
                  <a:moveTo>
                    <a:pt x="148910" y="0"/>
                  </a:moveTo>
                  <a:lnTo>
                    <a:pt x="581024" y="0"/>
                  </a:lnTo>
                  <a:lnTo>
                    <a:pt x="581024" y="893445"/>
                  </a:lnTo>
                  <a:lnTo>
                    <a:pt x="148910" y="893445"/>
                  </a:lnTo>
                  <a:cubicBezTo>
                    <a:pt x="66669" y="893445"/>
                    <a:pt x="0" y="826776"/>
                    <a:pt x="0" y="744535"/>
                  </a:cubicBezTo>
                  <a:lnTo>
                    <a:pt x="0" y="148910"/>
                  </a:lnTo>
                  <a:cubicBezTo>
                    <a:pt x="0" y="66669"/>
                    <a:pt x="66669" y="0"/>
                    <a:pt x="148910" y="0"/>
                  </a:cubicBezTo>
                  <a:close/>
                </a:path>
              </a:pathLst>
            </a:custGeom>
            <a:solidFill>
              <a:schemeClr val="bg1">
                <a:alpha val="13000"/>
              </a:schemeClr>
            </a:solidFill>
            <a:ln w="15875">
              <a:solidFill>
                <a:schemeClr val="bg1">
                  <a:alpha val="41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7" name="矩形: 圆角 16"/>
            <p:cNvSpPr/>
            <p:nvPr>
              <p:custDataLst>
                <p:tags r:id="rId11"/>
              </p:custDataLst>
            </p:nvPr>
          </p:nvSpPr>
          <p:spPr>
            <a:xfrm>
              <a:off x="10609580" y="3188335"/>
              <a:ext cx="727710" cy="727710"/>
            </a:xfrm>
            <a:prstGeom prst="roundRect">
              <a:avLst/>
            </a:prstGeom>
            <a:solidFill>
              <a:schemeClr val="bg1">
                <a:alpha val="8000"/>
              </a:schemeClr>
            </a:solidFill>
            <a:ln w="15875">
              <a:solidFill>
                <a:schemeClr val="bg1">
                  <a:alpha val="37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任意多边形: 形状 37"/>
            <p:cNvSpPr/>
            <p:nvPr>
              <p:custDataLst>
                <p:tags r:id="rId12"/>
              </p:custDataLst>
            </p:nvPr>
          </p:nvSpPr>
          <p:spPr>
            <a:xfrm>
              <a:off x="11064240" y="1081405"/>
              <a:ext cx="1127758" cy="1784985"/>
            </a:xfrm>
            <a:custGeom>
              <a:avLst/>
              <a:gdLst>
                <a:gd name="connsiteX0" fmla="*/ 297503 w 1127758"/>
                <a:gd name="connsiteY0" fmla="*/ 0 h 1784985"/>
                <a:gd name="connsiteX1" fmla="*/ 1127758 w 1127758"/>
                <a:gd name="connsiteY1" fmla="*/ 0 h 1784985"/>
                <a:gd name="connsiteX2" fmla="*/ 1127758 w 1127758"/>
                <a:gd name="connsiteY2" fmla="*/ 1784985 h 1784985"/>
                <a:gd name="connsiteX3" fmla="*/ 297503 w 1127758"/>
                <a:gd name="connsiteY3" fmla="*/ 1784985 h 1784985"/>
                <a:gd name="connsiteX4" fmla="*/ 0 w 1127758"/>
                <a:gd name="connsiteY4" fmla="*/ 1487482 h 1784985"/>
                <a:gd name="connsiteX5" fmla="*/ 0 w 1127758"/>
                <a:gd name="connsiteY5" fmla="*/ 297503 h 1784985"/>
                <a:gd name="connsiteX6" fmla="*/ 297503 w 1127758"/>
                <a:gd name="connsiteY6" fmla="*/ 0 h 1784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27758" h="1784985">
                  <a:moveTo>
                    <a:pt x="297503" y="0"/>
                  </a:moveTo>
                  <a:lnTo>
                    <a:pt x="1127758" y="0"/>
                  </a:lnTo>
                  <a:lnTo>
                    <a:pt x="1127758" y="1784985"/>
                  </a:lnTo>
                  <a:lnTo>
                    <a:pt x="297503" y="1784985"/>
                  </a:lnTo>
                  <a:cubicBezTo>
                    <a:pt x="133197" y="1784985"/>
                    <a:pt x="0" y="1651788"/>
                    <a:pt x="0" y="1487482"/>
                  </a:cubicBezTo>
                  <a:lnTo>
                    <a:pt x="0" y="297503"/>
                  </a:lnTo>
                  <a:cubicBezTo>
                    <a:pt x="0" y="133197"/>
                    <a:pt x="133197" y="0"/>
                    <a:pt x="297503" y="0"/>
                  </a:cubicBezTo>
                  <a:close/>
                </a:path>
              </a:pathLst>
            </a:custGeom>
            <a:solidFill>
              <a:schemeClr val="bg1">
                <a:alpha val="17000"/>
              </a:schemeClr>
            </a:solidFill>
            <a:ln w="15875">
              <a:solidFill>
                <a:schemeClr val="bg1">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2" name="任意多边形: 形状 41"/>
            <p:cNvSpPr/>
            <p:nvPr>
              <p:custDataLst>
                <p:tags r:id="rId13"/>
              </p:custDataLst>
            </p:nvPr>
          </p:nvSpPr>
          <p:spPr>
            <a:xfrm>
              <a:off x="10901045" y="3491865"/>
              <a:ext cx="1290954" cy="1784985"/>
            </a:xfrm>
            <a:custGeom>
              <a:avLst/>
              <a:gdLst>
                <a:gd name="connsiteX0" fmla="*/ 297503 w 1290954"/>
                <a:gd name="connsiteY0" fmla="*/ 0 h 1784985"/>
                <a:gd name="connsiteX1" fmla="*/ 1290954 w 1290954"/>
                <a:gd name="connsiteY1" fmla="*/ 0 h 1784985"/>
                <a:gd name="connsiteX2" fmla="*/ 1290954 w 1290954"/>
                <a:gd name="connsiteY2" fmla="*/ 1784985 h 1784985"/>
                <a:gd name="connsiteX3" fmla="*/ 297503 w 1290954"/>
                <a:gd name="connsiteY3" fmla="*/ 1784985 h 1784985"/>
                <a:gd name="connsiteX4" fmla="*/ 0 w 1290954"/>
                <a:gd name="connsiteY4" fmla="*/ 1487482 h 1784985"/>
                <a:gd name="connsiteX5" fmla="*/ 0 w 1290954"/>
                <a:gd name="connsiteY5" fmla="*/ 297503 h 1784985"/>
                <a:gd name="connsiteX6" fmla="*/ 297503 w 1290954"/>
                <a:gd name="connsiteY6" fmla="*/ 0 h 1784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90954" h="1784985">
                  <a:moveTo>
                    <a:pt x="297503" y="0"/>
                  </a:moveTo>
                  <a:lnTo>
                    <a:pt x="1290954" y="0"/>
                  </a:lnTo>
                  <a:lnTo>
                    <a:pt x="1290954" y="1784985"/>
                  </a:lnTo>
                  <a:lnTo>
                    <a:pt x="297503" y="1784985"/>
                  </a:lnTo>
                  <a:cubicBezTo>
                    <a:pt x="133197" y="1784985"/>
                    <a:pt x="0" y="1651788"/>
                    <a:pt x="0" y="1487482"/>
                  </a:cubicBezTo>
                  <a:lnTo>
                    <a:pt x="0" y="297503"/>
                  </a:lnTo>
                  <a:cubicBezTo>
                    <a:pt x="0" y="133197"/>
                    <a:pt x="133197" y="0"/>
                    <a:pt x="297503" y="0"/>
                  </a:cubicBezTo>
                  <a:close/>
                </a:path>
              </a:pathLst>
            </a:custGeom>
            <a:solidFill>
              <a:schemeClr val="bg1">
                <a:alpha val="17000"/>
              </a:schemeClr>
            </a:solidFill>
            <a:ln w="15875">
              <a:solidFill>
                <a:schemeClr val="bg1">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grpSp>
        <p:nvGrpSpPr>
          <p:cNvPr id="20" name="组合 19"/>
          <p:cNvGrpSpPr/>
          <p:nvPr userDrawn="1">
            <p:custDataLst>
              <p:tags r:id="rId14"/>
            </p:custDataLst>
          </p:nvPr>
        </p:nvGrpSpPr>
        <p:grpSpPr>
          <a:xfrm>
            <a:off x="5576175" y="4639241"/>
            <a:ext cx="1039650" cy="128690"/>
            <a:chOff x="9570219" y="4769963"/>
            <a:chExt cx="1039650" cy="128690"/>
          </a:xfrm>
        </p:grpSpPr>
        <p:sp>
          <p:nvSpPr>
            <p:cNvPr id="21" name="矩形 20"/>
            <p:cNvSpPr/>
            <p:nvPr>
              <p:custDataLst>
                <p:tags r:id="rId15"/>
              </p:custDataLst>
            </p:nvPr>
          </p:nvSpPr>
          <p:spPr>
            <a:xfrm>
              <a:off x="9570219" y="4769963"/>
              <a:ext cx="128690" cy="12869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2" name="矩形 21"/>
            <p:cNvSpPr/>
            <p:nvPr>
              <p:custDataLst>
                <p:tags r:id="rId16"/>
              </p:custDataLst>
            </p:nvPr>
          </p:nvSpPr>
          <p:spPr>
            <a:xfrm>
              <a:off x="9797959" y="4769963"/>
              <a:ext cx="128690" cy="12869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custDataLst>
                <p:tags r:id="rId17"/>
              </p:custDataLst>
            </p:nvPr>
          </p:nvSpPr>
          <p:spPr>
            <a:xfrm>
              <a:off x="10025699" y="4769963"/>
              <a:ext cx="128690" cy="12869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custDataLst>
                <p:tags r:id="rId18"/>
              </p:custDataLst>
            </p:nvPr>
          </p:nvSpPr>
          <p:spPr>
            <a:xfrm>
              <a:off x="10253439" y="4769963"/>
              <a:ext cx="128690" cy="12869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custDataLst>
                <p:tags r:id="rId19"/>
              </p:custDataLst>
            </p:nvPr>
          </p:nvSpPr>
          <p:spPr>
            <a:xfrm>
              <a:off x="10481179" y="4769963"/>
              <a:ext cx="128690" cy="12869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 name="日期占位符 3"/>
          <p:cNvSpPr>
            <a:spLocks noGrp="1"/>
          </p:cNvSpPr>
          <p:nvPr userDrawn="1">
            <p:ph type="dt" sz="half" idx="10"/>
            <p:custDataLst>
              <p:tags r:id="rId20"/>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userDrawn="1">
            <p:ph type="ftr" sz="quarter" idx="11"/>
            <p:custDataLst>
              <p:tags r:id="rId21"/>
            </p:custDataLst>
          </p:nvPr>
        </p:nvSpPr>
        <p:spPr/>
        <p:txBody>
          <a:bodyPr/>
          <a:lstStyle/>
          <a:p>
            <a:endParaRPr lang="zh-CN" altLang="en-US"/>
          </a:p>
        </p:txBody>
      </p:sp>
      <p:sp>
        <p:nvSpPr>
          <p:cNvPr id="6" name="灯片编号占位符 5"/>
          <p:cNvSpPr>
            <a:spLocks noGrp="1"/>
          </p:cNvSpPr>
          <p:nvPr userDrawn="1">
            <p:ph type="sldNum" sz="quarter" idx="12"/>
            <p:custDataLst>
              <p:tags r:id="rId22"/>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userDrawn="1">
            <p:ph type="title" hasCustomPrompt="1"/>
            <p:custDataLst>
              <p:tags r:id="rId23"/>
            </p:custDataLst>
          </p:nvPr>
        </p:nvSpPr>
        <p:spPr>
          <a:xfrm>
            <a:off x="3528846" y="3155950"/>
            <a:ext cx="5134307" cy="742950"/>
          </a:xfrm>
        </p:spPr>
        <p:txBody>
          <a:bodyPr lIns="90000" tIns="46800" rIns="90000" bIns="0" anchor="t" anchorCtr="0">
            <a:normAutofit/>
          </a:bodyPr>
          <a:lstStyle>
            <a:lvl1pPr algn="ctr">
              <a:defRPr sz="4400" u="none" strike="noStrike" kern="1200" cap="none" spc="300" normalizeH="0">
                <a:solidFill>
                  <a:schemeClr val="bg1"/>
                </a:solidFill>
                <a:uFillTx/>
                <a:latin typeface="微软雅黑" panose="020B0503020204020204" charset="-122"/>
                <a:ea typeface="微软雅黑" panose="020B0503020204020204" charset="-122"/>
              </a:defRPr>
            </a:lvl1pPr>
          </a:lstStyle>
          <a:p>
            <a:r>
              <a:rPr lang="zh-CN" altLang="en-US" dirty="0"/>
              <a:t>单击此处编辑标题</a:t>
            </a:r>
            <a:endParaRPr lang="zh-CN"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微软雅黑" panose="020B0503020204020204" charset="-122"/>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内容占位符 2"/>
          <p:cNvSpPr>
            <a:spLocks noGrp="1"/>
          </p:cNvSpPr>
          <p:nvPr>
            <p:ph sz="half" idx="1"/>
            <p:custDataLst>
              <p:tags r:id="rId3"/>
            </p:custDataLst>
          </p:nvPr>
        </p:nvSpPr>
        <p:spPr>
          <a:xfrm>
            <a:off x="669930" y="952508"/>
            <a:ext cx="5283242"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mn-cs"/>
                <a:sym typeface="+mn-ea"/>
              </a:defRPr>
            </a:lvl5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4" name="内容占位符 3"/>
          <p:cNvSpPr>
            <a:spLocks noGrp="1"/>
          </p:cNvSpPr>
          <p:nvPr>
            <p:ph sz="half" idx="2"/>
            <p:custDataLst>
              <p:tags r:id="rId4"/>
            </p:custDataLst>
          </p:nvPr>
        </p:nvSpPr>
        <p:spPr>
          <a:xfrm>
            <a:off x="6238877" y="952508"/>
            <a:ext cx="5283242" cy="5388907"/>
          </a:xfrm>
        </p:spPr>
        <p:txBody>
          <a:bodyPr>
            <a:noAutofit/>
          </a:bodyPr>
          <a:lstStyle>
            <a:lvl1pPr>
              <a:defRPr sz="1600">
                <a:latin typeface="微软雅黑" panose="020B0503020204020204" charset="-122"/>
                <a:ea typeface="微软雅黑" panose="020B0503020204020204" charset="-122"/>
              </a:defRPr>
            </a:lvl1pPr>
            <a:lvl2pPr>
              <a:defRPr sz="1600">
                <a:latin typeface="微软雅黑" panose="020B0503020204020204" charset="-122"/>
                <a:ea typeface="微软雅黑" panose="020B0503020204020204" charset="-122"/>
              </a:defRPr>
            </a:lvl2pPr>
            <a:lvl3pPr>
              <a:defRPr sz="1600">
                <a:latin typeface="微软雅黑" panose="020B0503020204020204" charset="-122"/>
                <a:ea typeface="微软雅黑" panose="020B0503020204020204" charset="-122"/>
              </a:defRPr>
            </a:lvl3pPr>
            <a:lvl4pPr>
              <a:defRPr sz="1600">
                <a:latin typeface="微软雅黑" panose="020B0503020204020204" charset="-122"/>
                <a:ea typeface="微软雅黑" panose="020B0503020204020204" charset="-122"/>
              </a:defRPr>
            </a:lvl4pPr>
            <a:lvl5pPr>
              <a:defRPr sz="1600">
                <a:latin typeface="微软雅黑" panose="020B0503020204020204" charset="-122"/>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微软雅黑" panose="020B0503020204020204" charset="-122"/>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69930" y="952508"/>
            <a:ext cx="5283242" cy="381003"/>
          </a:xfrm>
        </p:spPr>
        <p:txBody>
          <a:bodyPr lIns="101600" tIns="38100" rIns="76200" bIns="38100" anchor="t" anchorCtr="0">
            <a:no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solidFill>
                <a:uFillTx/>
                <a:latin typeface="微软雅黑" panose="020B0503020204020204" charset="-122"/>
                <a:ea typeface="微软雅黑" panose="020B050302020402020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69925" y="1406525"/>
            <a:ext cx="5283200"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952508"/>
            <a:ext cx="5283242" cy="381003"/>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solidFill>
                <a:uFillTx/>
                <a:latin typeface="微软雅黑" panose="020B0503020204020204" charset="-122"/>
                <a:ea typeface="微软雅黑" panose="020B050302020402020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406525"/>
            <a:ext cx="5283242"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微软雅黑" panose="020B0503020204020204" charset="-122"/>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930"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微软雅黑" panose="020B0503020204020204" charset="-122"/>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图片占位符 2"/>
          <p:cNvSpPr>
            <a:spLocks noGrp="1"/>
          </p:cNvSpPr>
          <p:nvPr>
            <p:ph type="pic" idx="1"/>
            <p:custDataLst>
              <p:tags r:id="rId3"/>
            </p:custDataLst>
          </p:nvPr>
        </p:nvSpPr>
        <p:spPr>
          <a:xfrm>
            <a:off x="669930" y="952508"/>
            <a:ext cx="5283242" cy="5388907"/>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4"/>
            </p:custDataLst>
          </p:nvPr>
        </p:nvSpPr>
        <p:spPr>
          <a:xfrm>
            <a:off x="6238925" y="952508"/>
            <a:ext cx="5283242" cy="5388907"/>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mn-cs"/>
                <a:sym typeface="+mn-ea"/>
              </a:defRPr>
            </a:lvl1pPr>
          </a:lstStyle>
          <a:p>
            <a:pPr lvl="0"/>
            <a:r>
              <a:rPr>
                <a:sym typeface="+mn-ea"/>
              </a:rPr>
              <a:t>单击此处编辑母版文本样式</a:t>
            </a:r>
            <a:endParaRPr>
              <a:sym typeface="+mn-ea"/>
            </a:endParaRPr>
          </a:p>
        </p:txBody>
      </p:sp>
      <p:sp>
        <p:nvSpPr>
          <p:cNvPr id="5" name="日期占位符 4"/>
          <p:cNvSpPr>
            <a:spLocks noGrp="1"/>
          </p:cNvSpPr>
          <p:nvPr>
            <p:ph type="dt" sz="half" idx="10"/>
            <p:custDataLst>
              <p:tags r:id="rId5"/>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6"/>
            </p:custDataLst>
          </p:nvPr>
        </p:nvSpPr>
        <p:spPr/>
        <p:txBody>
          <a:bodyPr/>
          <a:lstStyle/>
          <a:p>
            <a:endParaRPr lang="zh-CN" altLang="en-US" dirty="0"/>
          </a:p>
        </p:txBody>
      </p:sp>
      <p:sp>
        <p:nvSpPr>
          <p:cNvPr id="7" name="灯片编号占位符 6"/>
          <p:cNvSpPr>
            <a:spLocks noGrp="1"/>
          </p:cNvSpPr>
          <p:nvPr>
            <p:ph type="sldNum" sz="quarter" idx="12"/>
            <p:custDataLst>
              <p:tags r:id="rId7"/>
            </p:custDataLst>
          </p:nvPr>
        </p:nvSpPr>
        <p:spPr/>
        <p:txBody>
          <a:bodyPr/>
          <a:lstStyle/>
          <a:p>
            <a:fld id="{FABC47A4-756D-490B-A52F-7D9E2C9FC05F}"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custDataLst>
              <p:tags r:id="rId2"/>
            </p:custDataLst>
          </p:nvPr>
        </p:nvSpPr>
        <p:spPr>
          <a:xfrm>
            <a:off x="10571135" y="952508"/>
            <a:ext cx="950984" cy="5388907"/>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solidFill>
                <a:uFillTx/>
                <a:latin typeface="微软雅黑" panose="020B0503020204020204" charset="-122"/>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竖排文字占位符 2"/>
          <p:cNvSpPr>
            <a:spLocks noGrp="1"/>
          </p:cNvSpPr>
          <p:nvPr>
            <p:ph type="body" orient="vert" idx="1"/>
            <p:custDataLst>
              <p:tags r:id="rId3"/>
            </p:custDataLst>
          </p:nvPr>
        </p:nvSpPr>
        <p:spPr>
          <a:xfrm>
            <a:off x="669925" y="952500"/>
            <a:ext cx="9828101" cy="5388907"/>
          </a:xfrm>
        </p:spPr>
        <p:txBody>
          <a:bodyPr vert="eaVert"/>
          <a:lstStyle>
            <a:lvl1pPr indent="0" eaLnBrk="1" fontAlgn="auto" latinLnBrk="0" hangingPunct="1">
              <a:defRPr>
                <a:latin typeface="微软雅黑" panose="020B0503020204020204" charset="-122"/>
                <a:ea typeface="微软雅黑" panose="020B0503020204020204" charset="-122"/>
              </a:defRPr>
            </a:lvl1pPr>
            <a:lvl2pPr indent="0" eaLnBrk="1" fontAlgn="auto" latinLnBrk="0" hangingPunct="1">
              <a:defRPr>
                <a:latin typeface="微软雅黑" panose="020B0503020204020204" charset="-122"/>
                <a:ea typeface="微软雅黑" panose="020B0503020204020204" charset="-122"/>
              </a:defRPr>
            </a:lvl2pPr>
            <a:lvl3pPr indent="0" eaLnBrk="1" fontAlgn="auto" latinLnBrk="0" hangingPunct="1">
              <a:defRPr>
                <a:latin typeface="微软雅黑" panose="020B0503020204020204" charset="-122"/>
                <a:ea typeface="微软雅黑" panose="020B0503020204020204" charset="-122"/>
              </a:defRPr>
            </a:lvl3pPr>
            <a:lvl4pPr indent="0" eaLnBrk="1" fontAlgn="auto" latinLnBrk="0" hangingPunct="1">
              <a:defRPr>
                <a:latin typeface="微软雅黑" panose="020B0503020204020204" charset="-122"/>
                <a:ea typeface="微软雅黑" panose="020B0503020204020204" charset="-122"/>
              </a:defRPr>
            </a:lvl4pPr>
            <a:lvl5pPr indent="0" eaLnBrk="1" fontAlgn="auto" latinLnBrk="0" hangingPunct="1">
              <a:defRPr>
                <a:latin typeface="微软雅黑" panose="020B0503020204020204" charset="-122"/>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69930" y="952508"/>
            <a:ext cx="10852237" cy="5388907"/>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grpSp>
        <p:nvGrpSpPr>
          <p:cNvPr id="39" name="组合 38"/>
          <p:cNvGrpSpPr/>
          <p:nvPr userDrawn="1">
            <p:custDataLst>
              <p:tags r:id="rId2"/>
            </p:custDataLst>
          </p:nvPr>
        </p:nvGrpSpPr>
        <p:grpSpPr>
          <a:xfrm>
            <a:off x="-3447" y="-189"/>
            <a:ext cx="4675187" cy="6856525"/>
            <a:chOff x="-3447" y="-189"/>
            <a:chExt cx="4675187" cy="6856525"/>
          </a:xfrm>
          <a:solidFill>
            <a:schemeClr val="accent1"/>
          </a:solidFill>
        </p:grpSpPr>
        <p:sp>
          <p:nvSpPr>
            <p:cNvPr id="43" name="流程图: 文档 42"/>
            <p:cNvSpPr/>
            <p:nvPr userDrawn="1">
              <p:custDataLst>
                <p:tags r:id="rId3"/>
              </p:custDataLst>
            </p:nvPr>
          </p:nvSpPr>
          <p:spPr>
            <a:xfrm rot="16200000">
              <a:off x="-872533" y="1312062"/>
              <a:ext cx="6856524" cy="4232023"/>
            </a:xfrm>
            <a:prstGeom prst="flowChartDocumen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4" name="任意多边形: 形状 43"/>
            <p:cNvSpPr/>
            <p:nvPr userDrawn="1">
              <p:custDataLst>
                <p:tags r:id="rId4"/>
              </p:custDataLst>
            </p:nvPr>
          </p:nvSpPr>
          <p:spPr>
            <a:xfrm>
              <a:off x="0" y="1"/>
              <a:ext cx="4559301" cy="6855293"/>
            </a:xfrm>
            <a:custGeom>
              <a:avLst/>
              <a:gdLst>
                <a:gd name="connsiteX0" fmla="*/ 0 w 4559301"/>
                <a:gd name="connsiteY0" fmla="*/ 0 h 6855293"/>
                <a:gd name="connsiteX1" fmla="*/ 3762289 w 4559301"/>
                <a:gd name="connsiteY1" fmla="*/ 0 h 6855293"/>
                <a:gd name="connsiteX2" fmla="*/ 3765029 w 4559301"/>
                <a:gd name="connsiteY2" fmla="*/ 230702 h 6855293"/>
                <a:gd name="connsiteX3" fmla="*/ 4391808 w 4559301"/>
                <a:gd name="connsiteY3" fmla="*/ 6560195 h 6855293"/>
                <a:gd name="connsiteX4" fmla="*/ 4331769 w 4559301"/>
                <a:gd name="connsiteY4" fmla="*/ 6855293 h 6855293"/>
                <a:gd name="connsiteX5" fmla="*/ 0 w 4559301"/>
                <a:gd name="connsiteY5" fmla="*/ 6855293 h 6855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59301" h="6855293">
                  <a:moveTo>
                    <a:pt x="0" y="0"/>
                  </a:moveTo>
                  <a:lnTo>
                    <a:pt x="3762289" y="0"/>
                  </a:lnTo>
                  <a:lnTo>
                    <a:pt x="3765029" y="230702"/>
                  </a:lnTo>
                  <a:cubicBezTo>
                    <a:pt x="3839114" y="3295200"/>
                    <a:pt x="4979109" y="3489718"/>
                    <a:pt x="4391808" y="6560195"/>
                  </a:cubicBezTo>
                  <a:lnTo>
                    <a:pt x="4331769" y="6855293"/>
                  </a:lnTo>
                  <a:lnTo>
                    <a:pt x="0" y="6855293"/>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5" name="矩形: 圆角 44"/>
            <p:cNvSpPr/>
            <p:nvPr>
              <p:custDataLst>
                <p:tags r:id="rId5"/>
              </p:custDataLst>
            </p:nvPr>
          </p:nvSpPr>
          <p:spPr>
            <a:xfrm>
              <a:off x="672465" y="606425"/>
              <a:ext cx="670560" cy="670560"/>
            </a:xfrm>
            <a:prstGeom prst="roundRect">
              <a:avLst/>
            </a:prstGeom>
            <a:grpFill/>
            <a:ln w="15875">
              <a:solidFill>
                <a:schemeClr val="bg1">
                  <a:alpha val="46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任意多边形: 形状 45"/>
            <p:cNvSpPr/>
            <p:nvPr>
              <p:custDataLst>
                <p:tags r:id="rId6"/>
              </p:custDataLst>
            </p:nvPr>
          </p:nvSpPr>
          <p:spPr>
            <a:xfrm>
              <a:off x="-3447" y="-189"/>
              <a:ext cx="1010557" cy="1043494"/>
            </a:xfrm>
            <a:custGeom>
              <a:avLst/>
              <a:gdLst>
                <a:gd name="connsiteX0" fmla="*/ 0 w 1010557"/>
                <a:gd name="connsiteY0" fmla="*/ 0 h 1043494"/>
                <a:gd name="connsiteX1" fmla="*/ 1010557 w 1010557"/>
                <a:gd name="connsiteY1" fmla="*/ 0 h 1043494"/>
                <a:gd name="connsiteX2" fmla="*/ 1010557 w 1010557"/>
                <a:gd name="connsiteY2" fmla="*/ 820287 h 1043494"/>
                <a:gd name="connsiteX3" fmla="*/ 787350 w 1010557"/>
                <a:gd name="connsiteY3" fmla="*/ 1043494 h 1043494"/>
                <a:gd name="connsiteX4" fmla="*/ 0 w 1010557"/>
                <a:gd name="connsiteY4" fmla="*/ 1043494 h 10434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0557" h="1043494">
                  <a:moveTo>
                    <a:pt x="0" y="0"/>
                  </a:moveTo>
                  <a:lnTo>
                    <a:pt x="1010557" y="0"/>
                  </a:lnTo>
                  <a:lnTo>
                    <a:pt x="1010557" y="820287"/>
                  </a:lnTo>
                  <a:cubicBezTo>
                    <a:pt x="1010557" y="943561"/>
                    <a:pt x="910624" y="1043494"/>
                    <a:pt x="787350" y="1043494"/>
                  </a:cubicBezTo>
                  <a:lnTo>
                    <a:pt x="0" y="1043494"/>
                  </a:lnTo>
                  <a:close/>
                </a:path>
              </a:pathLst>
            </a:custGeom>
            <a:grpFill/>
            <a:ln w="15875">
              <a:solidFill>
                <a:schemeClr val="bg1">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7" name="任意多边形: 形状 46"/>
            <p:cNvSpPr/>
            <p:nvPr>
              <p:custDataLst>
                <p:tags r:id="rId7"/>
              </p:custDataLst>
            </p:nvPr>
          </p:nvSpPr>
          <p:spPr>
            <a:xfrm>
              <a:off x="1474470" y="-189"/>
              <a:ext cx="813435" cy="624394"/>
            </a:xfrm>
            <a:custGeom>
              <a:avLst/>
              <a:gdLst>
                <a:gd name="connsiteX0" fmla="*/ 0 w 813435"/>
                <a:gd name="connsiteY0" fmla="*/ 0 h 624394"/>
                <a:gd name="connsiteX1" fmla="*/ 813435 w 813435"/>
                <a:gd name="connsiteY1" fmla="*/ 0 h 624394"/>
                <a:gd name="connsiteX2" fmla="*/ 813435 w 813435"/>
                <a:gd name="connsiteY2" fmla="*/ 488819 h 624394"/>
                <a:gd name="connsiteX3" fmla="*/ 677860 w 813435"/>
                <a:gd name="connsiteY3" fmla="*/ 624394 h 624394"/>
                <a:gd name="connsiteX4" fmla="*/ 135575 w 813435"/>
                <a:gd name="connsiteY4" fmla="*/ 624394 h 624394"/>
                <a:gd name="connsiteX5" fmla="*/ 0 w 813435"/>
                <a:gd name="connsiteY5" fmla="*/ 488819 h 624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13435" h="624394">
                  <a:moveTo>
                    <a:pt x="0" y="0"/>
                  </a:moveTo>
                  <a:lnTo>
                    <a:pt x="813435" y="0"/>
                  </a:lnTo>
                  <a:lnTo>
                    <a:pt x="813435" y="488819"/>
                  </a:lnTo>
                  <a:cubicBezTo>
                    <a:pt x="813435" y="563695"/>
                    <a:pt x="752736" y="624394"/>
                    <a:pt x="677860" y="624394"/>
                  </a:cubicBezTo>
                  <a:lnTo>
                    <a:pt x="135575" y="624394"/>
                  </a:lnTo>
                  <a:cubicBezTo>
                    <a:pt x="60699" y="624394"/>
                    <a:pt x="0" y="563695"/>
                    <a:pt x="0" y="488819"/>
                  </a:cubicBezTo>
                  <a:close/>
                </a:path>
              </a:pathLst>
            </a:custGeom>
            <a:grpFill/>
            <a:ln w="15875">
              <a:solidFill>
                <a:schemeClr val="bg1">
                  <a:alpha val="36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8" name="矩形: 圆角 47"/>
            <p:cNvSpPr/>
            <p:nvPr>
              <p:custDataLst>
                <p:tags r:id="rId8"/>
              </p:custDataLst>
            </p:nvPr>
          </p:nvSpPr>
          <p:spPr>
            <a:xfrm>
              <a:off x="2493645" y="353060"/>
              <a:ext cx="659130" cy="659130"/>
            </a:xfrm>
            <a:prstGeom prst="roundRect">
              <a:avLst/>
            </a:prstGeom>
            <a:grpFill/>
            <a:ln w="15875">
              <a:solidFill>
                <a:schemeClr val="bg1">
                  <a:alpha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任意多边形: 形状 48"/>
            <p:cNvSpPr/>
            <p:nvPr>
              <p:custDataLst>
                <p:tags r:id="rId9"/>
              </p:custDataLst>
            </p:nvPr>
          </p:nvSpPr>
          <p:spPr>
            <a:xfrm>
              <a:off x="-3447" y="1544320"/>
              <a:ext cx="284752" cy="504190"/>
            </a:xfrm>
            <a:custGeom>
              <a:avLst/>
              <a:gdLst>
                <a:gd name="connsiteX0" fmla="*/ 0 w 284752"/>
                <a:gd name="connsiteY0" fmla="*/ 0 h 504190"/>
                <a:gd name="connsiteX1" fmla="*/ 200719 w 284752"/>
                <a:gd name="connsiteY1" fmla="*/ 0 h 504190"/>
                <a:gd name="connsiteX2" fmla="*/ 284752 w 284752"/>
                <a:gd name="connsiteY2" fmla="*/ 84033 h 504190"/>
                <a:gd name="connsiteX3" fmla="*/ 284752 w 284752"/>
                <a:gd name="connsiteY3" fmla="*/ 420157 h 504190"/>
                <a:gd name="connsiteX4" fmla="*/ 200719 w 284752"/>
                <a:gd name="connsiteY4" fmla="*/ 504190 h 504190"/>
                <a:gd name="connsiteX5" fmla="*/ 0 w 284752"/>
                <a:gd name="connsiteY5" fmla="*/ 504190 h 504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4752" h="504190">
                  <a:moveTo>
                    <a:pt x="0" y="0"/>
                  </a:moveTo>
                  <a:lnTo>
                    <a:pt x="200719" y="0"/>
                  </a:lnTo>
                  <a:cubicBezTo>
                    <a:pt x="247129" y="0"/>
                    <a:pt x="284752" y="37623"/>
                    <a:pt x="284752" y="84033"/>
                  </a:cubicBezTo>
                  <a:lnTo>
                    <a:pt x="284752" y="420157"/>
                  </a:lnTo>
                  <a:cubicBezTo>
                    <a:pt x="284752" y="466567"/>
                    <a:pt x="247129" y="504190"/>
                    <a:pt x="200719" y="504190"/>
                  </a:cubicBezTo>
                  <a:lnTo>
                    <a:pt x="0" y="504190"/>
                  </a:lnTo>
                  <a:close/>
                </a:path>
              </a:pathLst>
            </a:custGeom>
            <a:grpFill/>
            <a:ln w="15875">
              <a:solidFill>
                <a:schemeClr val="bg1">
                  <a:alpha val="48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50" name="矩形: 圆角 49"/>
            <p:cNvSpPr/>
            <p:nvPr>
              <p:custDataLst>
                <p:tags r:id="rId10"/>
              </p:custDataLst>
            </p:nvPr>
          </p:nvSpPr>
          <p:spPr>
            <a:xfrm>
              <a:off x="2707640" y="624205"/>
              <a:ext cx="876300" cy="876300"/>
            </a:xfrm>
            <a:prstGeom prst="roundRect">
              <a:avLst/>
            </a:prstGeom>
            <a:grpFill/>
            <a:ln w="15875">
              <a:solidFill>
                <a:schemeClr val="bg1">
                  <a:alpha val="4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矩形: 圆角 50"/>
            <p:cNvSpPr/>
            <p:nvPr>
              <p:custDataLst>
                <p:tags r:id="rId11"/>
              </p:custDataLst>
            </p:nvPr>
          </p:nvSpPr>
          <p:spPr>
            <a:xfrm>
              <a:off x="1605280" y="1115060"/>
              <a:ext cx="402590" cy="402590"/>
            </a:xfrm>
            <a:prstGeom prst="roundRect">
              <a:avLst/>
            </a:prstGeom>
            <a:grpFill/>
            <a:ln w="15875">
              <a:solidFill>
                <a:schemeClr val="bg1">
                  <a:alpha val="36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圆角 51"/>
            <p:cNvSpPr/>
            <p:nvPr>
              <p:custDataLst>
                <p:tags r:id="rId12"/>
              </p:custDataLst>
            </p:nvPr>
          </p:nvSpPr>
          <p:spPr>
            <a:xfrm>
              <a:off x="169545" y="1916430"/>
              <a:ext cx="402590" cy="432435"/>
            </a:xfrm>
            <a:prstGeom prst="roundRect">
              <a:avLst/>
            </a:prstGeom>
            <a:grpFill/>
            <a:ln w="15875">
              <a:solidFill>
                <a:schemeClr val="bg1">
                  <a:alpha val="4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任意多边形: 形状 52"/>
            <p:cNvSpPr/>
            <p:nvPr>
              <p:custDataLst>
                <p:tags r:id="rId13"/>
              </p:custDataLst>
            </p:nvPr>
          </p:nvSpPr>
          <p:spPr>
            <a:xfrm>
              <a:off x="885825" y="6346190"/>
              <a:ext cx="893445" cy="505682"/>
            </a:xfrm>
            <a:custGeom>
              <a:avLst/>
              <a:gdLst>
                <a:gd name="connsiteX0" fmla="*/ 148910 w 893445"/>
                <a:gd name="connsiteY0" fmla="*/ 0 h 505682"/>
                <a:gd name="connsiteX1" fmla="*/ 744535 w 893445"/>
                <a:gd name="connsiteY1" fmla="*/ 0 h 505682"/>
                <a:gd name="connsiteX2" fmla="*/ 893445 w 893445"/>
                <a:gd name="connsiteY2" fmla="*/ 148910 h 505682"/>
                <a:gd name="connsiteX3" fmla="*/ 893445 w 893445"/>
                <a:gd name="connsiteY3" fmla="*/ 505682 h 505682"/>
                <a:gd name="connsiteX4" fmla="*/ 0 w 893445"/>
                <a:gd name="connsiteY4" fmla="*/ 505682 h 505682"/>
                <a:gd name="connsiteX5" fmla="*/ 0 w 893445"/>
                <a:gd name="connsiteY5" fmla="*/ 148910 h 505682"/>
                <a:gd name="connsiteX6" fmla="*/ 148910 w 893445"/>
                <a:gd name="connsiteY6" fmla="*/ 0 h 505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3445" h="505682">
                  <a:moveTo>
                    <a:pt x="148910" y="0"/>
                  </a:moveTo>
                  <a:lnTo>
                    <a:pt x="744535" y="0"/>
                  </a:lnTo>
                  <a:cubicBezTo>
                    <a:pt x="826776" y="0"/>
                    <a:pt x="893445" y="66669"/>
                    <a:pt x="893445" y="148910"/>
                  </a:cubicBezTo>
                  <a:lnTo>
                    <a:pt x="893445" y="505682"/>
                  </a:lnTo>
                  <a:lnTo>
                    <a:pt x="0" y="505682"/>
                  </a:lnTo>
                  <a:lnTo>
                    <a:pt x="0" y="148910"/>
                  </a:lnTo>
                  <a:cubicBezTo>
                    <a:pt x="0" y="66669"/>
                    <a:pt x="66669" y="0"/>
                    <a:pt x="148910" y="0"/>
                  </a:cubicBezTo>
                  <a:close/>
                </a:path>
              </a:pathLst>
            </a:custGeom>
            <a:grpFill/>
            <a:ln w="15875">
              <a:solidFill>
                <a:schemeClr val="bg1">
                  <a:alpha val="52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54" name="任意多边形: 形状 53"/>
            <p:cNvSpPr/>
            <p:nvPr>
              <p:custDataLst>
                <p:tags r:id="rId14"/>
              </p:custDataLst>
            </p:nvPr>
          </p:nvSpPr>
          <p:spPr>
            <a:xfrm>
              <a:off x="0" y="5970905"/>
              <a:ext cx="1332230" cy="880967"/>
            </a:xfrm>
            <a:custGeom>
              <a:avLst/>
              <a:gdLst>
                <a:gd name="connsiteX0" fmla="*/ 0 w 1332230"/>
                <a:gd name="connsiteY0" fmla="*/ 0 h 880967"/>
                <a:gd name="connsiteX1" fmla="*/ 1034727 w 1332230"/>
                <a:gd name="connsiteY1" fmla="*/ 0 h 880967"/>
                <a:gd name="connsiteX2" fmla="*/ 1332230 w 1332230"/>
                <a:gd name="connsiteY2" fmla="*/ 297503 h 880967"/>
                <a:gd name="connsiteX3" fmla="*/ 1332230 w 1332230"/>
                <a:gd name="connsiteY3" fmla="*/ 880967 h 880967"/>
                <a:gd name="connsiteX4" fmla="*/ 0 w 1332230"/>
                <a:gd name="connsiteY4" fmla="*/ 880967 h 8809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2230" h="880967">
                  <a:moveTo>
                    <a:pt x="0" y="0"/>
                  </a:moveTo>
                  <a:lnTo>
                    <a:pt x="1034727" y="0"/>
                  </a:lnTo>
                  <a:cubicBezTo>
                    <a:pt x="1199033" y="0"/>
                    <a:pt x="1332230" y="133197"/>
                    <a:pt x="1332230" y="297503"/>
                  </a:cubicBezTo>
                  <a:lnTo>
                    <a:pt x="1332230" y="880967"/>
                  </a:lnTo>
                  <a:lnTo>
                    <a:pt x="0" y="880967"/>
                  </a:lnTo>
                  <a:close/>
                </a:path>
              </a:pathLst>
            </a:custGeom>
            <a:grpFill/>
            <a:ln w="15875">
              <a:solidFill>
                <a:schemeClr val="bg1">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55" name="任意多边形: 形状 54"/>
            <p:cNvSpPr/>
            <p:nvPr userDrawn="1">
              <p:custDataLst>
                <p:tags r:id="rId15"/>
              </p:custDataLst>
            </p:nvPr>
          </p:nvSpPr>
          <p:spPr>
            <a:xfrm>
              <a:off x="2136605" y="6588125"/>
              <a:ext cx="1771355" cy="263747"/>
            </a:xfrm>
            <a:custGeom>
              <a:avLst/>
              <a:gdLst>
                <a:gd name="connsiteX0" fmla="*/ 290688 w 1771355"/>
                <a:gd name="connsiteY0" fmla="*/ 0 h 263747"/>
                <a:gd name="connsiteX1" fmla="*/ 1480667 w 1771355"/>
                <a:gd name="connsiteY1" fmla="*/ 0 h 263747"/>
                <a:gd name="connsiteX2" fmla="*/ 1754791 w 1771355"/>
                <a:gd name="connsiteY2" fmla="*/ 181702 h 263747"/>
                <a:gd name="connsiteX3" fmla="*/ 1771355 w 1771355"/>
                <a:gd name="connsiteY3" fmla="*/ 263747 h 263747"/>
                <a:gd name="connsiteX4" fmla="*/ 0 w 1771355"/>
                <a:gd name="connsiteY4" fmla="*/ 263747 h 263747"/>
                <a:gd name="connsiteX5" fmla="*/ 16564 w 1771355"/>
                <a:gd name="connsiteY5" fmla="*/ 181702 h 263747"/>
                <a:gd name="connsiteX6" fmla="*/ 290688 w 1771355"/>
                <a:gd name="connsiteY6" fmla="*/ 0 h 263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71355" h="263747">
                  <a:moveTo>
                    <a:pt x="290688" y="0"/>
                  </a:moveTo>
                  <a:lnTo>
                    <a:pt x="1480667" y="0"/>
                  </a:lnTo>
                  <a:cubicBezTo>
                    <a:pt x="1603897" y="0"/>
                    <a:pt x="1709627" y="74924"/>
                    <a:pt x="1754791" y="181702"/>
                  </a:cubicBezTo>
                  <a:lnTo>
                    <a:pt x="1771355" y="263747"/>
                  </a:lnTo>
                  <a:lnTo>
                    <a:pt x="0" y="263747"/>
                  </a:lnTo>
                  <a:lnTo>
                    <a:pt x="16564" y="181702"/>
                  </a:lnTo>
                  <a:cubicBezTo>
                    <a:pt x="61728" y="74924"/>
                    <a:pt x="167459" y="0"/>
                    <a:pt x="290688" y="0"/>
                  </a:cubicBezTo>
                  <a:close/>
                </a:path>
              </a:pathLst>
            </a:custGeom>
            <a:grpFill/>
            <a:ln w="15875">
              <a:solidFill>
                <a:schemeClr val="bg1">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56" name="任意多边形: 形状 55"/>
            <p:cNvSpPr/>
            <p:nvPr>
              <p:custDataLst>
                <p:tags r:id="rId16"/>
              </p:custDataLst>
            </p:nvPr>
          </p:nvSpPr>
          <p:spPr>
            <a:xfrm>
              <a:off x="3397885" y="6395720"/>
              <a:ext cx="727710" cy="456152"/>
            </a:xfrm>
            <a:custGeom>
              <a:avLst/>
              <a:gdLst>
                <a:gd name="connsiteX0" fmla="*/ 121287 w 727710"/>
                <a:gd name="connsiteY0" fmla="*/ 0 h 456152"/>
                <a:gd name="connsiteX1" fmla="*/ 606423 w 727710"/>
                <a:gd name="connsiteY1" fmla="*/ 0 h 456152"/>
                <a:gd name="connsiteX2" fmla="*/ 727710 w 727710"/>
                <a:gd name="connsiteY2" fmla="*/ 121287 h 456152"/>
                <a:gd name="connsiteX3" fmla="*/ 727710 w 727710"/>
                <a:gd name="connsiteY3" fmla="*/ 456152 h 456152"/>
                <a:gd name="connsiteX4" fmla="*/ 0 w 727710"/>
                <a:gd name="connsiteY4" fmla="*/ 456152 h 456152"/>
                <a:gd name="connsiteX5" fmla="*/ 0 w 727710"/>
                <a:gd name="connsiteY5" fmla="*/ 121287 h 456152"/>
                <a:gd name="connsiteX6" fmla="*/ 121287 w 727710"/>
                <a:gd name="connsiteY6" fmla="*/ 0 h 456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27710" h="456152">
                  <a:moveTo>
                    <a:pt x="121287" y="0"/>
                  </a:moveTo>
                  <a:lnTo>
                    <a:pt x="606423" y="0"/>
                  </a:lnTo>
                  <a:cubicBezTo>
                    <a:pt x="673408" y="0"/>
                    <a:pt x="727710" y="54302"/>
                    <a:pt x="727710" y="121287"/>
                  </a:cubicBezTo>
                  <a:lnTo>
                    <a:pt x="727710" y="456152"/>
                  </a:lnTo>
                  <a:lnTo>
                    <a:pt x="0" y="456152"/>
                  </a:lnTo>
                  <a:lnTo>
                    <a:pt x="0" y="121287"/>
                  </a:lnTo>
                  <a:cubicBezTo>
                    <a:pt x="0" y="54302"/>
                    <a:pt x="54302" y="0"/>
                    <a:pt x="121287" y="0"/>
                  </a:cubicBezTo>
                  <a:close/>
                </a:path>
              </a:pathLst>
            </a:custGeom>
            <a:grpFill/>
            <a:ln w="15875">
              <a:solidFill>
                <a:schemeClr val="bg1">
                  <a:alpha val="37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sp>
        <p:nvSpPr>
          <p:cNvPr id="40" name="矩形 39"/>
          <p:cNvSpPr/>
          <p:nvPr>
            <p:custDataLst>
              <p:tags r:id="rId17"/>
            </p:custDataLst>
          </p:nvPr>
        </p:nvSpPr>
        <p:spPr>
          <a:xfrm>
            <a:off x="7222122" y="4251552"/>
            <a:ext cx="2160001" cy="2954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custDataLst>
              <p:tags r:id="rId18"/>
            </p:custDataLst>
          </p:nvPr>
        </p:nvSpPr>
        <p:spPr>
          <a:xfrm>
            <a:off x="8319765" y="4280078"/>
            <a:ext cx="1032934" cy="239025"/>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日期占位符 15"/>
          <p:cNvSpPr>
            <a:spLocks noGrp="1"/>
          </p:cNvSpPr>
          <p:nvPr userDrawn="1">
            <p:ph type="dt" sz="half" idx="10"/>
            <p:custDataLst>
              <p:tags r:id="rId19"/>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userDrawn="1">
            <p:ph type="ftr" sz="quarter" idx="11"/>
            <p:custDataLst>
              <p:tags r:id="rId20"/>
            </p:custDataLst>
          </p:nvPr>
        </p:nvSpPr>
        <p:spPr/>
        <p:txBody>
          <a:bodyPr/>
          <a:lstStyle/>
          <a:p>
            <a:endParaRPr lang="zh-CN" altLang="en-US" dirty="0"/>
          </a:p>
        </p:txBody>
      </p:sp>
      <p:sp>
        <p:nvSpPr>
          <p:cNvPr id="18" name="灯片编号占位符 17"/>
          <p:cNvSpPr>
            <a:spLocks noGrp="1"/>
          </p:cNvSpPr>
          <p:nvPr userDrawn="1">
            <p:ph type="sldNum" sz="quarter" idx="12"/>
            <p:custDataLst>
              <p:tags r:id="rId21"/>
            </p:custDataLst>
          </p:nvPr>
        </p:nvSpPr>
        <p:spPr/>
        <p:txBody>
          <a:bodyPr/>
          <a:lstStyle/>
          <a:p>
            <a:fld id="{49AE70B2-8BF9-45C0-BB95-33D1B9D3A854}" type="slidenum">
              <a:rPr lang="zh-CN" altLang="en-US" smtClean="0"/>
            </a:fld>
            <a:endParaRPr lang="zh-CN" altLang="en-US" dirty="0"/>
          </a:p>
        </p:txBody>
      </p:sp>
      <p:sp>
        <p:nvSpPr>
          <p:cNvPr id="5" name="文本占位符 4"/>
          <p:cNvSpPr>
            <a:spLocks noGrp="1"/>
          </p:cNvSpPr>
          <p:nvPr userDrawn="1">
            <p:ph type="body" sz="quarter" idx="13" hasCustomPrompt="1"/>
            <p:custDataLst>
              <p:tags r:id="rId22"/>
            </p:custDataLst>
          </p:nvPr>
        </p:nvSpPr>
        <p:spPr>
          <a:xfrm>
            <a:off x="7193547" y="4179387"/>
            <a:ext cx="1116000" cy="396000"/>
          </a:xfrm>
        </p:spPr>
        <p:txBody>
          <a:bodyPr lIns="90000" tIns="46800" rIns="90000" bIns="46800" anchor="ctr">
            <a:normAutofit/>
          </a:bodyPr>
          <a:lstStyle>
            <a:lvl1pPr marL="0" indent="0" algn="ctr">
              <a:buNone/>
              <a:defRPr sz="1600">
                <a:solidFill>
                  <a:schemeClr val="bg1"/>
                </a:solidFill>
              </a:defRPr>
            </a:lvl1pPr>
          </a:lstStyle>
          <a:p>
            <a:pPr lvl="0"/>
            <a:r>
              <a:rPr lang="zh-CN" altLang="en-US" dirty="0"/>
              <a:t>编辑文本</a:t>
            </a:r>
            <a:endParaRPr lang="zh-CN" altLang="en-US" dirty="0"/>
          </a:p>
        </p:txBody>
      </p:sp>
      <p:sp>
        <p:nvSpPr>
          <p:cNvPr id="42" name="文本占位符 41"/>
          <p:cNvSpPr>
            <a:spLocks noGrp="1"/>
          </p:cNvSpPr>
          <p:nvPr userDrawn="1">
            <p:ph type="body" sz="quarter" idx="14" hasCustomPrompt="1"/>
            <p:custDataLst>
              <p:tags r:id="rId23"/>
            </p:custDataLst>
          </p:nvPr>
        </p:nvSpPr>
        <p:spPr>
          <a:xfrm>
            <a:off x="8319764" y="4179387"/>
            <a:ext cx="1116000" cy="396000"/>
          </a:xfrm>
        </p:spPr>
        <p:txBody>
          <a:bodyPr lIns="90000" tIns="46800" rIns="90000" bIns="46800" anchor="ctr">
            <a:normAutofit/>
          </a:bodyPr>
          <a:lstStyle>
            <a:lvl1pPr marL="0" indent="0" algn="ctr">
              <a:buNone/>
              <a:defRPr sz="1600">
                <a:solidFill>
                  <a:schemeClr val="accent1"/>
                </a:solidFill>
              </a:defRPr>
            </a:lvl1pPr>
          </a:lstStyle>
          <a:p>
            <a:pPr lvl="0"/>
            <a:r>
              <a:rPr lang="zh-CN" altLang="en-US" dirty="0"/>
              <a:t>编辑文本</a:t>
            </a:r>
            <a:endParaRPr lang="zh-CN" altLang="en-US" dirty="0"/>
          </a:p>
        </p:txBody>
      </p:sp>
      <p:sp>
        <p:nvSpPr>
          <p:cNvPr id="2" name="标题 1"/>
          <p:cNvSpPr>
            <a:spLocks noGrp="1"/>
          </p:cNvSpPr>
          <p:nvPr userDrawn="1">
            <p:ph type="ctrTitle" hasCustomPrompt="1"/>
            <p:custDataLst>
              <p:tags r:id="rId24"/>
            </p:custDataLst>
          </p:nvPr>
        </p:nvSpPr>
        <p:spPr>
          <a:xfrm>
            <a:off x="4999019" y="2348865"/>
            <a:ext cx="6369050" cy="1107996"/>
          </a:xfrm>
        </p:spPr>
        <p:txBody>
          <a:bodyPr lIns="90000" tIns="46800" rIns="90000" bIns="0" anchor="b" anchorCtr="0">
            <a:normAutofit/>
          </a:bodyPr>
          <a:lstStyle>
            <a:lvl1pPr algn="ctr">
              <a:defRPr sz="6000" spc="600">
                <a:solidFill>
                  <a:schemeClr val="accent1"/>
                </a:solidFill>
              </a:defRPr>
            </a:lvl1pPr>
          </a:lstStyle>
          <a:p>
            <a:r>
              <a:rPr lang="zh-CN" altLang="en-US" dirty="0"/>
              <a:t>编辑标题</a:t>
            </a:r>
            <a:endParaRPr lang="zh-CN" altLang="en-US" dirty="0"/>
          </a:p>
        </p:txBody>
      </p:sp>
      <p:sp>
        <p:nvSpPr>
          <p:cNvPr id="3" name="副标题 2"/>
          <p:cNvSpPr>
            <a:spLocks noGrp="1"/>
          </p:cNvSpPr>
          <p:nvPr userDrawn="1">
            <p:ph type="subTitle" idx="1" hasCustomPrompt="1"/>
            <p:custDataLst>
              <p:tags r:id="rId25"/>
            </p:custDataLst>
          </p:nvPr>
        </p:nvSpPr>
        <p:spPr>
          <a:xfrm>
            <a:off x="4999019" y="3531793"/>
            <a:ext cx="6369050" cy="558581"/>
          </a:xfrm>
        </p:spPr>
        <p:txBody>
          <a:bodyPr lIns="90000" tIns="0" rIns="90000" bIns="46800">
            <a:normAutofit/>
          </a:bodyPr>
          <a:lstStyle>
            <a:lvl1pPr marL="0" indent="0" algn="ctr" eaLnBrk="1" fontAlgn="auto" latinLnBrk="0" hangingPunct="1">
              <a:lnSpc>
                <a:spcPct val="100000"/>
              </a:lnSpc>
              <a:buNone/>
              <a:defRPr sz="2800" u="none" strike="noStrike" kern="1200" cap="none" spc="200" normalizeH="0" baseline="0">
                <a:solidFill>
                  <a:schemeClr val="accent1"/>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通用">
    <p:spTree>
      <p:nvGrpSpPr>
        <p:cNvPr id="1" name=""/>
        <p:cNvGrpSpPr/>
        <p:nvPr/>
      </p:nvGrpSpPr>
      <p:grpSpPr>
        <a:xfrm>
          <a:off x="0" y="0"/>
          <a:ext cx="0" cy="0"/>
          <a:chOff x="0" y="0"/>
          <a:chExt cx="0" cy="0"/>
        </a:xfrm>
      </p:grpSpPr>
      <p:grpSp>
        <p:nvGrpSpPr>
          <p:cNvPr id="3" name="组合 2"/>
          <p:cNvGrpSpPr/>
          <p:nvPr userDrawn="1">
            <p:custDataLst>
              <p:tags r:id="rId2"/>
            </p:custDataLst>
          </p:nvPr>
        </p:nvGrpSpPr>
        <p:grpSpPr>
          <a:xfrm>
            <a:off x="10507369" y="4813200"/>
            <a:ext cx="1694156" cy="2044800"/>
            <a:chOff x="9615170" y="3736340"/>
            <a:chExt cx="2586355" cy="3121660"/>
          </a:xfrm>
        </p:grpSpPr>
        <p:sp>
          <p:nvSpPr>
            <p:cNvPr id="4" name="任意多边形: 形状 3"/>
            <p:cNvSpPr/>
            <p:nvPr>
              <p:custDataLst>
                <p:tags r:id="rId3"/>
              </p:custDataLst>
            </p:nvPr>
          </p:nvSpPr>
          <p:spPr>
            <a:xfrm>
              <a:off x="11711940" y="4954270"/>
              <a:ext cx="480060" cy="893445"/>
            </a:xfrm>
            <a:custGeom>
              <a:avLst/>
              <a:gdLst>
                <a:gd name="connsiteX0" fmla="*/ 148910 w 480060"/>
                <a:gd name="connsiteY0" fmla="*/ 0 h 893445"/>
                <a:gd name="connsiteX1" fmla="*/ 480060 w 480060"/>
                <a:gd name="connsiteY1" fmla="*/ 0 h 893445"/>
                <a:gd name="connsiteX2" fmla="*/ 480060 w 480060"/>
                <a:gd name="connsiteY2" fmla="*/ 893445 h 893445"/>
                <a:gd name="connsiteX3" fmla="*/ 148910 w 480060"/>
                <a:gd name="connsiteY3" fmla="*/ 893445 h 893445"/>
                <a:gd name="connsiteX4" fmla="*/ 0 w 480060"/>
                <a:gd name="connsiteY4" fmla="*/ 744535 h 893445"/>
                <a:gd name="connsiteX5" fmla="*/ 0 w 480060"/>
                <a:gd name="connsiteY5" fmla="*/ 148910 h 893445"/>
                <a:gd name="connsiteX6" fmla="*/ 148910 w 480060"/>
                <a:gd name="connsiteY6" fmla="*/ 0 h 893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0060" h="893445">
                  <a:moveTo>
                    <a:pt x="148910" y="0"/>
                  </a:moveTo>
                  <a:lnTo>
                    <a:pt x="480060" y="0"/>
                  </a:lnTo>
                  <a:lnTo>
                    <a:pt x="480060" y="893445"/>
                  </a:lnTo>
                  <a:lnTo>
                    <a:pt x="148910" y="893445"/>
                  </a:lnTo>
                  <a:cubicBezTo>
                    <a:pt x="66669" y="893445"/>
                    <a:pt x="0" y="826776"/>
                    <a:pt x="0" y="744535"/>
                  </a:cubicBezTo>
                  <a:lnTo>
                    <a:pt x="0" y="148910"/>
                  </a:lnTo>
                  <a:cubicBezTo>
                    <a:pt x="0" y="66669"/>
                    <a:pt x="66669" y="0"/>
                    <a:pt x="148910" y="0"/>
                  </a:cubicBezTo>
                  <a:close/>
                </a:path>
              </a:pathLst>
            </a:custGeom>
            <a:solidFill>
              <a:schemeClr val="accent1">
                <a:lumMod val="40000"/>
                <a:lumOff val="60000"/>
                <a:alpha val="13000"/>
              </a:scheme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5" name="矩形: 圆角 4"/>
            <p:cNvSpPr/>
            <p:nvPr>
              <p:custDataLst>
                <p:tags r:id="rId4"/>
              </p:custDataLst>
            </p:nvPr>
          </p:nvSpPr>
          <p:spPr>
            <a:xfrm>
              <a:off x="10710545" y="5814060"/>
              <a:ext cx="727710" cy="727710"/>
            </a:xfrm>
            <a:prstGeom prst="roundRect">
              <a:avLst/>
            </a:prstGeom>
            <a:solidFill>
              <a:schemeClr val="accent3">
                <a:lumMod val="20000"/>
                <a:lumOff val="80000"/>
              </a:schemeClr>
            </a:solidFill>
            <a:ln w="15875">
              <a:solidFill>
                <a:schemeClr val="bg1">
                  <a:alpha val="37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形状 8"/>
            <p:cNvSpPr/>
            <p:nvPr>
              <p:custDataLst>
                <p:tags r:id="rId5"/>
              </p:custDataLst>
            </p:nvPr>
          </p:nvSpPr>
          <p:spPr>
            <a:xfrm>
              <a:off x="11438255" y="3736340"/>
              <a:ext cx="753745" cy="1784985"/>
            </a:xfrm>
            <a:custGeom>
              <a:avLst/>
              <a:gdLst>
                <a:gd name="connsiteX0" fmla="*/ 297503 w 753745"/>
                <a:gd name="connsiteY0" fmla="*/ 0 h 1784985"/>
                <a:gd name="connsiteX1" fmla="*/ 753745 w 753745"/>
                <a:gd name="connsiteY1" fmla="*/ 0 h 1784985"/>
                <a:gd name="connsiteX2" fmla="*/ 753745 w 753745"/>
                <a:gd name="connsiteY2" fmla="*/ 1784985 h 1784985"/>
                <a:gd name="connsiteX3" fmla="*/ 297503 w 753745"/>
                <a:gd name="connsiteY3" fmla="*/ 1784985 h 1784985"/>
                <a:gd name="connsiteX4" fmla="*/ 0 w 753745"/>
                <a:gd name="connsiteY4" fmla="*/ 1487482 h 1784985"/>
                <a:gd name="connsiteX5" fmla="*/ 0 w 753745"/>
                <a:gd name="connsiteY5" fmla="*/ 297503 h 1784985"/>
                <a:gd name="connsiteX6" fmla="*/ 297503 w 753745"/>
                <a:gd name="connsiteY6" fmla="*/ 0 h 1784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53745" h="1784985">
                  <a:moveTo>
                    <a:pt x="297503" y="0"/>
                  </a:moveTo>
                  <a:lnTo>
                    <a:pt x="753745" y="0"/>
                  </a:lnTo>
                  <a:lnTo>
                    <a:pt x="753745" y="1784985"/>
                  </a:lnTo>
                  <a:lnTo>
                    <a:pt x="297503" y="1784985"/>
                  </a:lnTo>
                  <a:cubicBezTo>
                    <a:pt x="133197" y="1784985"/>
                    <a:pt x="0" y="1651788"/>
                    <a:pt x="0" y="1487482"/>
                  </a:cubicBezTo>
                  <a:lnTo>
                    <a:pt x="0" y="297503"/>
                  </a:lnTo>
                  <a:cubicBezTo>
                    <a:pt x="0" y="133197"/>
                    <a:pt x="133197" y="0"/>
                    <a:pt x="297503" y="0"/>
                  </a:cubicBezTo>
                  <a:close/>
                </a:path>
              </a:pathLst>
            </a:custGeom>
            <a:solidFill>
              <a:schemeClr val="accent3">
                <a:lumMod val="20000"/>
                <a:lumOff val="80000"/>
              </a:scheme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0" name="任意多边形: 形状 9"/>
            <p:cNvSpPr/>
            <p:nvPr>
              <p:custDataLst>
                <p:tags r:id="rId6"/>
              </p:custDataLst>
            </p:nvPr>
          </p:nvSpPr>
          <p:spPr>
            <a:xfrm>
              <a:off x="11002010" y="6117590"/>
              <a:ext cx="1199515" cy="740410"/>
            </a:xfrm>
            <a:custGeom>
              <a:avLst/>
              <a:gdLst>
                <a:gd name="connsiteX0" fmla="*/ 297503 w 1199515"/>
                <a:gd name="connsiteY0" fmla="*/ 0 h 740410"/>
                <a:gd name="connsiteX1" fmla="*/ 1199515 w 1199515"/>
                <a:gd name="connsiteY1" fmla="*/ 0 h 740410"/>
                <a:gd name="connsiteX2" fmla="*/ 1199515 w 1199515"/>
                <a:gd name="connsiteY2" fmla="*/ 740410 h 740410"/>
                <a:gd name="connsiteX3" fmla="*/ 0 w 1199515"/>
                <a:gd name="connsiteY3" fmla="*/ 740410 h 740410"/>
                <a:gd name="connsiteX4" fmla="*/ 0 w 1199515"/>
                <a:gd name="connsiteY4" fmla="*/ 297503 h 740410"/>
                <a:gd name="connsiteX5" fmla="*/ 297503 w 1199515"/>
                <a:gd name="connsiteY5" fmla="*/ 0 h 7404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9515" h="740410">
                  <a:moveTo>
                    <a:pt x="297503" y="0"/>
                  </a:moveTo>
                  <a:lnTo>
                    <a:pt x="1199515" y="0"/>
                  </a:lnTo>
                  <a:lnTo>
                    <a:pt x="1199515" y="740410"/>
                  </a:lnTo>
                  <a:lnTo>
                    <a:pt x="0" y="740410"/>
                  </a:lnTo>
                  <a:lnTo>
                    <a:pt x="0" y="297503"/>
                  </a:lnTo>
                  <a:cubicBezTo>
                    <a:pt x="0" y="133197"/>
                    <a:pt x="133197" y="0"/>
                    <a:pt x="297503" y="0"/>
                  </a:cubicBezTo>
                  <a:close/>
                </a:path>
              </a:pathLst>
            </a:custGeom>
            <a:solidFill>
              <a:schemeClr val="accent1">
                <a:lumMod val="40000"/>
                <a:lumOff val="60000"/>
                <a:alpha val="17000"/>
              </a:scheme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1" name="任意多边形: 形状 10"/>
            <p:cNvSpPr/>
            <p:nvPr>
              <p:custDataLst>
                <p:tags r:id="rId7"/>
              </p:custDataLst>
            </p:nvPr>
          </p:nvSpPr>
          <p:spPr>
            <a:xfrm>
              <a:off x="9615170" y="6396990"/>
              <a:ext cx="893445" cy="461010"/>
            </a:xfrm>
            <a:custGeom>
              <a:avLst/>
              <a:gdLst>
                <a:gd name="connsiteX0" fmla="*/ 148910 w 893445"/>
                <a:gd name="connsiteY0" fmla="*/ 0 h 461010"/>
                <a:gd name="connsiteX1" fmla="*/ 744535 w 893445"/>
                <a:gd name="connsiteY1" fmla="*/ 0 h 461010"/>
                <a:gd name="connsiteX2" fmla="*/ 893445 w 893445"/>
                <a:gd name="connsiteY2" fmla="*/ 148910 h 461010"/>
                <a:gd name="connsiteX3" fmla="*/ 893445 w 893445"/>
                <a:gd name="connsiteY3" fmla="*/ 461010 h 461010"/>
                <a:gd name="connsiteX4" fmla="*/ 0 w 893445"/>
                <a:gd name="connsiteY4" fmla="*/ 461010 h 461010"/>
                <a:gd name="connsiteX5" fmla="*/ 0 w 893445"/>
                <a:gd name="connsiteY5" fmla="*/ 148910 h 461010"/>
                <a:gd name="connsiteX6" fmla="*/ 148910 w 893445"/>
                <a:gd name="connsiteY6" fmla="*/ 0 h 461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3445" h="461010">
                  <a:moveTo>
                    <a:pt x="148910" y="0"/>
                  </a:moveTo>
                  <a:lnTo>
                    <a:pt x="744535" y="0"/>
                  </a:lnTo>
                  <a:cubicBezTo>
                    <a:pt x="826776" y="0"/>
                    <a:pt x="893445" y="66669"/>
                    <a:pt x="893445" y="148910"/>
                  </a:cubicBezTo>
                  <a:lnTo>
                    <a:pt x="893445" y="461010"/>
                  </a:lnTo>
                  <a:lnTo>
                    <a:pt x="0" y="461010"/>
                  </a:lnTo>
                  <a:lnTo>
                    <a:pt x="0" y="148910"/>
                  </a:lnTo>
                  <a:cubicBezTo>
                    <a:pt x="0" y="66669"/>
                    <a:pt x="66669" y="0"/>
                    <a:pt x="148910" y="0"/>
                  </a:cubicBezTo>
                  <a:close/>
                </a:path>
              </a:pathLst>
            </a:custGeom>
            <a:solidFill>
              <a:schemeClr val="accent3">
                <a:lumMod val="20000"/>
                <a:lumOff val="80000"/>
              </a:scheme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sp>
        <p:nvSpPr>
          <p:cNvPr id="2" name="标题 1"/>
          <p:cNvSpPr>
            <a:spLocks noGrp="1"/>
          </p:cNvSpPr>
          <p:nvPr>
            <p:ph type="title"/>
            <p:custDataLst>
              <p:tags r:id="rId8"/>
            </p:custDataLst>
          </p:nvPr>
        </p:nvSpPr>
        <p:spPr/>
        <p:txBody>
          <a:bodyPr/>
          <a:lstStyle>
            <a:lvl1pPr>
              <a:defRPr baseline="0">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6" name="日期占位符 5"/>
          <p:cNvSpPr>
            <a:spLocks noGrp="1"/>
          </p:cNvSpPr>
          <p:nvPr>
            <p:ph type="dt" sz="half" idx="10"/>
            <p:custDataLst>
              <p:tags r:id="rId9"/>
            </p:custDataLst>
          </p:nvPr>
        </p:nvSpPr>
        <p:spPr/>
        <p:txBody>
          <a:bodyPr/>
          <a:lstStyle/>
          <a:p>
            <a:fld id="{760FBDFE-C587-4B4C-A407-44438C67B59E}" type="datetimeFigureOut">
              <a:rPr lang="zh-CN" altLang="en-US" smtClean="0"/>
            </a:fld>
            <a:endParaRPr lang="zh-CN" altLang="en-US"/>
          </a:p>
        </p:txBody>
      </p:sp>
      <p:sp>
        <p:nvSpPr>
          <p:cNvPr id="7" name="页脚占位符 6"/>
          <p:cNvSpPr>
            <a:spLocks noGrp="1"/>
          </p:cNvSpPr>
          <p:nvPr>
            <p:ph type="ftr" sz="quarter" idx="11"/>
            <p:custDataLst>
              <p:tags r:id="rId10"/>
            </p:custDataLst>
          </p:nvPr>
        </p:nvSpPr>
        <p:spPr/>
        <p:txBody>
          <a:bodyPr/>
          <a:lstStyle/>
          <a:p>
            <a:endParaRPr lang="zh-CN" altLang="en-US" dirty="0"/>
          </a:p>
        </p:txBody>
      </p:sp>
      <p:sp>
        <p:nvSpPr>
          <p:cNvPr id="8" name="灯片编号占位符 7"/>
          <p:cNvSpPr>
            <a:spLocks noGrp="1"/>
          </p:cNvSpPr>
          <p:nvPr>
            <p:ph type="sldNum" sz="quarter" idx="12"/>
            <p:custDataLst>
              <p:tags r:id="rId11"/>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tx2"/>
        </a:solidFill>
        <a:effectLst/>
      </p:bgPr>
    </p:bg>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292800" y="304200"/>
            <a:ext cx="11606400"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userDrawn="1">
            <p:custDataLst>
              <p:tags r:id="rId3"/>
            </p:custDataLst>
          </p:nvPr>
        </p:nvGrpSpPr>
        <p:grpSpPr>
          <a:xfrm>
            <a:off x="10212030" y="4509000"/>
            <a:ext cx="1694156" cy="2044800"/>
            <a:chOff x="9615170" y="3736340"/>
            <a:chExt cx="2586355" cy="3121660"/>
          </a:xfrm>
        </p:grpSpPr>
        <p:sp>
          <p:nvSpPr>
            <p:cNvPr id="4" name="任意多边形: 形状 3"/>
            <p:cNvSpPr/>
            <p:nvPr>
              <p:custDataLst>
                <p:tags r:id="rId4"/>
              </p:custDataLst>
            </p:nvPr>
          </p:nvSpPr>
          <p:spPr>
            <a:xfrm>
              <a:off x="11711940" y="4954270"/>
              <a:ext cx="480060" cy="893445"/>
            </a:xfrm>
            <a:custGeom>
              <a:avLst/>
              <a:gdLst>
                <a:gd name="connsiteX0" fmla="*/ 148910 w 480060"/>
                <a:gd name="connsiteY0" fmla="*/ 0 h 893445"/>
                <a:gd name="connsiteX1" fmla="*/ 480060 w 480060"/>
                <a:gd name="connsiteY1" fmla="*/ 0 h 893445"/>
                <a:gd name="connsiteX2" fmla="*/ 480060 w 480060"/>
                <a:gd name="connsiteY2" fmla="*/ 893445 h 893445"/>
                <a:gd name="connsiteX3" fmla="*/ 148910 w 480060"/>
                <a:gd name="connsiteY3" fmla="*/ 893445 h 893445"/>
                <a:gd name="connsiteX4" fmla="*/ 0 w 480060"/>
                <a:gd name="connsiteY4" fmla="*/ 744535 h 893445"/>
                <a:gd name="connsiteX5" fmla="*/ 0 w 480060"/>
                <a:gd name="connsiteY5" fmla="*/ 148910 h 893445"/>
                <a:gd name="connsiteX6" fmla="*/ 148910 w 480060"/>
                <a:gd name="connsiteY6" fmla="*/ 0 h 893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0060" h="893445">
                  <a:moveTo>
                    <a:pt x="148910" y="0"/>
                  </a:moveTo>
                  <a:lnTo>
                    <a:pt x="480060" y="0"/>
                  </a:lnTo>
                  <a:lnTo>
                    <a:pt x="480060" y="893445"/>
                  </a:lnTo>
                  <a:lnTo>
                    <a:pt x="148910" y="893445"/>
                  </a:lnTo>
                  <a:cubicBezTo>
                    <a:pt x="66669" y="893445"/>
                    <a:pt x="0" y="826776"/>
                    <a:pt x="0" y="744535"/>
                  </a:cubicBezTo>
                  <a:lnTo>
                    <a:pt x="0" y="148910"/>
                  </a:lnTo>
                  <a:cubicBezTo>
                    <a:pt x="0" y="66669"/>
                    <a:pt x="66669" y="0"/>
                    <a:pt x="148910" y="0"/>
                  </a:cubicBezTo>
                  <a:close/>
                </a:path>
              </a:pathLst>
            </a:custGeom>
            <a:solidFill>
              <a:schemeClr val="accent1">
                <a:lumMod val="40000"/>
                <a:lumOff val="60000"/>
                <a:alpha val="13000"/>
              </a:scheme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5" name="矩形: 圆角 4"/>
            <p:cNvSpPr/>
            <p:nvPr>
              <p:custDataLst>
                <p:tags r:id="rId5"/>
              </p:custDataLst>
            </p:nvPr>
          </p:nvSpPr>
          <p:spPr>
            <a:xfrm>
              <a:off x="10710545" y="5814060"/>
              <a:ext cx="727710" cy="727710"/>
            </a:xfrm>
            <a:prstGeom prst="roundRect">
              <a:avLst/>
            </a:prstGeom>
            <a:solidFill>
              <a:schemeClr val="accent3">
                <a:lumMod val="20000"/>
                <a:lumOff val="80000"/>
              </a:schemeClr>
            </a:solidFill>
            <a:ln w="15875">
              <a:solidFill>
                <a:schemeClr val="bg1">
                  <a:alpha val="37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任意多边形: 形状 10"/>
            <p:cNvSpPr/>
            <p:nvPr>
              <p:custDataLst>
                <p:tags r:id="rId6"/>
              </p:custDataLst>
            </p:nvPr>
          </p:nvSpPr>
          <p:spPr>
            <a:xfrm>
              <a:off x="11438255" y="3736340"/>
              <a:ext cx="753745" cy="1784985"/>
            </a:xfrm>
            <a:custGeom>
              <a:avLst/>
              <a:gdLst>
                <a:gd name="connsiteX0" fmla="*/ 297503 w 753745"/>
                <a:gd name="connsiteY0" fmla="*/ 0 h 1784985"/>
                <a:gd name="connsiteX1" fmla="*/ 753745 w 753745"/>
                <a:gd name="connsiteY1" fmla="*/ 0 h 1784985"/>
                <a:gd name="connsiteX2" fmla="*/ 753745 w 753745"/>
                <a:gd name="connsiteY2" fmla="*/ 1784985 h 1784985"/>
                <a:gd name="connsiteX3" fmla="*/ 297503 w 753745"/>
                <a:gd name="connsiteY3" fmla="*/ 1784985 h 1784985"/>
                <a:gd name="connsiteX4" fmla="*/ 0 w 753745"/>
                <a:gd name="connsiteY4" fmla="*/ 1487482 h 1784985"/>
                <a:gd name="connsiteX5" fmla="*/ 0 w 753745"/>
                <a:gd name="connsiteY5" fmla="*/ 297503 h 1784985"/>
                <a:gd name="connsiteX6" fmla="*/ 297503 w 753745"/>
                <a:gd name="connsiteY6" fmla="*/ 0 h 1784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53745" h="1784985">
                  <a:moveTo>
                    <a:pt x="297503" y="0"/>
                  </a:moveTo>
                  <a:lnTo>
                    <a:pt x="753745" y="0"/>
                  </a:lnTo>
                  <a:lnTo>
                    <a:pt x="753745" y="1784985"/>
                  </a:lnTo>
                  <a:lnTo>
                    <a:pt x="297503" y="1784985"/>
                  </a:lnTo>
                  <a:cubicBezTo>
                    <a:pt x="133197" y="1784985"/>
                    <a:pt x="0" y="1651788"/>
                    <a:pt x="0" y="1487482"/>
                  </a:cubicBezTo>
                  <a:lnTo>
                    <a:pt x="0" y="297503"/>
                  </a:lnTo>
                  <a:cubicBezTo>
                    <a:pt x="0" y="133197"/>
                    <a:pt x="133197" y="0"/>
                    <a:pt x="297503" y="0"/>
                  </a:cubicBezTo>
                  <a:close/>
                </a:path>
              </a:pathLst>
            </a:custGeom>
            <a:solidFill>
              <a:schemeClr val="accent3">
                <a:lumMod val="20000"/>
                <a:lumOff val="80000"/>
              </a:scheme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2" name="任意多边形: 形状 11"/>
            <p:cNvSpPr/>
            <p:nvPr>
              <p:custDataLst>
                <p:tags r:id="rId7"/>
              </p:custDataLst>
            </p:nvPr>
          </p:nvSpPr>
          <p:spPr>
            <a:xfrm>
              <a:off x="11002010" y="6117590"/>
              <a:ext cx="1199515" cy="740410"/>
            </a:xfrm>
            <a:custGeom>
              <a:avLst/>
              <a:gdLst>
                <a:gd name="connsiteX0" fmla="*/ 297503 w 1199515"/>
                <a:gd name="connsiteY0" fmla="*/ 0 h 740410"/>
                <a:gd name="connsiteX1" fmla="*/ 1199515 w 1199515"/>
                <a:gd name="connsiteY1" fmla="*/ 0 h 740410"/>
                <a:gd name="connsiteX2" fmla="*/ 1199515 w 1199515"/>
                <a:gd name="connsiteY2" fmla="*/ 740410 h 740410"/>
                <a:gd name="connsiteX3" fmla="*/ 0 w 1199515"/>
                <a:gd name="connsiteY3" fmla="*/ 740410 h 740410"/>
                <a:gd name="connsiteX4" fmla="*/ 0 w 1199515"/>
                <a:gd name="connsiteY4" fmla="*/ 297503 h 740410"/>
                <a:gd name="connsiteX5" fmla="*/ 297503 w 1199515"/>
                <a:gd name="connsiteY5" fmla="*/ 0 h 7404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9515" h="740410">
                  <a:moveTo>
                    <a:pt x="297503" y="0"/>
                  </a:moveTo>
                  <a:lnTo>
                    <a:pt x="1199515" y="0"/>
                  </a:lnTo>
                  <a:lnTo>
                    <a:pt x="1199515" y="740410"/>
                  </a:lnTo>
                  <a:lnTo>
                    <a:pt x="0" y="740410"/>
                  </a:lnTo>
                  <a:lnTo>
                    <a:pt x="0" y="297503"/>
                  </a:lnTo>
                  <a:cubicBezTo>
                    <a:pt x="0" y="133197"/>
                    <a:pt x="133197" y="0"/>
                    <a:pt x="297503" y="0"/>
                  </a:cubicBezTo>
                  <a:close/>
                </a:path>
              </a:pathLst>
            </a:custGeom>
            <a:solidFill>
              <a:schemeClr val="accent1">
                <a:lumMod val="40000"/>
                <a:lumOff val="60000"/>
                <a:alpha val="17000"/>
              </a:scheme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3" name="任意多边形: 形状 12"/>
            <p:cNvSpPr/>
            <p:nvPr>
              <p:custDataLst>
                <p:tags r:id="rId8"/>
              </p:custDataLst>
            </p:nvPr>
          </p:nvSpPr>
          <p:spPr>
            <a:xfrm>
              <a:off x="9615170" y="6396990"/>
              <a:ext cx="893445" cy="461010"/>
            </a:xfrm>
            <a:custGeom>
              <a:avLst/>
              <a:gdLst>
                <a:gd name="connsiteX0" fmla="*/ 148910 w 893445"/>
                <a:gd name="connsiteY0" fmla="*/ 0 h 461010"/>
                <a:gd name="connsiteX1" fmla="*/ 744535 w 893445"/>
                <a:gd name="connsiteY1" fmla="*/ 0 h 461010"/>
                <a:gd name="connsiteX2" fmla="*/ 893445 w 893445"/>
                <a:gd name="connsiteY2" fmla="*/ 148910 h 461010"/>
                <a:gd name="connsiteX3" fmla="*/ 893445 w 893445"/>
                <a:gd name="connsiteY3" fmla="*/ 461010 h 461010"/>
                <a:gd name="connsiteX4" fmla="*/ 0 w 893445"/>
                <a:gd name="connsiteY4" fmla="*/ 461010 h 461010"/>
                <a:gd name="connsiteX5" fmla="*/ 0 w 893445"/>
                <a:gd name="connsiteY5" fmla="*/ 148910 h 461010"/>
                <a:gd name="connsiteX6" fmla="*/ 148910 w 893445"/>
                <a:gd name="connsiteY6" fmla="*/ 0 h 461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3445" h="461010">
                  <a:moveTo>
                    <a:pt x="148910" y="0"/>
                  </a:moveTo>
                  <a:lnTo>
                    <a:pt x="744535" y="0"/>
                  </a:lnTo>
                  <a:cubicBezTo>
                    <a:pt x="826776" y="0"/>
                    <a:pt x="893445" y="66669"/>
                    <a:pt x="893445" y="148910"/>
                  </a:cubicBezTo>
                  <a:lnTo>
                    <a:pt x="893445" y="461010"/>
                  </a:lnTo>
                  <a:lnTo>
                    <a:pt x="0" y="461010"/>
                  </a:lnTo>
                  <a:lnTo>
                    <a:pt x="0" y="148910"/>
                  </a:lnTo>
                  <a:cubicBezTo>
                    <a:pt x="0" y="66669"/>
                    <a:pt x="66669" y="0"/>
                    <a:pt x="148910" y="0"/>
                  </a:cubicBezTo>
                  <a:close/>
                </a:path>
              </a:pathLst>
            </a:custGeom>
            <a:solidFill>
              <a:schemeClr val="accent3">
                <a:lumMod val="20000"/>
                <a:lumOff val="80000"/>
              </a:scheme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sp>
        <p:nvSpPr>
          <p:cNvPr id="2" name="标题 1"/>
          <p:cNvSpPr>
            <a:spLocks noGrp="1"/>
          </p:cNvSpPr>
          <p:nvPr>
            <p:ph type="title" hasCustomPrompt="1"/>
            <p:custDataLst>
              <p:tags r:id="rId9"/>
            </p:custDataLst>
          </p:nvPr>
        </p:nvSpPr>
        <p:spPr>
          <a:xfrm>
            <a:off x="1281600" y="1249200"/>
            <a:ext cx="9626400" cy="723600"/>
          </a:xfrm>
        </p:spPr>
        <p:txBody>
          <a:bodyPr anchor="ctr"/>
          <a:lstStyle>
            <a:lvl1pPr>
              <a:defRPr sz="3200" baseline="0">
                <a:solidFill>
                  <a:schemeClr val="tx1"/>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7" name="内容占位符 6"/>
          <p:cNvSpPr>
            <a:spLocks noGrp="1"/>
          </p:cNvSpPr>
          <p:nvPr>
            <p:ph sz="quarter" idx="13"/>
            <p:custDataLst>
              <p:tags r:id="rId10"/>
            </p:custDataLst>
          </p:nvPr>
        </p:nvSpPr>
        <p:spPr>
          <a:xfrm>
            <a:off x="1281113" y="2163600"/>
            <a:ext cx="9626600" cy="3445200"/>
          </a:xfrm>
        </p:spPr>
        <p:txBody>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6" name="日期占位符 5"/>
          <p:cNvSpPr>
            <a:spLocks noGrp="1"/>
          </p:cNvSpPr>
          <p:nvPr>
            <p:ph type="dt" sz="half" idx="14"/>
            <p:custDataLst>
              <p:tags r:id="rId11"/>
            </p:custDataLst>
          </p:nvPr>
        </p:nvSpPr>
        <p:spPr/>
        <p:txBody>
          <a:bodyPr/>
          <a:lstStyle/>
          <a:p>
            <a:fld id="{760FBDFE-C587-4B4C-A407-44438C67B59E}" type="datetimeFigureOut">
              <a:rPr lang="zh-CN" altLang="en-US" smtClean="0"/>
            </a:fld>
            <a:endParaRPr lang="zh-CN" altLang="en-US"/>
          </a:p>
        </p:txBody>
      </p:sp>
      <p:sp>
        <p:nvSpPr>
          <p:cNvPr id="9" name="页脚占位符 8"/>
          <p:cNvSpPr>
            <a:spLocks noGrp="1"/>
          </p:cNvSpPr>
          <p:nvPr>
            <p:ph type="ftr" sz="quarter" idx="15"/>
            <p:custDataLst>
              <p:tags r:id="rId12"/>
            </p:custDataLst>
          </p:nvPr>
        </p:nvSpPr>
        <p:spPr/>
        <p:txBody>
          <a:bodyPr/>
          <a:lstStyle/>
          <a:p>
            <a:endParaRPr lang="zh-CN" altLang="en-US" dirty="0"/>
          </a:p>
        </p:txBody>
      </p:sp>
      <p:sp>
        <p:nvSpPr>
          <p:cNvPr id="10" name="灯片编号占位符 9"/>
          <p:cNvSpPr>
            <a:spLocks noGrp="1"/>
          </p:cNvSpPr>
          <p:nvPr>
            <p:ph type="sldNum" sz="quarter" idx="16"/>
            <p:custDataLst>
              <p:tags r:id="rId13"/>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左右">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0" y="0"/>
            <a:ext cx="4823460" cy="6866255"/>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ym typeface="+mn-ea"/>
            </a:endParaRPr>
          </a:p>
        </p:txBody>
      </p:sp>
      <p:grpSp>
        <p:nvGrpSpPr>
          <p:cNvPr id="3" name="组合 2"/>
          <p:cNvGrpSpPr/>
          <p:nvPr userDrawn="1">
            <p:custDataLst>
              <p:tags r:id="rId3"/>
            </p:custDataLst>
          </p:nvPr>
        </p:nvGrpSpPr>
        <p:grpSpPr>
          <a:xfrm>
            <a:off x="10507369" y="4813200"/>
            <a:ext cx="1694156" cy="2044800"/>
            <a:chOff x="9615170" y="3736340"/>
            <a:chExt cx="2586355" cy="3121660"/>
          </a:xfrm>
        </p:grpSpPr>
        <p:sp>
          <p:nvSpPr>
            <p:cNvPr id="4" name="任意多边形: 形状 3"/>
            <p:cNvSpPr/>
            <p:nvPr>
              <p:custDataLst>
                <p:tags r:id="rId4"/>
              </p:custDataLst>
            </p:nvPr>
          </p:nvSpPr>
          <p:spPr>
            <a:xfrm>
              <a:off x="11711940" y="4954270"/>
              <a:ext cx="480060" cy="893445"/>
            </a:xfrm>
            <a:custGeom>
              <a:avLst/>
              <a:gdLst>
                <a:gd name="connsiteX0" fmla="*/ 148910 w 480060"/>
                <a:gd name="connsiteY0" fmla="*/ 0 h 893445"/>
                <a:gd name="connsiteX1" fmla="*/ 480060 w 480060"/>
                <a:gd name="connsiteY1" fmla="*/ 0 h 893445"/>
                <a:gd name="connsiteX2" fmla="*/ 480060 w 480060"/>
                <a:gd name="connsiteY2" fmla="*/ 893445 h 893445"/>
                <a:gd name="connsiteX3" fmla="*/ 148910 w 480060"/>
                <a:gd name="connsiteY3" fmla="*/ 893445 h 893445"/>
                <a:gd name="connsiteX4" fmla="*/ 0 w 480060"/>
                <a:gd name="connsiteY4" fmla="*/ 744535 h 893445"/>
                <a:gd name="connsiteX5" fmla="*/ 0 w 480060"/>
                <a:gd name="connsiteY5" fmla="*/ 148910 h 893445"/>
                <a:gd name="connsiteX6" fmla="*/ 148910 w 480060"/>
                <a:gd name="connsiteY6" fmla="*/ 0 h 893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0060" h="893445">
                  <a:moveTo>
                    <a:pt x="148910" y="0"/>
                  </a:moveTo>
                  <a:lnTo>
                    <a:pt x="480060" y="0"/>
                  </a:lnTo>
                  <a:lnTo>
                    <a:pt x="480060" y="893445"/>
                  </a:lnTo>
                  <a:lnTo>
                    <a:pt x="148910" y="893445"/>
                  </a:lnTo>
                  <a:cubicBezTo>
                    <a:pt x="66669" y="893445"/>
                    <a:pt x="0" y="826776"/>
                    <a:pt x="0" y="744535"/>
                  </a:cubicBezTo>
                  <a:lnTo>
                    <a:pt x="0" y="148910"/>
                  </a:lnTo>
                  <a:cubicBezTo>
                    <a:pt x="0" y="66669"/>
                    <a:pt x="66669" y="0"/>
                    <a:pt x="148910" y="0"/>
                  </a:cubicBezTo>
                  <a:close/>
                </a:path>
              </a:pathLst>
            </a:custGeom>
            <a:solidFill>
              <a:schemeClr val="accent1">
                <a:lumMod val="40000"/>
                <a:lumOff val="60000"/>
                <a:alpha val="13000"/>
              </a:scheme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5" name="矩形: 圆角 4"/>
            <p:cNvSpPr/>
            <p:nvPr>
              <p:custDataLst>
                <p:tags r:id="rId5"/>
              </p:custDataLst>
            </p:nvPr>
          </p:nvSpPr>
          <p:spPr>
            <a:xfrm>
              <a:off x="10710545" y="5814060"/>
              <a:ext cx="727710" cy="727710"/>
            </a:xfrm>
            <a:prstGeom prst="roundRect">
              <a:avLst/>
            </a:prstGeom>
            <a:solidFill>
              <a:schemeClr val="accent3">
                <a:lumMod val="20000"/>
                <a:lumOff val="80000"/>
              </a:schemeClr>
            </a:solidFill>
            <a:ln w="15875">
              <a:solidFill>
                <a:schemeClr val="bg1">
                  <a:alpha val="37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任意多边形: 形状 11"/>
            <p:cNvSpPr/>
            <p:nvPr>
              <p:custDataLst>
                <p:tags r:id="rId6"/>
              </p:custDataLst>
            </p:nvPr>
          </p:nvSpPr>
          <p:spPr>
            <a:xfrm>
              <a:off x="11438255" y="3736340"/>
              <a:ext cx="753745" cy="1784985"/>
            </a:xfrm>
            <a:custGeom>
              <a:avLst/>
              <a:gdLst>
                <a:gd name="connsiteX0" fmla="*/ 297503 w 753745"/>
                <a:gd name="connsiteY0" fmla="*/ 0 h 1784985"/>
                <a:gd name="connsiteX1" fmla="*/ 753745 w 753745"/>
                <a:gd name="connsiteY1" fmla="*/ 0 h 1784985"/>
                <a:gd name="connsiteX2" fmla="*/ 753745 w 753745"/>
                <a:gd name="connsiteY2" fmla="*/ 1784985 h 1784985"/>
                <a:gd name="connsiteX3" fmla="*/ 297503 w 753745"/>
                <a:gd name="connsiteY3" fmla="*/ 1784985 h 1784985"/>
                <a:gd name="connsiteX4" fmla="*/ 0 w 753745"/>
                <a:gd name="connsiteY4" fmla="*/ 1487482 h 1784985"/>
                <a:gd name="connsiteX5" fmla="*/ 0 w 753745"/>
                <a:gd name="connsiteY5" fmla="*/ 297503 h 1784985"/>
                <a:gd name="connsiteX6" fmla="*/ 297503 w 753745"/>
                <a:gd name="connsiteY6" fmla="*/ 0 h 1784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53745" h="1784985">
                  <a:moveTo>
                    <a:pt x="297503" y="0"/>
                  </a:moveTo>
                  <a:lnTo>
                    <a:pt x="753745" y="0"/>
                  </a:lnTo>
                  <a:lnTo>
                    <a:pt x="753745" y="1784985"/>
                  </a:lnTo>
                  <a:lnTo>
                    <a:pt x="297503" y="1784985"/>
                  </a:lnTo>
                  <a:cubicBezTo>
                    <a:pt x="133197" y="1784985"/>
                    <a:pt x="0" y="1651788"/>
                    <a:pt x="0" y="1487482"/>
                  </a:cubicBezTo>
                  <a:lnTo>
                    <a:pt x="0" y="297503"/>
                  </a:lnTo>
                  <a:cubicBezTo>
                    <a:pt x="0" y="133197"/>
                    <a:pt x="133197" y="0"/>
                    <a:pt x="297503" y="0"/>
                  </a:cubicBezTo>
                  <a:close/>
                </a:path>
              </a:pathLst>
            </a:custGeom>
            <a:solidFill>
              <a:schemeClr val="accent3">
                <a:lumMod val="20000"/>
                <a:lumOff val="80000"/>
              </a:scheme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3" name="任意多边形: 形状 12"/>
            <p:cNvSpPr/>
            <p:nvPr>
              <p:custDataLst>
                <p:tags r:id="rId7"/>
              </p:custDataLst>
            </p:nvPr>
          </p:nvSpPr>
          <p:spPr>
            <a:xfrm>
              <a:off x="11002010" y="6117590"/>
              <a:ext cx="1199515" cy="740410"/>
            </a:xfrm>
            <a:custGeom>
              <a:avLst/>
              <a:gdLst>
                <a:gd name="connsiteX0" fmla="*/ 297503 w 1199515"/>
                <a:gd name="connsiteY0" fmla="*/ 0 h 740410"/>
                <a:gd name="connsiteX1" fmla="*/ 1199515 w 1199515"/>
                <a:gd name="connsiteY1" fmla="*/ 0 h 740410"/>
                <a:gd name="connsiteX2" fmla="*/ 1199515 w 1199515"/>
                <a:gd name="connsiteY2" fmla="*/ 740410 h 740410"/>
                <a:gd name="connsiteX3" fmla="*/ 0 w 1199515"/>
                <a:gd name="connsiteY3" fmla="*/ 740410 h 740410"/>
                <a:gd name="connsiteX4" fmla="*/ 0 w 1199515"/>
                <a:gd name="connsiteY4" fmla="*/ 297503 h 740410"/>
                <a:gd name="connsiteX5" fmla="*/ 297503 w 1199515"/>
                <a:gd name="connsiteY5" fmla="*/ 0 h 7404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9515" h="740410">
                  <a:moveTo>
                    <a:pt x="297503" y="0"/>
                  </a:moveTo>
                  <a:lnTo>
                    <a:pt x="1199515" y="0"/>
                  </a:lnTo>
                  <a:lnTo>
                    <a:pt x="1199515" y="740410"/>
                  </a:lnTo>
                  <a:lnTo>
                    <a:pt x="0" y="740410"/>
                  </a:lnTo>
                  <a:lnTo>
                    <a:pt x="0" y="297503"/>
                  </a:lnTo>
                  <a:cubicBezTo>
                    <a:pt x="0" y="133197"/>
                    <a:pt x="133197" y="0"/>
                    <a:pt x="297503" y="0"/>
                  </a:cubicBezTo>
                  <a:close/>
                </a:path>
              </a:pathLst>
            </a:custGeom>
            <a:solidFill>
              <a:schemeClr val="accent1">
                <a:lumMod val="40000"/>
                <a:lumOff val="60000"/>
                <a:alpha val="17000"/>
              </a:scheme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4" name="任意多边形: 形状 13"/>
            <p:cNvSpPr/>
            <p:nvPr>
              <p:custDataLst>
                <p:tags r:id="rId8"/>
              </p:custDataLst>
            </p:nvPr>
          </p:nvSpPr>
          <p:spPr>
            <a:xfrm>
              <a:off x="9615170" y="6396990"/>
              <a:ext cx="893445" cy="461010"/>
            </a:xfrm>
            <a:custGeom>
              <a:avLst/>
              <a:gdLst>
                <a:gd name="connsiteX0" fmla="*/ 148910 w 893445"/>
                <a:gd name="connsiteY0" fmla="*/ 0 h 461010"/>
                <a:gd name="connsiteX1" fmla="*/ 744535 w 893445"/>
                <a:gd name="connsiteY1" fmla="*/ 0 h 461010"/>
                <a:gd name="connsiteX2" fmla="*/ 893445 w 893445"/>
                <a:gd name="connsiteY2" fmla="*/ 148910 h 461010"/>
                <a:gd name="connsiteX3" fmla="*/ 893445 w 893445"/>
                <a:gd name="connsiteY3" fmla="*/ 461010 h 461010"/>
                <a:gd name="connsiteX4" fmla="*/ 0 w 893445"/>
                <a:gd name="connsiteY4" fmla="*/ 461010 h 461010"/>
                <a:gd name="connsiteX5" fmla="*/ 0 w 893445"/>
                <a:gd name="connsiteY5" fmla="*/ 148910 h 461010"/>
                <a:gd name="connsiteX6" fmla="*/ 148910 w 893445"/>
                <a:gd name="connsiteY6" fmla="*/ 0 h 461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3445" h="461010">
                  <a:moveTo>
                    <a:pt x="148910" y="0"/>
                  </a:moveTo>
                  <a:lnTo>
                    <a:pt x="744535" y="0"/>
                  </a:lnTo>
                  <a:cubicBezTo>
                    <a:pt x="826776" y="0"/>
                    <a:pt x="893445" y="66669"/>
                    <a:pt x="893445" y="148910"/>
                  </a:cubicBezTo>
                  <a:lnTo>
                    <a:pt x="893445" y="461010"/>
                  </a:lnTo>
                  <a:lnTo>
                    <a:pt x="0" y="461010"/>
                  </a:lnTo>
                  <a:lnTo>
                    <a:pt x="0" y="148910"/>
                  </a:lnTo>
                  <a:cubicBezTo>
                    <a:pt x="0" y="66669"/>
                    <a:pt x="66669" y="0"/>
                    <a:pt x="148910" y="0"/>
                  </a:cubicBezTo>
                  <a:close/>
                </a:path>
              </a:pathLst>
            </a:custGeom>
            <a:solidFill>
              <a:schemeClr val="accent3">
                <a:lumMod val="20000"/>
                <a:lumOff val="80000"/>
              </a:scheme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sp>
        <p:nvSpPr>
          <p:cNvPr id="2" name="标题 1"/>
          <p:cNvSpPr>
            <a:spLocks noGrp="1"/>
          </p:cNvSpPr>
          <p:nvPr>
            <p:ph type="title" hasCustomPrompt="1"/>
            <p:custDataLst>
              <p:tags r:id="rId9"/>
            </p:custDataLst>
          </p:nvPr>
        </p:nvSpPr>
        <p:spPr>
          <a:xfrm>
            <a:off x="583200" y="770400"/>
            <a:ext cx="3960000" cy="882000"/>
          </a:xfrm>
        </p:spPr>
        <p:txBody>
          <a:bodyPr anchor="ctr"/>
          <a:lstStyle>
            <a:lvl1pPr>
              <a:defRPr sz="3600" baseline="0">
                <a:solidFill>
                  <a:schemeClr val="tx1"/>
                </a:solidFill>
                <a:latin typeface="Arial" panose="020B0604020202020204" pitchFamily="34" charset="0"/>
                <a:ea typeface="微软雅黑" panose="020B0503020204020204" charset="-122"/>
              </a:defRPr>
            </a:lvl1pPr>
          </a:lstStyle>
          <a:p>
            <a:r>
              <a:rPr lang="zh-CN" altLang="en-US" dirty="0"/>
              <a:t>单击编辑标题</a:t>
            </a:r>
            <a:endParaRPr lang="zh-CN" altLang="en-US" dirty="0"/>
          </a:p>
        </p:txBody>
      </p:sp>
      <p:sp>
        <p:nvSpPr>
          <p:cNvPr id="7" name="文本占位符 6"/>
          <p:cNvSpPr>
            <a:spLocks noGrp="1"/>
          </p:cNvSpPr>
          <p:nvPr>
            <p:ph type="body" sz="quarter" idx="13"/>
            <p:custDataLst>
              <p:tags r:id="rId10"/>
            </p:custDataLst>
          </p:nvPr>
        </p:nvSpPr>
        <p:spPr>
          <a:xfrm>
            <a:off x="586800" y="1764000"/>
            <a:ext cx="3956400" cy="4093200"/>
          </a:xfrm>
        </p:spPr>
        <p:txBody>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11"/>
            </p:custDataLst>
          </p:nvPr>
        </p:nvSpPr>
        <p:spPr>
          <a:xfrm>
            <a:off x="5101200" y="769938"/>
            <a:ext cx="6480000" cy="5087937"/>
          </a:xfrm>
        </p:spPr>
        <p:txBody>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6" name="日期占位符 5"/>
          <p:cNvSpPr>
            <a:spLocks noGrp="1"/>
          </p:cNvSpPr>
          <p:nvPr>
            <p:ph type="dt" sz="half" idx="15"/>
            <p:custDataLst>
              <p:tags r:id="rId12"/>
            </p:custDataLst>
          </p:nvPr>
        </p:nvSpPr>
        <p:spPr/>
        <p:txBody>
          <a:bodyPr/>
          <a:lstStyle/>
          <a:p>
            <a:fld id="{760FBDFE-C587-4B4C-A407-44438C67B59E}" type="datetimeFigureOut">
              <a:rPr lang="zh-CN" altLang="en-US" smtClean="0"/>
            </a:fld>
            <a:endParaRPr lang="zh-CN" altLang="en-US"/>
          </a:p>
        </p:txBody>
      </p:sp>
      <p:sp>
        <p:nvSpPr>
          <p:cNvPr id="10" name="页脚占位符 9"/>
          <p:cNvSpPr>
            <a:spLocks noGrp="1"/>
          </p:cNvSpPr>
          <p:nvPr>
            <p:ph type="ftr" sz="quarter" idx="16"/>
            <p:custDataLst>
              <p:tags r:id="rId13"/>
            </p:custDataLst>
          </p:nvPr>
        </p:nvSpPr>
        <p:spPr/>
        <p:txBody>
          <a:bodyPr/>
          <a:lstStyle/>
          <a:p>
            <a:endParaRPr lang="zh-CN" altLang="en-US" dirty="0"/>
          </a:p>
        </p:txBody>
      </p:sp>
      <p:sp>
        <p:nvSpPr>
          <p:cNvPr id="11" name="灯片编号占位符 10"/>
          <p:cNvSpPr>
            <a:spLocks noGrp="1"/>
          </p:cNvSpPr>
          <p:nvPr>
            <p:ph type="sldNum" sz="quarter" idx="17"/>
            <p:custDataLst>
              <p:tags r:id="rId14"/>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上下">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0"/>
            <a:ext cx="12192000" cy="26640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grpSp>
        <p:nvGrpSpPr>
          <p:cNvPr id="3" name="组合 2"/>
          <p:cNvGrpSpPr/>
          <p:nvPr userDrawn="1">
            <p:custDataLst>
              <p:tags r:id="rId3"/>
            </p:custDataLst>
          </p:nvPr>
        </p:nvGrpSpPr>
        <p:grpSpPr>
          <a:xfrm>
            <a:off x="10507369" y="4813200"/>
            <a:ext cx="1694156" cy="2044800"/>
            <a:chOff x="9615170" y="3736340"/>
            <a:chExt cx="2586355" cy="3121660"/>
          </a:xfrm>
        </p:grpSpPr>
        <p:sp>
          <p:nvSpPr>
            <p:cNvPr id="4" name="任意多边形: 形状 3"/>
            <p:cNvSpPr/>
            <p:nvPr>
              <p:custDataLst>
                <p:tags r:id="rId4"/>
              </p:custDataLst>
            </p:nvPr>
          </p:nvSpPr>
          <p:spPr>
            <a:xfrm>
              <a:off x="11711940" y="4954270"/>
              <a:ext cx="480060" cy="893445"/>
            </a:xfrm>
            <a:custGeom>
              <a:avLst/>
              <a:gdLst>
                <a:gd name="connsiteX0" fmla="*/ 148910 w 480060"/>
                <a:gd name="connsiteY0" fmla="*/ 0 h 893445"/>
                <a:gd name="connsiteX1" fmla="*/ 480060 w 480060"/>
                <a:gd name="connsiteY1" fmla="*/ 0 h 893445"/>
                <a:gd name="connsiteX2" fmla="*/ 480060 w 480060"/>
                <a:gd name="connsiteY2" fmla="*/ 893445 h 893445"/>
                <a:gd name="connsiteX3" fmla="*/ 148910 w 480060"/>
                <a:gd name="connsiteY3" fmla="*/ 893445 h 893445"/>
                <a:gd name="connsiteX4" fmla="*/ 0 w 480060"/>
                <a:gd name="connsiteY4" fmla="*/ 744535 h 893445"/>
                <a:gd name="connsiteX5" fmla="*/ 0 w 480060"/>
                <a:gd name="connsiteY5" fmla="*/ 148910 h 893445"/>
                <a:gd name="connsiteX6" fmla="*/ 148910 w 480060"/>
                <a:gd name="connsiteY6" fmla="*/ 0 h 893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0060" h="893445">
                  <a:moveTo>
                    <a:pt x="148910" y="0"/>
                  </a:moveTo>
                  <a:lnTo>
                    <a:pt x="480060" y="0"/>
                  </a:lnTo>
                  <a:lnTo>
                    <a:pt x="480060" y="893445"/>
                  </a:lnTo>
                  <a:lnTo>
                    <a:pt x="148910" y="893445"/>
                  </a:lnTo>
                  <a:cubicBezTo>
                    <a:pt x="66669" y="893445"/>
                    <a:pt x="0" y="826776"/>
                    <a:pt x="0" y="744535"/>
                  </a:cubicBezTo>
                  <a:lnTo>
                    <a:pt x="0" y="148910"/>
                  </a:lnTo>
                  <a:cubicBezTo>
                    <a:pt x="0" y="66669"/>
                    <a:pt x="66669" y="0"/>
                    <a:pt x="148910" y="0"/>
                  </a:cubicBezTo>
                  <a:close/>
                </a:path>
              </a:pathLst>
            </a:custGeom>
            <a:solidFill>
              <a:schemeClr val="accent1">
                <a:lumMod val="40000"/>
                <a:lumOff val="60000"/>
                <a:alpha val="13000"/>
              </a:scheme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5" name="矩形: 圆角 4"/>
            <p:cNvSpPr/>
            <p:nvPr>
              <p:custDataLst>
                <p:tags r:id="rId5"/>
              </p:custDataLst>
            </p:nvPr>
          </p:nvSpPr>
          <p:spPr>
            <a:xfrm>
              <a:off x="10710545" y="5814060"/>
              <a:ext cx="727710" cy="727710"/>
            </a:xfrm>
            <a:prstGeom prst="roundRect">
              <a:avLst/>
            </a:prstGeom>
            <a:solidFill>
              <a:schemeClr val="accent3">
                <a:lumMod val="20000"/>
                <a:lumOff val="80000"/>
              </a:schemeClr>
            </a:solidFill>
            <a:ln w="15875">
              <a:solidFill>
                <a:schemeClr val="bg1">
                  <a:alpha val="37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任意多边形: 形状 11"/>
            <p:cNvSpPr/>
            <p:nvPr>
              <p:custDataLst>
                <p:tags r:id="rId6"/>
              </p:custDataLst>
            </p:nvPr>
          </p:nvSpPr>
          <p:spPr>
            <a:xfrm>
              <a:off x="11438255" y="3736340"/>
              <a:ext cx="753745" cy="1784985"/>
            </a:xfrm>
            <a:custGeom>
              <a:avLst/>
              <a:gdLst>
                <a:gd name="connsiteX0" fmla="*/ 297503 w 753745"/>
                <a:gd name="connsiteY0" fmla="*/ 0 h 1784985"/>
                <a:gd name="connsiteX1" fmla="*/ 753745 w 753745"/>
                <a:gd name="connsiteY1" fmla="*/ 0 h 1784985"/>
                <a:gd name="connsiteX2" fmla="*/ 753745 w 753745"/>
                <a:gd name="connsiteY2" fmla="*/ 1784985 h 1784985"/>
                <a:gd name="connsiteX3" fmla="*/ 297503 w 753745"/>
                <a:gd name="connsiteY3" fmla="*/ 1784985 h 1784985"/>
                <a:gd name="connsiteX4" fmla="*/ 0 w 753745"/>
                <a:gd name="connsiteY4" fmla="*/ 1487482 h 1784985"/>
                <a:gd name="connsiteX5" fmla="*/ 0 w 753745"/>
                <a:gd name="connsiteY5" fmla="*/ 297503 h 1784985"/>
                <a:gd name="connsiteX6" fmla="*/ 297503 w 753745"/>
                <a:gd name="connsiteY6" fmla="*/ 0 h 1784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53745" h="1784985">
                  <a:moveTo>
                    <a:pt x="297503" y="0"/>
                  </a:moveTo>
                  <a:lnTo>
                    <a:pt x="753745" y="0"/>
                  </a:lnTo>
                  <a:lnTo>
                    <a:pt x="753745" y="1784985"/>
                  </a:lnTo>
                  <a:lnTo>
                    <a:pt x="297503" y="1784985"/>
                  </a:lnTo>
                  <a:cubicBezTo>
                    <a:pt x="133197" y="1784985"/>
                    <a:pt x="0" y="1651788"/>
                    <a:pt x="0" y="1487482"/>
                  </a:cubicBezTo>
                  <a:lnTo>
                    <a:pt x="0" y="297503"/>
                  </a:lnTo>
                  <a:cubicBezTo>
                    <a:pt x="0" y="133197"/>
                    <a:pt x="133197" y="0"/>
                    <a:pt x="297503" y="0"/>
                  </a:cubicBezTo>
                  <a:close/>
                </a:path>
              </a:pathLst>
            </a:custGeom>
            <a:solidFill>
              <a:schemeClr val="accent3">
                <a:lumMod val="20000"/>
                <a:lumOff val="80000"/>
              </a:scheme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3" name="任意多边形: 形状 12"/>
            <p:cNvSpPr/>
            <p:nvPr>
              <p:custDataLst>
                <p:tags r:id="rId7"/>
              </p:custDataLst>
            </p:nvPr>
          </p:nvSpPr>
          <p:spPr>
            <a:xfrm>
              <a:off x="11002010" y="6117590"/>
              <a:ext cx="1199515" cy="740410"/>
            </a:xfrm>
            <a:custGeom>
              <a:avLst/>
              <a:gdLst>
                <a:gd name="connsiteX0" fmla="*/ 297503 w 1199515"/>
                <a:gd name="connsiteY0" fmla="*/ 0 h 740410"/>
                <a:gd name="connsiteX1" fmla="*/ 1199515 w 1199515"/>
                <a:gd name="connsiteY1" fmla="*/ 0 h 740410"/>
                <a:gd name="connsiteX2" fmla="*/ 1199515 w 1199515"/>
                <a:gd name="connsiteY2" fmla="*/ 740410 h 740410"/>
                <a:gd name="connsiteX3" fmla="*/ 0 w 1199515"/>
                <a:gd name="connsiteY3" fmla="*/ 740410 h 740410"/>
                <a:gd name="connsiteX4" fmla="*/ 0 w 1199515"/>
                <a:gd name="connsiteY4" fmla="*/ 297503 h 740410"/>
                <a:gd name="connsiteX5" fmla="*/ 297503 w 1199515"/>
                <a:gd name="connsiteY5" fmla="*/ 0 h 7404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9515" h="740410">
                  <a:moveTo>
                    <a:pt x="297503" y="0"/>
                  </a:moveTo>
                  <a:lnTo>
                    <a:pt x="1199515" y="0"/>
                  </a:lnTo>
                  <a:lnTo>
                    <a:pt x="1199515" y="740410"/>
                  </a:lnTo>
                  <a:lnTo>
                    <a:pt x="0" y="740410"/>
                  </a:lnTo>
                  <a:lnTo>
                    <a:pt x="0" y="297503"/>
                  </a:lnTo>
                  <a:cubicBezTo>
                    <a:pt x="0" y="133197"/>
                    <a:pt x="133197" y="0"/>
                    <a:pt x="297503" y="0"/>
                  </a:cubicBezTo>
                  <a:close/>
                </a:path>
              </a:pathLst>
            </a:custGeom>
            <a:solidFill>
              <a:schemeClr val="accent1">
                <a:lumMod val="40000"/>
                <a:lumOff val="60000"/>
                <a:alpha val="17000"/>
              </a:scheme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4" name="任意多边形: 形状 13"/>
            <p:cNvSpPr/>
            <p:nvPr>
              <p:custDataLst>
                <p:tags r:id="rId8"/>
              </p:custDataLst>
            </p:nvPr>
          </p:nvSpPr>
          <p:spPr>
            <a:xfrm>
              <a:off x="9615170" y="6396990"/>
              <a:ext cx="893445" cy="461010"/>
            </a:xfrm>
            <a:custGeom>
              <a:avLst/>
              <a:gdLst>
                <a:gd name="connsiteX0" fmla="*/ 148910 w 893445"/>
                <a:gd name="connsiteY0" fmla="*/ 0 h 461010"/>
                <a:gd name="connsiteX1" fmla="*/ 744535 w 893445"/>
                <a:gd name="connsiteY1" fmla="*/ 0 h 461010"/>
                <a:gd name="connsiteX2" fmla="*/ 893445 w 893445"/>
                <a:gd name="connsiteY2" fmla="*/ 148910 h 461010"/>
                <a:gd name="connsiteX3" fmla="*/ 893445 w 893445"/>
                <a:gd name="connsiteY3" fmla="*/ 461010 h 461010"/>
                <a:gd name="connsiteX4" fmla="*/ 0 w 893445"/>
                <a:gd name="connsiteY4" fmla="*/ 461010 h 461010"/>
                <a:gd name="connsiteX5" fmla="*/ 0 w 893445"/>
                <a:gd name="connsiteY5" fmla="*/ 148910 h 461010"/>
                <a:gd name="connsiteX6" fmla="*/ 148910 w 893445"/>
                <a:gd name="connsiteY6" fmla="*/ 0 h 461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3445" h="461010">
                  <a:moveTo>
                    <a:pt x="148910" y="0"/>
                  </a:moveTo>
                  <a:lnTo>
                    <a:pt x="744535" y="0"/>
                  </a:lnTo>
                  <a:cubicBezTo>
                    <a:pt x="826776" y="0"/>
                    <a:pt x="893445" y="66669"/>
                    <a:pt x="893445" y="148910"/>
                  </a:cubicBezTo>
                  <a:lnTo>
                    <a:pt x="893445" y="461010"/>
                  </a:lnTo>
                  <a:lnTo>
                    <a:pt x="0" y="461010"/>
                  </a:lnTo>
                  <a:lnTo>
                    <a:pt x="0" y="148910"/>
                  </a:lnTo>
                  <a:cubicBezTo>
                    <a:pt x="0" y="66669"/>
                    <a:pt x="66669" y="0"/>
                    <a:pt x="148910" y="0"/>
                  </a:cubicBezTo>
                  <a:close/>
                </a:path>
              </a:pathLst>
            </a:custGeom>
            <a:solidFill>
              <a:schemeClr val="accent3">
                <a:lumMod val="20000"/>
                <a:lumOff val="80000"/>
              </a:scheme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grpSp>
        <p:nvGrpSpPr>
          <p:cNvPr id="15" name="组合 14"/>
          <p:cNvGrpSpPr/>
          <p:nvPr userDrawn="1">
            <p:custDataLst>
              <p:tags r:id="rId9"/>
            </p:custDataLst>
          </p:nvPr>
        </p:nvGrpSpPr>
        <p:grpSpPr>
          <a:xfrm>
            <a:off x="0" y="5599612"/>
            <a:ext cx="1483360" cy="1258387"/>
            <a:chOff x="0" y="5110480"/>
            <a:chExt cx="2059940" cy="1747520"/>
          </a:xfrm>
        </p:grpSpPr>
        <p:sp>
          <p:nvSpPr>
            <p:cNvPr id="16" name="矩形: 圆角 15"/>
            <p:cNvSpPr/>
            <p:nvPr>
              <p:custDataLst>
                <p:tags r:id="rId10"/>
              </p:custDataLst>
            </p:nvPr>
          </p:nvSpPr>
          <p:spPr>
            <a:xfrm>
              <a:off x="0" y="6012815"/>
              <a:ext cx="670560" cy="670560"/>
            </a:xfrm>
            <a:prstGeom prst="roundRect">
              <a:avLst/>
            </a:prstGeom>
            <a:solidFill>
              <a:schemeClr val="accent3">
                <a:lumMod val="20000"/>
                <a:lumOff val="80000"/>
              </a:scheme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任意多边形: 形状 16"/>
            <p:cNvSpPr/>
            <p:nvPr>
              <p:custDataLst>
                <p:tags r:id="rId11"/>
              </p:custDataLst>
            </p:nvPr>
          </p:nvSpPr>
          <p:spPr>
            <a:xfrm>
              <a:off x="0" y="5110480"/>
              <a:ext cx="314960" cy="1339215"/>
            </a:xfrm>
            <a:custGeom>
              <a:avLst/>
              <a:gdLst>
                <a:gd name="connsiteX0" fmla="*/ 0 w 314960"/>
                <a:gd name="connsiteY0" fmla="*/ 0 h 1339215"/>
                <a:gd name="connsiteX1" fmla="*/ 91753 w 314960"/>
                <a:gd name="connsiteY1" fmla="*/ 0 h 1339215"/>
                <a:gd name="connsiteX2" fmla="*/ 314960 w 314960"/>
                <a:gd name="connsiteY2" fmla="*/ 223207 h 1339215"/>
                <a:gd name="connsiteX3" fmla="*/ 314960 w 314960"/>
                <a:gd name="connsiteY3" fmla="*/ 1116008 h 1339215"/>
                <a:gd name="connsiteX4" fmla="*/ 91753 w 314960"/>
                <a:gd name="connsiteY4" fmla="*/ 1339215 h 1339215"/>
                <a:gd name="connsiteX5" fmla="*/ 0 w 314960"/>
                <a:gd name="connsiteY5" fmla="*/ 1339215 h 1339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4960" h="1339215">
                  <a:moveTo>
                    <a:pt x="0" y="0"/>
                  </a:moveTo>
                  <a:lnTo>
                    <a:pt x="91753" y="0"/>
                  </a:lnTo>
                  <a:cubicBezTo>
                    <a:pt x="215027" y="0"/>
                    <a:pt x="314960" y="99933"/>
                    <a:pt x="314960" y="223207"/>
                  </a:cubicBezTo>
                  <a:lnTo>
                    <a:pt x="314960" y="1116008"/>
                  </a:lnTo>
                  <a:cubicBezTo>
                    <a:pt x="314960" y="1239282"/>
                    <a:pt x="215027" y="1339215"/>
                    <a:pt x="91753" y="1339215"/>
                  </a:cubicBezTo>
                  <a:lnTo>
                    <a:pt x="0" y="1339215"/>
                  </a:lnTo>
                  <a:close/>
                </a:path>
              </a:pathLst>
            </a:custGeom>
            <a:solidFill>
              <a:schemeClr val="accent2">
                <a:lumMod val="20000"/>
                <a:lumOff val="80000"/>
              </a:scheme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8" name="任意多边形: 形状 17"/>
            <p:cNvSpPr/>
            <p:nvPr>
              <p:custDataLst>
                <p:tags r:id="rId12"/>
              </p:custDataLst>
            </p:nvPr>
          </p:nvSpPr>
          <p:spPr>
            <a:xfrm>
              <a:off x="940435" y="6435090"/>
              <a:ext cx="813435" cy="422910"/>
            </a:xfrm>
            <a:custGeom>
              <a:avLst/>
              <a:gdLst>
                <a:gd name="connsiteX0" fmla="*/ 135575 w 813435"/>
                <a:gd name="connsiteY0" fmla="*/ 0 h 422910"/>
                <a:gd name="connsiteX1" fmla="*/ 677860 w 813435"/>
                <a:gd name="connsiteY1" fmla="*/ 0 h 422910"/>
                <a:gd name="connsiteX2" fmla="*/ 813435 w 813435"/>
                <a:gd name="connsiteY2" fmla="*/ 135575 h 422910"/>
                <a:gd name="connsiteX3" fmla="*/ 813435 w 813435"/>
                <a:gd name="connsiteY3" fmla="*/ 422910 h 422910"/>
                <a:gd name="connsiteX4" fmla="*/ 0 w 813435"/>
                <a:gd name="connsiteY4" fmla="*/ 422910 h 422910"/>
                <a:gd name="connsiteX5" fmla="*/ 0 w 813435"/>
                <a:gd name="connsiteY5" fmla="*/ 135575 h 422910"/>
                <a:gd name="connsiteX6" fmla="*/ 135575 w 813435"/>
                <a:gd name="connsiteY6" fmla="*/ 0 h 422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3435" h="422910">
                  <a:moveTo>
                    <a:pt x="135575" y="0"/>
                  </a:moveTo>
                  <a:lnTo>
                    <a:pt x="677860" y="0"/>
                  </a:lnTo>
                  <a:cubicBezTo>
                    <a:pt x="752736" y="0"/>
                    <a:pt x="813435" y="60699"/>
                    <a:pt x="813435" y="135575"/>
                  </a:cubicBezTo>
                  <a:lnTo>
                    <a:pt x="813435" y="422910"/>
                  </a:lnTo>
                  <a:lnTo>
                    <a:pt x="0" y="422910"/>
                  </a:lnTo>
                  <a:lnTo>
                    <a:pt x="0" y="135575"/>
                  </a:lnTo>
                  <a:cubicBezTo>
                    <a:pt x="0" y="60699"/>
                    <a:pt x="60699" y="0"/>
                    <a:pt x="135575" y="0"/>
                  </a:cubicBezTo>
                  <a:close/>
                </a:path>
              </a:pathLst>
            </a:custGeom>
            <a:solidFill>
              <a:schemeClr val="accent2">
                <a:lumMod val="20000"/>
                <a:lumOff val="80000"/>
              </a:schemeClr>
            </a:solidFill>
            <a:ln w="15875">
              <a:solidFill>
                <a:schemeClr val="bg1">
                  <a:alpha val="36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9" name="矩形: 圆角 18"/>
            <p:cNvSpPr/>
            <p:nvPr>
              <p:custDataLst>
                <p:tags r:id="rId13"/>
              </p:custDataLst>
            </p:nvPr>
          </p:nvSpPr>
          <p:spPr>
            <a:xfrm>
              <a:off x="1400810" y="6024245"/>
              <a:ext cx="659130" cy="659130"/>
            </a:xfrm>
            <a:prstGeom prst="roundRect">
              <a:avLst/>
            </a:prstGeom>
            <a:solidFill>
              <a:schemeClr val="accent3">
                <a:lumMod val="20000"/>
                <a:lumOff val="80000"/>
              </a:schemeClr>
            </a:solidFill>
            <a:ln w="15875">
              <a:solidFill>
                <a:schemeClr val="bg1">
                  <a:alpha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圆角 19"/>
            <p:cNvSpPr/>
            <p:nvPr>
              <p:custDataLst>
                <p:tags r:id="rId14"/>
              </p:custDataLst>
            </p:nvPr>
          </p:nvSpPr>
          <p:spPr>
            <a:xfrm>
              <a:off x="796290" y="5449570"/>
              <a:ext cx="402590" cy="402590"/>
            </a:xfrm>
            <a:prstGeom prst="roundRect">
              <a:avLst/>
            </a:prstGeom>
            <a:solidFill>
              <a:schemeClr val="accent3">
                <a:lumMod val="20000"/>
                <a:lumOff val="80000"/>
              </a:schemeClr>
            </a:solidFill>
            <a:ln w="15875">
              <a:solidFill>
                <a:schemeClr val="bg1">
                  <a:alpha val="36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p:ph type="title"/>
            <p:custDataLst>
              <p:tags r:id="rId15"/>
            </p:custDataLst>
          </p:nvPr>
        </p:nvSpPr>
        <p:spPr>
          <a:xfrm>
            <a:off x="612000" y="781200"/>
            <a:ext cx="10976400" cy="626400"/>
          </a:xfrm>
        </p:spPr>
        <p:txBody>
          <a:bodyPr anchor="ctr"/>
          <a:lstStyle>
            <a:lvl1pPr algn="ctr">
              <a:defRPr sz="3600" baseline="0">
                <a:solidFill>
                  <a:schemeClr val="tx1"/>
                </a:solidFill>
                <a:latin typeface="Arial" panose="020B0604020202020204" pitchFamily="34" charset="0"/>
                <a:ea typeface="微软雅黑" panose="020B0503020204020204" charset="-122"/>
              </a:defRPr>
            </a:lvl1pPr>
          </a:lstStyle>
          <a:p>
            <a:r>
              <a:rPr lang="zh-CN" altLang="en-US"/>
              <a:t>单击此处编辑母版标题样式</a:t>
            </a:r>
            <a:endParaRPr lang="zh-CN" altLang="en-US"/>
          </a:p>
        </p:txBody>
      </p:sp>
      <p:sp>
        <p:nvSpPr>
          <p:cNvPr id="7" name="文本占位符 6"/>
          <p:cNvSpPr>
            <a:spLocks noGrp="1"/>
          </p:cNvSpPr>
          <p:nvPr>
            <p:ph type="body" sz="quarter" idx="13"/>
            <p:custDataLst>
              <p:tags r:id="rId16"/>
            </p:custDataLst>
          </p:nvPr>
        </p:nvSpPr>
        <p:spPr>
          <a:xfrm>
            <a:off x="612000" y="1659600"/>
            <a:ext cx="10975975" cy="828000"/>
          </a:xfrm>
        </p:spPr>
        <p:txBody>
          <a:bodyPr/>
          <a:lstStyle>
            <a:lvl1pPr algn="ct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9" name="内容占位符 8"/>
          <p:cNvSpPr>
            <a:spLocks noGrp="1"/>
          </p:cNvSpPr>
          <p:nvPr>
            <p:ph sz="quarter" idx="14"/>
            <p:custDataLst>
              <p:tags r:id="rId17"/>
            </p:custDataLst>
          </p:nvPr>
        </p:nvSpPr>
        <p:spPr>
          <a:xfrm>
            <a:off x="612775" y="2808000"/>
            <a:ext cx="10965600" cy="3430800"/>
          </a:xfrm>
        </p:spPr>
        <p:txBody>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6" name="日期占位符 5"/>
          <p:cNvSpPr>
            <a:spLocks noGrp="1"/>
          </p:cNvSpPr>
          <p:nvPr>
            <p:ph type="dt" sz="half" idx="15"/>
            <p:custDataLst>
              <p:tags r:id="rId18"/>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6"/>
            <p:custDataLst>
              <p:tags r:id="rId19"/>
            </p:custDataLst>
          </p:nvPr>
        </p:nvSpPr>
        <p:spPr/>
        <p:txBody>
          <a:bodyPr/>
          <a:lstStyle/>
          <a:p>
            <a:endParaRPr lang="zh-CN" altLang="en-US" dirty="0"/>
          </a:p>
        </p:txBody>
      </p:sp>
      <p:sp>
        <p:nvSpPr>
          <p:cNvPr id="11" name="灯片编号占位符 10"/>
          <p:cNvSpPr>
            <a:spLocks noGrp="1"/>
          </p:cNvSpPr>
          <p:nvPr>
            <p:ph type="sldNum" sz="quarter" idx="17"/>
            <p:custDataLst>
              <p:tags r:id="rId20"/>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下上">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0" y="5029201"/>
            <a:ext cx="12192000" cy="1828799"/>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grpSp>
        <p:nvGrpSpPr>
          <p:cNvPr id="3" name="组合 2"/>
          <p:cNvGrpSpPr/>
          <p:nvPr userDrawn="1">
            <p:custDataLst>
              <p:tags r:id="rId3"/>
            </p:custDataLst>
          </p:nvPr>
        </p:nvGrpSpPr>
        <p:grpSpPr>
          <a:xfrm rot="10800000">
            <a:off x="0" y="0"/>
            <a:ext cx="1694156" cy="2044800"/>
            <a:chOff x="9615170" y="3736340"/>
            <a:chExt cx="2586355" cy="3121660"/>
          </a:xfrm>
        </p:grpSpPr>
        <p:sp>
          <p:nvSpPr>
            <p:cNvPr id="4" name="任意多边形: 形状 3"/>
            <p:cNvSpPr/>
            <p:nvPr>
              <p:custDataLst>
                <p:tags r:id="rId4"/>
              </p:custDataLst>
            </p:nvPr>
          </p:nvSpPr>
          <p:spPr>
            <a:xfrm>
              <a:off x="11711940" y="4954270"/>
              <a:ext cx="480060" cy="893445"/>
            </a:xfrm>
            <a:custGeom>
              <a:avLst/>
              <a:gdLst>
                <a:gd name="connsiteX0" fmla="*/ 148910 w 480060"/>
                <a:gd name="connsiteY0" fmla="*/ 0 h 893445"/>
                <a:gd name="connsiteX1" fmla="*/ 480060 w 480060"/>
                <a:gd name="connsiteY1" fmla="*/ 0 h 893445"/>
                <a:gd name="connsiteX2" fmla="*/ 480060 w 480060"/>
                <a:gd name="connsiteY2" fmla="*/ 893445 h 893445"/>
                <a:gd name="connsiteX3" fmla="*/ 148910 w 480060"/>
                <a:gd name="connsiteY3" fmla="*/ 893445 h 893445"/>
                <a:gd name="connsiteX4" fmla="*/ 0 w 480060"/>
                <a:gd name="connsiteY4" fmla="*/ 744535 h 893445"/>
                <a:gd name="connsiteX5" fmla="*/ 0 w 480060"/>
                <a:gd name="connsiteY5" fmla="*/ 148910 h 893445"/>
                <a:gd name="connsiteX6" fmla="*/ 148910 w 480060"/>
                <a:gd name="connsiteY6" fmla="*/ 0 h 893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0060" h="893445">
                  <a:moveTo>
                    <a:pt x="148910" y="0"/>
                  </a:moveTo>
                  <a:lnTo>
                    <a:pt x="480060" y="0"/>
                  </a:lnTo>
                  <a:lnTo>
                    <a:pt x="480060" y="893445"/>
                  </a:lnTo>
                  <a:lnTo>
                    <a:pt x="148910" y="893445"/>
                  </a:lnTo>
                  <a:cubicBezTo>
                    <a:pt x="66669" y="893445"/>
                    <a:pt x="0" y="826776"/>
                    <a:pt x="0" y="744535"/>
                  </a:cubicBezTo>
                  <a:lnTo>
                    <a:pt x="0" y="148910"/>
                  </a:lnTo>
                  <a:cubicBezTo>
                    <a:pt x="0" y="66669"/>
                    <a:pt x="66669" y="0"/>
                    <a:pt x="148910" y="0"/>
                  </a:cubicBezTo>
                  <a:close/>
                </a:path>
              </a:pathLst>
            </a:custGeom>
            <a:solidFill>
              <a:schemeClr val="accent1">
                <a:lumMod val="40000"/>
                <a:lumOff val="60000"/>
                <a:alpha val="13000"/>
              </a:scheme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5" name="矩形: 圆角 4"/>
            <p:cNvSpPr/>
            <p:nvPr>
              <p:custDataLst>
                <p:tags r:id="rId5"/>
              </p:custDataLst>
            </p:nvPr>
          </p:nvSpPr>
          <p:spPr>
            <a:xfrm>
              <a:off x="10710545" y="5814060"/>
              <a:ext cx="727710" cy="727710"/>
            </a:xfrm>
            <a:prstGeom prst="roundRect">
              <a:avLst/>
            </a:prstGeom>
            <a:solidFill>
              <a:schemeClr val="accent3">
                <a:lumMod val="20000"/>
                <a:lumOff val="80000"/>
              </a:schemeClr>
            </a:solidFill>
            <a:ln w="15875">
              <a:solidFill>
                <a:schemeClr val="bg1">
                  <a:alpha val="37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任意多边形: 形状 11"/>
            <p:cNvSpPr/>
            <p:nvPr>
              <p:custDataLst>
                <p:tags r:id="rId6"/>
              </p:custDataLst>
            </p:nvPr>
          </p:nvSpPr>
          <p:spPr>
            <a:xfrm>
              <a:off x="11438255" y="3736340"/>
              <a:ext cx="753745" cy="1784985"/>
            </a:xfrm>
            <a:custGeom>
              <a:avLst/>
              <a:gdLst>
                <a:gd name="connsiteX0" fmla="*/ 297503 w 753745"/>
                <a:gd name="connsiteY0" fmla="*/ 0 h 1784985"/>
                <a:gd name="connsiteX1" fmla="*/ 753745 w 753745"/>
                <a:gd name="connsiteY1" fmla="*/ 0 h 1784985"/>
                <a:gd name="connsiteX2" fmla="*/ 753745 w 753745"/>
                <a:gd name="connsiteY2" fmla="*/ 1784985 h 1784985"/>
                <a:gd name="connsiteX3" fmla="*/ 297503 w 753745"/>
                <a:gd name="connsiteY3" fmla="*/ 1784985 h 1784985"/>
                <a:gd name="connsiteX4" fmla="*/ 0 w 753745"/>
                <a:gd name="connsiteY4" fmla="*/ 1487482 h 1784985"/>
                <a:gd name="connsiteX5" fmla="*/ 0 w 753745"/>
                <a:gd name="connsiteY5" fmla="*/ 297503 h 1784985"/>
                <a:gd name="connsiteX6" fmla="*/ 297503 w 753745"/>
                <a:gd name="connsiteY6" fmla="*/ 0 h 1784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53745" h="1784985">
                  <a:moveTo>
                    <a:pt x="297503" y="0"/>
                  </a:moveTo>
                  <a:lnTo>
                    <a:pt x="753745" y="0"/>
                  </a:lnTo>
                  <a:lnTo>
                    <a:pt x="753745" y="1784985"/>
                  </a:lnTo>
                  <a:lnTo>
                    <a:pt x="297503" y="1784985"/>
                  </a:lnTo>
                  <a:cubicBezTo>
                    <a:pt x="133197" y="1784985"/>
                    <a:pt x="0" y="1651788"/>
                    <a:pt x="0" y="1487482"/>
                  </a:cubicBezTo>
                  <a:lnTo>
                    <a:pt x="0" y="297503"/>
                  </a:lnTo>
                  <a:cubicBezTo>
                    <a:pt x="0" y="133197"/>
                    <a:pt x="133197" y="0"/>
                    <a:pt x="297503" y="0"/>
                  </a:cubicBezTo>
                  <a:close/>
                </a:path>
              </a:pathLst>
            </a:custGeom>
            <a:solidFill>
              <a:schemeClr val="accent3">
                <a:lumMod val="20000"/>
                <a:lumOff val="80000"/>
              </a:scheme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3" name="任意多边形: 形状 12"/>
            <p:cNvSpPr/>
            <p:nvPr>
              <p:custDataLst>
                <p:tags r:id="rId7"/>
              </p:custDataLst>
            </p:nvPr>
          </p:nvSpPr>
          <p:spPr>
            <a:xfrm>
              <a:off x="11002010" y="6117590"/>
              <a:ext cx="1199515" cy="740410"/>
            </a:xfrm>
            <a:custGeom>
              <a:avLst/>
              <a:gdLst>
                <a:gd name="connsiteX0" fmla="*/ 297503 w 1199515"/>
                <a:gd name="connsiteY0" fmla="*/ 0 h 740410"/>
                <a:gd name="connsiteX1" fmla="*/ 1199515 w 1199515"/>
                <a:gd name="connsiteY1" fmla="*/ 0 h 740410"/>
                <a:gd name="connsiteX2" fmla="*/ 1199515 w 1199515"/>
                <a:gd name="connsiteY2" fmla="*/ 740410 h 740410"/>
                <a:gd name="connsiteX3" fmla="*/ 0 w 1199515"/>
                <a:gd name="connsiteY3" fmla="*/ 740410 h 740410"/>
                <a:gd name="connsiteX4" fmla="*/ 0 w 1199515"/>
                <a:gd name="connsiteY4" fmla="*/ 297503 h 740410"/>
                <a:gd name="connsiteX5" fmla="*/ 297503 w 1199515"/>
                <a:gd name="connsiteY5" fmla="*/ 0 h 7404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9515" h="740410">
                  <a:moveTo>
                    <a:pt x="297503" y="0"/>
                  </a:moveTo>
                  <a:lnTo>
                    <a:pt x="1199515" y="0"/>
                  </a:lnTo>
                  <a:lnTo>
                    <a:pt x="1199515" y="740410"/>
                  </a:lnTo>
                  <a:lnTo>
                    <a:pt x="0" y="740410"/>
                  </a:lnTo>
                  <a:lnTo>
                    <a:pt x="0" y="297503"/>
                  </a:lnTo>
                  <a:cubicBezTo>
                    <a:pt x="0" y="133197"/>
                    <a:pt x="133197" y="0"/>
                    <a:pt x="297503" y="0"/>
                  </a:cubicBezTo>
                  <a:close/>
                </a:path>
              </a:pathLst>
            </a:custGeom>
            <a:solidFill>
              <a:schemeClr val="accent1">
                <a:lumMod val="40000"/>
                <a:lumOff val="60000"/>
                <a:alpha val="17000"/>
              </a:scheme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4" name="任意多边形: 形状 13"/>
            <p:cNvSpPr/>
            <p:nvPr>
              <p:custDataLst>
                <p:tags r:id="rId8"/>
              </p:custDataLst>
            </p:nvPr>
          </p:nvSpPr>
          <p:spPr>
            <a:xfrm>
              <a:off x="9615170" y="6396990"/>
              <a:ext cx="893445" cy="461010"/>
            </a:xfrm>
            <a:custGeom>
              <a:avLst/>
              <a:gdLst>
                <a:gd name="connsiteX0" fmla="*/ 148910 w 893445"/>
                <a:gd name="connsiteY0" fmla="*/ 0 h 461010"/>
                <a:gd name="connsiteX1" fmla="*/ 744535 w 893445"/>
                <a:gd name="connsiteY1" fmla="*/ 0 h 461010"/>
                <a:gd name="connsiteX2" fmla="*/ 893445 w 893445"/>
                <a:gd name="connsiteY2" fmla="*/ 148910 h 461010"/>
                <a:gd name="connsiteX3" fmla="*/ 893445 w 893445"/>
                <a:gd name="connsiteY3" fmla="*/ 461010 h 461010"/>
                <a:gd name="connsiteX4" fmla="*/ 0 w 893445"/>
                <a:gd name="connsiteY4" fmla="*/ 461010 h 461010"/>
                <a:gd name="connsiteX5" fmla="*/ 0 w 893445"/>
                <a:gd name="connsiteY5" fmla="*/ 148910 h 461010"/>
                <a:gd name="connsiteX6" fmla="*/ 148910 w 893445"/>
                <a:gd name="connsiteY6" fmla="*/ 0 h 461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3445" h="461010">
                  <a:moveTo>
                    <a:pt x="148910" y="0"/>
                  </a:moveTo>
                  <a:lnTo>
                    <a:pt x="744535" y="0"/>
                  </a:lnTo>
                  <a:cubicBezTo>
                    <a:pt x="826776" y="0"/>
                    <a:pt x="893445" y="66669"/>
                    <a:pt x="893445" y="148910"/>
                  </a:cubicBezTo>
                  <a:lnTo>
                    <a:pt x="893445" y="461010"/>
                  </a:lnTo>
                  <a:lnTo>
                    <a:pt x="0" y="461010"/>
                  </a:lnTo>
                  <a:lnTo>
                    <a:pt x="0" y="148910"/>
                  </a:lnTo>
                  <a:cubicBezTo>
                    <a:pt x="0" y="66669"/>
                    <a:pt x="66669" y="0"/>
                    <a:pt x="148910" y="0"/>
                  </a:cubicBezTo>
                  <a:close/>
                </a:path>
              </a:pathLst>
            </a:custGeom>
            <a:solidFill>
              <a:schemeClr val="accent3">
                <a:lumMod val="20000"/>
                <a:lumOff val="80000"/>
              </a:scheme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grpSp>
        <p:nvGrpSpPr>
          <p:cNvPr id="15" name="组合 14"/>
          <p:cNvGrpSpPr/>
          <p:nvPr userDrawn="1">
            <p:custDataLst>
              <p:tags r:id="rId9"/>
            </p:custDataLst>
          </p:nvPr>
        </p:nvGrpSpPr>
        <p:grpSpPr>
          <a:xfrm rot="10800000">
            <a:off x="10702402" y="0"/>
            <a:ext cx="1483360" cy="1258387"/>
            <a:chOff x="0" y="5110480"/>
            <a:chExt cx="2059940" cy="1747520"/>
          </a:xfrm>
        </p:grpSpPr>
        <p:sp>
          <p:nvSpPr>
            <p:cNvPr id="16" name="矩形: 圆角 15"/>
            <p:cNvSpPr/>
            <p:nvPr>
              <p:custDataLst>
                <p:tags r:id="rId10"/>
              </p:custDataLst>
            </p:nvPr>
          </p:nvSpPr>
          <p:spPr>
            <a:xfrm>
              <a:off x="0" y="6012815"/>
              <a:ext cx="670560" cy="670560"/>
            </a:xfrm>
            <a:prstGeom prst="roundRect">
              <a:avLst/>
            </a:prstGeom>
            <a:solidFill>
              <a:schemeClr val="accent3">
                <a:lumMod val="20000"/>
                <a:lumOff val="80000"/>
              </a:scheme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任意多边形: 形状 16"/>
            <p:cNvSpPr/>
            <p:nvPr>
              <p:custDataLst>
                <p:tags r:id="rId11"/>
              </p:custDataLst>
            </p:nvPr>
          </p:nvSpPr>
          <p:spPr>
            <a:xfrm>
              <a:off x="0" y="5110480"/>
              <a:ext cx="314960" cy="1339215"/>
            </a:xfrm>
            <a:custGeom>
              <a:avLst/>
              <a:gdLst>
                <a:gd name="connsiteX0" fmla="*/ 0 w 314960"/>
                <a:gd name="connsiteY0" fmla="*/ 0 h 1339215"/>
                <a:gd name="connsiteX1" fmla="*/ 91753 w 314960"/>
                <a:gd name="connsiteY1" fmla="*/ 0 h 1339215"/>
                <a:gd name="connsiteX2" fmla="*/ 314960 w 314960"/>
                <a:gd name="connsiteY2" fmla="*/ 223207 h 1339215"/>
                <a:gd name="connsiteX3" fmla="*/ 314960 w 314960"/>
                <a:gd name="connsiteY3" fmla="*/ 1116008 h 1339215"/>
                <a:gd name="connsiteX4" fmla="*/ 91753 w 314960"/>
                <a:gd name="connsiteY4" fmla="*/ 1339215 h 1339215"/>
                <a:gd name="connsiteX5" fmla="*/ 0 w 314960"/>
                <a:gd name="connsiteY5" fmla="*/ 1339215 h 1339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4960" h="1339215">
                  <a:moveTo>
                    <a:pt x="0" y="0"/>
                  </a:moveTo>
                  <a:lnTo>
                    <a:pt x="91753" y="0"/>
                  </a:lnTo>
                  <a:cubicBezTo>
                    <a:pt x="215027" y="0"/>
                    <a:pt x="314960" y="99933"/>
                    <a:pt x="314960" y="223207"/>
                  </a:cubicBezTo>
                  <a:lnTo>
                    <a:pt x="314960" y="1116008"/>
                  </a:lnTo>
                  <a:cubicBezTo>
                    <a:pt x="314960" y="1239282"/>
                    <a:pt x="215027" y="1339215"/>
                    <a:pt x="91753" y="1339215"/>
                  </a:cubicBezTo>
                  <a:lnTo>
                    <a:pt x="0" y="1339215"/>
                  </a:lnTo>
                  <a:close/>
                </a:path>
              </a:pathLst>
            </a:custGeom>
            <a:solidFill>
              <a:schemeClr val="accent2">
                <a:lumMod val="20000"/>
                <a:lumOff val="80000"/>
              </a:scheme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8" name="任意多边形: 形状 17"/>
            <p:cNvSpPr/>
            <p:nvPr>
              <p:custDataLst>
                <p:tags r:id="rId12"/>
              </p:custDataLst>
            </p:nvPr>
          </p:nvSpPr>
          <p:spPr>
            <a:xfrm>
              <a:off x="940435" y="6435090"/>
              <a:ext cx="813435" cy="422910"/>
            </a:xfrm>
            <a:custGeom>
              <a:avLst/>
              <a:gdLst>
                <a:gd name="connsiteX0" fmla="*/ 135575 w 813435"/>
                <a:gd name="connsiteY0" fmla="*/ 0 h 422910"/>
                <a:gd name="connsiteX1" fmla="*/ 677860 w 813435"/>
                <a:gd name="connsiteY1" fmla="*/ 0 h 422910"/>
                <a:gd name="connsiteX2" fmla="*/ 813435 w 813435"/>
                <a:gd name="connsiteY2" fmla="*/ 135575 h 422910"/>
                <a:gd name="connsiteX3" fmla="*/ 813435 w 813435"/>
                <a:gd name="connsiteY3" fmla="*/ 422910 h 422910"/>
                <a:gd name="connsiteX4" fmla="*/ 0 w 813435"/>
                <a:gd name="connsiteY4" fmla="*/ 422910 h 422910"/>
                <a:gd name="connsiteX5" fmla="*/ 0 w 813435"/>
                <a:gd name="connsiteY5" fmla="*/ 135575 h 422910"/>
                <a:gd name="connsiteX6" fmla="*/ 135575 w 813435"/>
                <a:gd name="connsiteY6" fmla="*/ 0 h 422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3435" h="422910">
                  <a:moveTo>
                    <a:pt x="135575" y="0"/>
                  </a:moveTo>
                  <a:lnTo>
                    <a:pt x="677860" y="0"/>
                  </a:lnTo>
                  <a:cubicBezTo>
                    <a:pt x="752736" y="0"/>
                    <a:pt x="813435" y="60699"/>
                    <a:pt x="813435" y="135575"/>
                  </a:cubicBezTo>
                  <a:lnTo>
                    <a:pt x="813435" y="422910"/>
                  </a:lnTo>
                  <a:lnTo>
                    <a:pt x="0" y="422910"/>
                  </a:lnTo>
                  <a:lnTo>
                    <a:pt x="0" y="135575"/>
                  </a:lnTo>
                  <a:cubicBezTo>
                    <a:pt x="0" y="60699"/>
                    <a:pt x="60699" y="0"/>
                    <a:pt x="135575" y="0"/>
                  </a:cubicBezTo>
                  <a:close/>
                </a:path>
              </a:pathLst>
            </a:custGeom>
            <a:solidFill>
              <a:schemeClr val="accent2">
                <a:lumMod val="20000"/>
                <a:lumOff val="80000"/>
              </a:schemeClr>
            </a:solidFill>
            <a:ln w="15875">
              <a:solidFill>
                <a:schemeClr val="bg1">
                  <a:alpha val="36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9" name="矩形: 圆角 18"/>
            <p:cNvSpPr/>
            <p:nvPr>
              <p:custDataLst>
                <p:tags r:id="rId13"/>
              </p:custDataLst>
            </p:nvPr>
          </p:nvSpPr>
          <p:spPr>
            <a:xfrm>
              <a:off x="1400810" y="6024245"/>
              <a:ext cx="659130" cy="659130"/>
            </a:xfrm>
            <a:prstGeom prst="roundRect">
              <a:avLst/>
            </a:prstGeom>
            <a:solidFill>
              <a:schemeClr val="accent3">
                <a:lumMod val="20000"/>
                <a:lumOff val="80000"/>
              </a:schemeClr>
            </a:solidFill>
            <a:ln w="15875">
              <a:solidFill>
                <a:schemeClr val="bg1">
                  <a:alpha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圆角 19"/>
            <p:cNvSpPr/>
            <p:nvPr>
              <p:custDataLst>
                <p:tags r:id="rId14"/>
              </p:custDataLst>
            </p:nvPr>
          </p:nvSpPr>
          <p:spPr>
            <a:xfrm>
              <a:off x="796290" y="5449570"/>
              <a:ext cx="402590" cy="402590"/>
            </a:xfrm>
            <a:prstGeom prst="roundRect">
              <a:avLst/>
            </a:prstGeom>
            <a:solidFill>
              <a:schemeClr val="accent3">
                <a:lumMod val="20000"/>
                <a:lumOff val="80000"/>
              </a:schemeClr>
            </a:solidFill>
            <a:ln w="15875">
              <a:solidFill>
                <a:schemeClr val="bg1">
                  <a:alpha val="36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p:ph type="title"/>
            <p:custDataLst>
              <p:tags r:id="rId15"/>
            </p:custDataLst>
          </p:nvPr>
        </p:nvSpPr>
        <p:spPr>
          <a:xfrm>
            <a:off x="604800" y="669600"/>
            <a:ext cx="10976400" cy="565200"/>
          </a:xfrm>
        </p:spPr>
        <p:txBody>
          <a:bodyPr anchor="ctr"/>
          <a:lstStyle>
            <a:lvl1pPr algn="ctr">
              <a:defRPr sz="3200" baseline="0">
                <a:solidFill>
                  <a:schemeClr val="tx1"/>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7" name="内容占位符 6"/>
          <p:cNvSpPr>
            <a:spLocks noGrp="1"/>
          </p:cNvSpPr>
          <p:nvPr>
            <p:ph sz="quarter" idx="13"/>
            <p:custDataLst>
              <p:tags r:id="rId16"/>
            </p:custDataLst>
          </p:nvPr>
        </p:nvSpPr>
        <p:spPr>
          <a:xfrm>
            <a:off x="604837" y="1681200"/>
            <a:ext cx="10990800" cy="3211200"/>
          </a:xfrm>
        </p:spPr>
        <p:txBody>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文本占位符 8"/>
          <p:cNvSpPr>
            <a:spLocks noGrp="1"/>
          </p:cNvSpPr>
          <p:nvPr>
            <p:ph type="body" sz="quarter" idx="14"/>
            <p:custDataLst>
              <p:tags r:id="rId17"/>
            </p:custDataLst>
          </p:nvPr>
        </p:nvSpPr>
        <p:spPr>
          <a:xfrm>
            <a:off x="594000" y="5180400"/>
            <a:ext cx="11001600" cy="1011600"/>
          </a:xfrm>
        </p:spPr>
        <p:txBody>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6" name="日期占位符 5"/>
          <p:cNvSpPr>
            <a:spLocks noGrp="1"/>
          </p:cNvSpPr>
          <p:nvPr>
            <p:ph type="dt" sz="half" idx="15"/>
            <p:custDataLst>
              <p:tags r:id="rId18"/>
            </p:custDataLst>
          </p:nvPr>
        </p:nvSpPr>
        <p:spPr/>
        <p:txBody>
          <a:bodyPr/>
          <a:lstStyle/>
          <a:p>
            <a:fld id="{760FBDFE-C587-4B4C-A407-44438C67B59E}" type="datetimeFigureOut">
              <a:rPr lang="zh-CN" altLang="en-US" smtClean="0"/>
            </a:fld>
            <a:endParaRPr lang="zh-CN" altLang="en-US"/>
          </a:p>
        </p:txBody>
      </p:sp>
      <p:sp>
        <p:nvSpPr>
          <p:cNvPr id="10" name="页脚占位符 9"/>
          <p:cNvSpPr>
            <a:spLocks noGrp="1"/>
          </p:cNvSpPr>
          <p:nvPr>
            <p:ph type="ftr" sz="quarter" idx="16"/>
            <p:custDataLst>
              <p:tags r:id="rId19"/>
            </p:custDataLst>
          </p:nvPr>
        </p:nvSpPr>
        <p:spPr/>
        <p:txBody>
          <a:bodyPr/>
          <a:lstStyle/>
          <a:p>
            <a:endParaRPr lang="zh-CN" altLang="en-US" dirty="0"/>
          </a:p>
        </p:txBody>
      </p:sp>
      <p:sp>
        <p:nvSpPr>
          <p:cNvPr id="11" name="灯片编号占位符 10"/>
          <p:cNvSpPr>
            <a:spLocks noGrp="1"/>
          </p:cNvSpPr>
          <p:nvPr>
            <p:ph type="sldNum" sz="quarter" idx="17"/>
            <p:custDataLst>
              <p:tags r:id="rId20"/>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导航">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0"/>
            <a:ext cx="12192000" cy="9144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grpSp>
        <p:nvGrpSpPr>
          <p:cNvPr id="3" name="组合 2"/>
          <p:cNvGrpSpPr/>
          <p:nvPr userDrawn="1">
            <p:custDataLst>
              <p:tags r:id="rId3"/>
            </p:custDataLst>
          </p:nvPr>
        </p:nvGrpSpPr>
        <p:grpSpPr>
          <a:xfrm>
            <a:off x="10507369" y="4813200"/>
            <a:ext cx="1694156" cy="2044800"/>
            <a:chOff x="9615170" y="3736340"/>
            <a:chExt cx="2586355" cy="3121660"/>
          </a:xfrm>
        </p:grpSpPr>
        <p:sp>
          <p:nvSpPr>
            <p:cNvPr id="4" name="任意多边形: 形状 3"/>
            <p:cNvSpPr/>
            <p:nvPr>
              <p:custDataLst>
                <p:tags r:id="rId4"/>
              </p:custDataLst>
            </p:nvPr>
          </p:nvSpPr>
          <p:spPr>
            <a:xfrm>
              <a:off x="11711940" y="4954270"/>
              <a:ext cx="480060" cy="893445"/>
            </a:xfrm>
            <a:custGeom>
              <a:avLst/>
              <a:gdLst>
                <a:gd name="connsiteX0" fmla="*/ 148910 w 480060"/>
                <a:gd name="connsiteY0" fmla="*/ 0 h 893445"/>
                <a:gd name="connsiteX1" fmla="*/ 480060 w 480060"/>
                <a:gd name="connsiteY1" fmla="*/ 0 h 893445"/>
                <a:gd name="connsiteX2" fmla="*/ 480060 w 480060"/>
                <a:gd name="connsiteY2" fmla="*/ 893445 h 893445"/>
                <a:gd name="connsiteX3" fmla="*/ 148910 w 480060"/>
                <a:gd name="connsiteY3" fmla="*/ 893445 h 893445"/>
                <a:gd name="connsiteX4" fmla="*/ 0 w 480060"/>
                <a:gd name="connsiteY4" fmla="*/ 744535 h 893445"/>
                <a:gd name="connsiteX5" fmla="*/ 0 w 480060"/>
                <a:gd name="connsiteY5" fmla="*/ 148910 h 893445"/>
                <a:gd name="connsiteX6" fmla="*/ 148910 w 480060"/>
                <a:gd name="connsiteY6" fmla="*/ 0 h 893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0060" h="893445">
                  <a:moveTo>
                    <a:pt x="148910" y="0"/>
                  </a:moveTo>
                  <a:lnTo>
                    <a:pt x="480060" y="0"/>
                  </a:lnTo>
                  <a:lnTo>
                    <a:pt x="480060" y="893445"/>
                  </a:lnTo>
                  <a:lnTo>
                    <a:pt x="148910" y="893445"/>
                  </a:lnTo>
                  <a:cubicBezTo>
                    <a:pt x="66669" y="893445"/>
                    <a:pt x="0" y="826776"/>
                    <a:pt x="0" y="744535"/>
                  </a:cubicBezTo>
                  <a:lnTo>
                    <a:pt x="0" y="148910"/>
                  </a:lnTo>
                  <a:cubicBezTo>
                    <a:pt x="0" y="66669"/>
                    <a:pt x="66669" y="0"/>
                    <a:pt x="148910" y="0"/>
                  </a:cubicBezTo>
                  <a:close/>
                </a:path>
              </a:pathLst>
            </a:custGeom>
            <a:solidFill>
              <a:schemeClr val="accent1">
                <a:lumMod val="40000"/>
                <a:lumOff val="60000"/>
                <a:alpha val="13000"/>
              </a:scheme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5" name="矩形: 圆角 4"/>
            <p:cNvSpPr/>
            <p:nvPr>
              <p:custDataLst>
                <p:tags r:id="rId5"/>
              </p:custDataLst>
            </p:nvPr>
          </p:nvSpPr>
          <p:spPr>
            <a:xfrm>
              <a:off x="10710545" y="5814060"/>
              <a:ext cx="727710" cy="727710"/>
            </a:xfrm>
            <a:prstGeom prst="roundRect">
              <a:avLst/>
            </a:prstGeom>
            <a:solidFill>
              <a:schemeClr val="accent3">
                <a:lumMod val="20000"/>
                <a:lumOff val="80000"/>
              </a:schemeClr>
            </a:solidFill>
            <a:ln w="15875">
              <a:solidFill>
                <a:schemeClr val="bg1">
                  <a:alpha val="37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任意多边形: 形状 13"/>
            <p:cNvSpPr/>
            <p:nvPr>
              <p:custDataLst>
                <p:tags r:id="rId6"/>
              </p:custDataLst>
            </p:nvPr>
          </p:nvSpPr>
          <p:spPr>
            <a:xfrm>
              <a:off x="11438255" y="3736340"/>
              <a:ext cx="753745" cy="1784985"/>
            </a:xfrm>
            <a:custGeom>
              <a:avLst/>
              <a:gdLst>
                <a:gd name="connsiteX0" fmla="*/ 297503 w 753745"/>
                <a:gd name="connsiteY0" fmla="*/ 0 h 1784985"/>
                <a:gd name="connsiteX1" fmla="*/ 753745 w 753745"/>
                <a:gd name="connsiteY1" fmla="*/ 0 h 1784985"/>
                <a:gd name="connsiteX2" fmla="*/ 753745 w 753745"/>
                <a:gd name="connsiteY2" fmla="*/ 1784985 h 1784985"/>
                <a:gd name="connsiteX3" fmla="*/ 297503 w 753745"/>
                <a:gd name="connsiteY3" fmla="*/ 1784985 h 1784985"/>
                <a:gd name="connsiteX4" fmla="*/ 0 w 753745"/>
                <a:gd name="connsiteY4" fmla="*/ 1487482 h 1784985"/>
                <a:gd name="connsiteX5" fmla="*/ 0 w 753745"/>
                <a:gd name="connsiteY5" fmla="*/ 297503 h 1784985"/>
                <a:gd name="connsiteX6" fmla="*/ 297503 w 753745"/>
                <a:gd name="connsiteY6" fmla="*/ 0 h 1784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53745" h="1784985">
                  <a:moveTo>
                    <a:pt x="297503" y="0"/>
                  </a:moveTo>
                  <a:lnTo>
                    <a:pt x="753745" y="0"/>
                  </a:lnTo>
                  <a:lnTo>
                    <a:pt x="753745" y="1784985"/>
                  </a:lnTo>
                  <a:lnTo>
                    <a:pt x="297503" y="1784985"/>
                  </a:lnTo>
                  <a:cubicBezTo>
                    <a:pt x="133197" y="1784985"/>
                    <a:pt x="0" y="1651788"/>
                    <a:pt x="0" y="1487482"/>
                  </a:cubicBezTo>
                  <a:lnTo>
                    <a:pt x="0" y="297503"/>
                  </a:lnTo>
                  <a:cubicBezTo>
                    <a:pt x="0" y="133197"/>
                    <a:pt x="133197" y="0"/>
                    <a:pt x="297503" y="0"/>
                  </a:cubicBezTo>
                  <a:close/>
                </a:path>
              </a:pathLst>
            </a:custGeom>
            <a:solidFill>
              <a:schemeClr val="accent3">
                <a:lumMod val="20000"/>
                <a:lumOff val="80000"/>
              </a:scheme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5" name="任意多边形: 形状 14"/>
            <p:cNvSpPr/>
            <p:nvPr>
              <p:custDataLst>
                <p:tags r:id="rId7"/>
              </p:custDataLst>
            </p:nvPr>
          </p:nvSpPr>
          <p:spPr>
            <a:xfrm>
              <a:off x="11002010" y="6117590"/>
              <a:ext cx="1199515" cy="740410"/>
            </a:xfrm>
            <a:custGeom>
              <a:avLst/>
              <a:gdLst>
                <a:gd name="connsiteX0" fmla="*/ 297503 w 1199515"/>
                <a:gd name="connsiteY0" fmla="*/ 0 h 740410"/>
                <a:gd name="connsiteX1" fmla="*/ 1199515 w 1199515"/>
                <a:gd name="connsiteY1" fmla="*/ 0 h 740410"/>
                <a:gd name="connsiteX2" fmla="*/ 1199515 w 1199515"/>
                <a:gd name="connsiteY2" fmla="*/ 740410 h 740410"/>
                <a:gd name="connsiteX3" fmla="*/ 0 w 1199515"/>
                <a:gd name="connsiteY3" fmla="*/ 740410 h 740410"/>
                <a:gd name="connsiteX4" fmla="*/ 0 w 1199515"/>
                <a:gd name="connsiteY4" fmla="*/ 297503 h 740410"/>
                <a:gd name="connsiteX5" fmla="*/ 297503 w 1199515"/>
                <a:gd name="connsiteY5" fmla="*/ 0 h 7404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9515" h="740410">
                  <a:moveTo>
                    <a:pt x="297503" y="0"/>
                  </a:moveTo>
                  <a:lnTo>
                    <a:pt x="1199515" y="0"/>
                  </a:lnTo>
                  <a:lnTo>
                    <a:pt x="1199515" y="740410"/>
                  </a:lnTo>
                  <a:lnTo>
                    <a:pt x="0" y="740410"/>
                  </a:lnTo>
                  <a:lnTo>
                    <a:pt x="0" y="297503"/>
                  </a:lnTo>
                  <a:cubicBezTo>
                    <a:pt x="0" y="133197"/>
                    <a:pt x="133197" y="0"/>
                    <a:pt x="297503" y="0"/>
                  </a:cubicBezTo>
                  <a:close/>
                </a:path>
              </a:pathLst>
            </a:custGeom>
            <a:solidFill>
              <a:schemeClr val="accent1">
                <a:lumMod val="40000"/>
                <a:lumOff val="60000"/>
                <a:alpha val="17000"/>
              </a:scheme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6" name="任意多边形: 形状 15"/>
            <p:cNvSpPr/>
            <p:nvPr>
              <p:custDataLst>
                <p:tags r:id="rId8"/>
              </p:custDataLst>
            </p:nvPr>
          </p:nvSpPr>
          <p:spPr>
            <a:xfrm>
              <a:off x="9615170" y="6396990"/>
              <a:ext cx="893445" cy="461010"/>
            </a:xfrm>
            <a:custGeom>
              <a:avLst/>
              <a:gdLst>
                <a:gd name="connsiteX0" fmla="*/ 148910 w 893445"/>
                <a:gd name="connsiteY0" fmla="*/ 0 h 461010"/>
                <a:gd name="connsiteX1" fmla="*/ 744535 w 893445"/>
                <a:gd name="connsiteY1" fmla="*/ 0 h 461010"/>
                <a:gd name="connsiteX2" fmla="*/ 893445 w 893445"/>
                <a:gd name="connsiteY2" fmla="*/ 148910 h 461010"/>
                <a:gd name="connsiteX3" fmla="*/ 893445 w 893445"/>
                <a:gd name="connsiteY3" fmla="*/ 461010 h 461010"/>
                <a:gd name="connsiteX4" fmla="*/ 0 w 893445"/>
                <a:gd name="connsiteY4" fmla="*/ 461010 h 461010"/>
                <a:gd name="connsiteX5" fmla="*/ 0 w 893445"/>
                <a:gd name="connsiteY5" fmla="*/ 148910 h 461010"/>
                <a:gd name="connsiteX6" fmla="*/ 148910 w 893445"/>
                <a:gd name="connsiteY6" fmla="*/ 0 h 461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3445" h="461010">
                  <a:moveTo>
                    <a:pt x="148910" y="0"/>
                  </a:moveTo>
                  <a:lnTo>
                    <a:pt x="744535" y="0"/>
                  </a:lnTo>
                  <a:cubicBezTo>
                    <a:pt x="826776" y="0"/>
                    <a:pt x="893445" y="66669"/>
                    <a:pt x="893445" y="148910"/>
                  </a:cubicBezTo>
                  <a:lnTo>
                    <a:pt x="893445" y="461010"/>
                  </a:lnTo>
                  <a:lnTo>
                    <a:pt x="0" y="461010"/>
                  </a:lnTo>
                  <a:lnTo>
                    <a:pt x="0" y="148910"/>
                  </a:lnTo>
                  <a:cubicBezTo>
                    <a:pt x="0" y="66669"/>
                    <a:pt x="66669" y="0"/>
                    <a:pt x="148910" y="0"/>
                  </a:cubicBezTo>
                  <a:close/>
                </a:path>
              </a:pathLst>
            </a:custGeom>
            <a:solidFill>
              <a:schemeClr val="accent3">
                <a:lumMod val="20000"/>
                <a:lumOff val="80000"/>
              </a:scheme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grpSp>
        <p:nvGrpSpPr>
          <p:cNvPr id="17" name="组合 16"/>
          <p:cNvGrpSpPr/>
          <p:nvPr userDrawn="1">
            <p:custDataLst>
              <p:tags r:id="rId9"/>
            </p:custDataLst>
          </p:nvPr>
        </p:nvGrpSpPr>
        <p:grpSpPr>
          <a:xfrm>
            <a:off x="0" y="5599612"/>
            <a:ext cx="1483360" cy="1258387"/>
            <a:chOff x="0" y="5110480"/>
            <a:chExt cx="2059940" cy="1747520"/>
          </a:xfrm>
        </p:grpSpPr>
        <p:sp>
          <p:nvSpPr>
            <p:cNvPr id="18" name="矩形: 圆角 17"/>
            <p:cNvSpPr/>
            <p:nvPr>
              <p:custDataLst>
                <p:tags r:id="rId10"/>
              </p:custDataLst>
            </p:nvPr>
          </p:nvSpPr>
          <p:spPr>
            <a:xfrm>
              <a:off x="0" y="6012815"/>
              <a:ext cx="670560" cy="670560"/>
            </a:xfrm>
            <a:prstGeom prst="roundRect">
              <a:avLst/>
            </a:prstGeom>
            <a:solidFill>
              <a:schemeClr val="accent3">
                <a:lumMod val="20000"/>
                <a:lumOff val="80000"/>
              </a:scheme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任意多边形: 形状 18"/>
            <p:cNvSpPr/>
            <p:nvPr>
              <p:custDataLst>
                <p:tags r:id="rId11"/>
              </p:custDataLst>
            </p:nvPr>
          </p:nvSpPr>
          <p:spPr>
            <a:xfrm>
              <a:off x="0" y="5110480"/>
              <a:ext cx="314960" cy="1339215"/>
            </a:xfrm>
            <a:custGeom>
              <a:avLst/>
              <a:gdLst>
                <a:gd name="connsiteX0" fmla="*/ 0 w 314960"/>
                <a:gd name="connsiteY0" fmla="*/ 0 h 1339215"/>
                <a:gd name="connsiteX1" fmla="*/ 91753 w 314960"/>
                <a:gd name="connsiteY1" fmla="*/ 0 h 1339215"/>
                <a:gd name="connsiteX2" fmla="*/ 314960 w 314960"/>
                <a:gd name="connsiteY2" fmla="*/ 223207 h 1339215"/>
                <a:gd name="connsiteX3" fmla="*/ 314960 w 314960"/>
                <a:gd name="connsiteY3" fmla="*/ 1116008 h 1339215"/>
                <a:gd name="connsiteX4" fmla="*/ 91753 w 314960"/>
                <a:gd name="connsiteY4" fmla="*/ 1339215 h 1339215"/>
                <a:gd name="connsiteX5" fmla="*/ 0 w 314960"/>
                <a:gd name="connsiteY5" fmla="*/ 1339215 h 1339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4960" h="1339215">
                  <a:moveTo>
                    <a:pt x="0" y="0"/>
                  </a:moveTo>
                  <a:lnTo>
                    <a:pt x="91753" y="0"/>
                  </a:lnTo>
                  <a:cubicBezTo>
                    <a:pt x="215027" y="0"/>
                    <a:pt x="314960" y="99933"/>
                    <a:pt x="314960" y="223207"/>
                  </a:cubicBezTo>
                  <a:lnTo>
                    <a:pt x="314960" y="1116008"/>
                  </a:lnTo>
                  <a:cubicBezTo>
                    <a:pt x="314960" y="1239282"/>
                    <a:pt x="215027" y="1339215"/>
                    <a:pt x="91753" y="1339215"/>
                  </a:cubicBezTo>
                  <a:lnTo>
                    <a:pt x="0" y="1339215"/>
                  </a:lnTo>
                  <a:close/>
                </a:path>
              </a:pathLst>
            </a:custGeom>
            <a:solidFill>
              <a:schemeClr val="accent2">
                <a:lumMod val="20000"/>
                <a:lumOff val="80000"/>
              </a:scheme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0" name="任意多边形: 形状 19"/>
            <p:cNvSpPr/>
            <p:nvPr>
              <p:custDataLst>
                <p:tags r:id="rId12"/>
              </p:custDataLst>
            </p:nvPr>
          </p:nvSpPr>
          <p:spPr>
            <a:xfrm>
              <a:off x="940435" y="6435090"/>
              <a:ext cx="813435" cy="422910"/>
            </a:xfrm>
            <a:custGeom>
              <a:avLst/>
              <a:gdLst>
                <a:gd name="connsiteX0" fmla="*/ 135575 w 813435"/>
                <a:gd name="connsiteY0" fmla="*/ 0 h 422910"/>
                <a:gd name="connsiteX1" fmla="*/ 677860 w 813435"/>
                <a:gd name="connsiteY1" fmla="*/ 0 h 422910"/>
                <a:gd name="connsiteX2" fmla="*/ 813435 w 813435"/>
                <a:gd name="connsiteY2" fmla="*/ 135575 h 422910"/>
                <a:gd name="connsiteX3" fmla="*/ 813435 w 813435"/>
                <a:gd name="connsiteY3" fmla="*/ 422910 h 422910"/>
                <a:gd name="connsiteX4" fmla="*/ 0 w 813435"/>
                <a:gd name="connsiteY4" fmla="*/ 422910 h 422910"/>
                <a:gd name="connsiteX5" fmla="*/ 0 w 813435"/>
                <a:gd name="connsiteY5" fmla="*/ 135575 h 422910"/>
                <a:gd name="connsiteX6" fmla="*/ 135575 w 813435"/>
                <a:gd name="connsiteY6" fmla="*/ 0 h 422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3435" h="422910">
                  <a:moveTo>
                    <a:pt x="135575" y="0"/>
                  </a:moveTo>
                  <a:lnTo>
                    <a:pt x="677860" y="0"/>
                  </a:lnTo>
                  <a:cubicBezTo>
                    <a:pt x="752736" y="0"/>
                    <a:pt x="813435" y="60699"/>
                    <a:pt x="813435" y="135575"/>
                  </a:cubicBezTo>
                  <a:lnTo>
                    <a:pt x="813435" y="422910"/>
                  </a:lnTo>
                  <a:lnTo>
                    <a:pt x="0" y="422910"/>
                  </a:lnTo>
                  <a:lnTo>
                    <a:pt x="0" y="135575"/>
                  </a:lnTo>
                  <a:cubicBezTo>
                    <a:pt x="0" y="60699"/>
                    <a:pt x="60699" y="0"/>
                    <a:pt x="135575" y="0"/>
                  </a:cubicBezTo>
                  <a:close/>
                </a:path>
              </a:pathLst>
            </a:custGeom>
            <a:solidFill>
              <a:schemeClr val="accent2">
                <a:lumMod val="20000"/>
                <a:lumOff val="80000"/>
              </a:schemeClr>
            </a:solidFill>
            <a:ln w="15875">
              <a:solidFill>
                <a:schemeClr val="bg1">
                  <a:alpha val="36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1" name="矩形: 圆角 20"/>
            <p:cNvSpPr/>
            <p:nvPr>
              <p:custDataLst>
                <p:tags r:id="rId13"/>
              </p:custDataLst>
            </p:nvPr>
          </p:nvSpPr>
          <p:spPr>
            <a:xfrm>
              <a:off x="1400810" y="6024245"/>
              <a:ext cx="659130" cy="659130"/>
            </a:xfrm>
            <a:prstGeom prst="roundRect">
              <a:avLst/>
            </a:prstGeom>
            <a:solidFill>
              <a:schemeClr val="accent3">
                <a:lumMod val="20000"/>
                <a:lumOff val="80000"/>
              </a:schemeClr>
            </a:solidFill>
            <a:ln w="15875">
              <a:solidFill>
                <a:schemeClr val="bg1">
                  <a:alpha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圆角 21"/>
            <p:cNvSpPr/>
            <p:nvPr>
              <p:custDataLst>
                <p:tags r:id="rId14"/>
              </p:custDataLst>
            </p:nvPr>
          </p:nvSpPr>
          <p:spPr>
            <a:xfrm>
              <a:off x="796290" y="5449570"/>
              <a:ext cx="402590" cy="402590"/>
            </a:xfrm>
            <a:prstGeom prst="roundRect">
              <a:avLst/>
            </a:prstGeom>
            <a:solidFill>
              <a:schemeClr val="accent3">
                <a:lumMod val="20000"/>
                <a:lumOff val="80000"/>
              </a:schemeClr>
            </a:solidFill>
            <a:ln w="15875">
              <a:solidFill>
                <a:schemeClr val="bg1">
                  <a:alpha val="36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p:ph type="title"/>
            <p:custDataLst>
              <p:tags r:id="rId15"/>
            </p:custDataLst>
          </p:nvPr>
        </p:nvSpPr>
        <p:spPr>
          <a:xfrm>
            <a:off x="579600" y="237600"/>
            <a:ext cx="11037600" cy="441964"/>
          </a:xfrm>
        </p:spPr>
        <p:txBody>
          <a:bodyPr/>
          <a:lstStyle>
            <a:lvl1pPr>
              <a:defRPr baseline="0">
                <a:solidFill>
                  <a:schemeClr val="tx1"/>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7" name="内容占位符 6"/>
          <p:cNvSpPr>
            <a:spLocks noGrp="1"/>
          </p:cNvSpPr>
          <p:nvPr>
            <p:ph sz="quarter" idx="13"/>
            <p:custDataLst>
              <p:tags r:id="rId16"/>
            </p:custDataLst>
          </p:nvPr>
        </p:nvSpPr>
        <p:spPr>
          <a:xfrm>
            <a:off x="579600" y="1663200"/>
            <a:ext cx="5342400" cy="2894400"/>
          </a:xfrm>
        </p:spPr>
        <p:txBody>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17"/>
            </p:custDataLst>
          </p:nvPr>
        </p:nvSpPr>
        <p:spPr>
          <a:xfrm>
            <a:off x="6242400" y="1663200"/>
            <a:ext cx="5367600" cy="2894400"/>
          </a:xfrm>
        </p:spPr>
        <p:txBody>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1" name="文本占位符 10"/>
          <p:cNvSpPr>
            <a:spLocks noGrp="1"/>
          </p:cNvSpPr>
          <p:nvPr>
            <p:ph type="body" sz="quarter" idx="15"/>
            <p:custDataLst>
              <p:tags r:id="rId18"/>
            </p:custDataLst>
          </p:nvPr>
        </p:nvSpPr>
        <p:spPr>
          <a:xfrm>
            <a:off x="572400" y="4816800"/>
            <a:ext cx="5342400" cy="781200"/>
          </a:xfrm>
        </p:spPr>
        <p:txBody>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13" name="文本占位符 12"/>
          <p:cNvSpPr>
            <a:spLocks noGrp="1"/>
          </p:cNvSpPr>
          <p:nvPr>
            <p:ph type="body" sz="quarter" idx="16"/>
            <p:custDataLst>
              <p:tags r:id="rId19"/>
            </p:custDataLst>
          </p:nvPr>
        </p:nvSpPr>
        <p:spPr>
          <a:xfrm>
            <a:off x="6253200" y="4813200"/>
            <a:ext cx="5367600" cy="781200"/>
          </a:xfrm>
        </p:spPr>
        <p:txBody>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6" name="日期占位符 5"/>
          <p:cNvSpPr>
            <a:spLocks noGrp="1"/>
          </p:cNvSpPr>
          <p:nvPr>
            <p:ph type="dt" sz="half" idx="17"/>
            <p:custDataLst>
              <p:tags r:id="rId20"/>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8"/>
            <p:custDataLst>
              <p:tags r:id="rId21"/>
            </p:custDataLst>
          </p:nvPr>
        </p:nvSpPr>
        <p:spPr/>
        <p:txBody>
          <a:bodyPr/>
          <a:lstStyle/>
          <a:p>
            <a:endParaRPr lang="zh-CN" altLang="en-US" dirty="0"/>
          </a:p>
        </p:txBody>
      </p:sp>
      <p:sp>
        <p:nvSpPr>
          <p:cNvPr id="12" name="灯片编号占位符 11"/>
          <p:cNvSpPr>
            <a:spLocks noGrp="1"/>
          </p:cNvSpPr>
          <p:nvPr>
            <p:ph type="sldNum" sz="quarter" idx="19"/>
            <p:custDataLst>
              <p:tags r:id="rId22"/>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腰带">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959224"/>
            <a:ext cx="12192000" cy="4939553"/>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2" name="标题 1"/>
          <p:cNvSpPr>
            <a:spLocks noGrp="1"/>
          </p:cNvSpPr>
          <p:nvPr>
            <p:ph type="title" hasCustomPrompt="1"/>
            <p:custDataLst>
              <p:tags r:id="rId3"/>
            </p:custDataLst>
          </p:nvPr>
        </p:nvSpPr>
        <p:spPr>
          <a:xfrm>
            <a:off x="1522800" y="1339200"/>
            <a:ext cx="9144000" cy="2386800"/>
          </a:xfrm>
        </p:spPr>
        <p:txBody>
          <a:bodyPr anchor="b"/>
          <a:lstStyle>
            <a:lvl1pPr algn="ctr">
              <a:defRPr sz="6000" baseline="0">
                <a:solidFill>
                  <a:schemeClr val="tx1"/>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7" name="文本占位符 6"/>
          <p:cNvSpPr>
            <a:spLocks noGrp="1"/>
          </p:cNvSpPr>
          <p:nvPr>
            <p:ph type="body" sz="quarter" idx="13"/>
            <p:custDataLst>
              <p:tags r:id="rId4"/>
            </p:custDataLst>
          </p:nvPr>
        </p:nvSpPr>
        <p:spPr>
          <a:xfrm>
            <a:off x="1522413" y="3862800"/>
            <a:ext cx="9144000" cy="1656000"/>
          </a:xfrm>
        </p:spPr>
        <p:txBody>
          <a:bodyPr/>
          <a:lstStyle>
            <a:lvl1pPr algn="ct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6" name="日期占位符 5"/>
          <p:cNvSpPr>
            <a:spLocks noGrp="1"/>
          </p:cNvSpPr>
          <p:nvPr>
            <p:ph type="dt" sz="half" idx="14"/>
            <p:custDataLst>
              <p:tags r:id="rId5"/>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5"/>
            <p:custDataLst>
              <p:tags r:id="rId6"/>
            </p:custDataLst>
          </p:nvPr>
        </p:nvSpPr>
        <p:spPr/>
        <p:txBody>
          <a:bodyPr/>
          <a:lstStyle/>
          <a:p>
            <a:endParaRPr lang="zh-CN" altLang="en-US" dirty="0"/>
          </a:p>
        </p:txBody>
      </p:sp>
      <p:sp>
        <p:nvSpPr>
          <p:cNvPr id="9" name="灯片编号占位符 8"/>
          <p:cNvSpPr>
            <a:spLocks noGrp="1"/>
          </p:cNvSpPr>
          <p:nvPr>
            <p:ph type="sldNum" sz="quarter" idx="16"/>
            <p:custDataLst>
              <p:tags r:id="rId7"/>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图文结合1">
    <p:spTree>
      <p:nvGrpSpPr>
        <p:cNvPr id="1" name=""/>
        <p:cNvGrpSpPr/>
        <p:nvPr/>
      </p:nvGrpSpPr>
      <p:grpSpPr>
        <a:xfrm>
          <a:off x="0" y="0"/>
          <a:ext cx="0" cy="0"/>
          <a:chOff x="0" y="0"/>
          <a:chExt cx="0" cy="0"/>
        </a:xfrm>
      </p:grpSpPr>
      <p:sp>
        <p:nvSpPr>
          <p:cNvPr id="6" name="文本占位符 10"/>
          <p:cNvSpPr>
            <a:spLocks noGrp="1"/>
          </p:cNvSpPr>
          <p:nvPr>
            <p:ph type="body" sz="quarter" idx="12" hasCustomPrompt="1"/>
          </p:nvPr>
        </p:nvSpPr>
        <p:spPr>
          <a:xfrm>
            <a:off x="748609" y="1699063"/>
            <a:ext cx="4443955" cy="464377"/>
          </a:xfrm>
          <a:prstGeom prst="rect">
            <a:avLst/>
          </a:prstGeom>
        </p:spPr>
        <p:txBody>
          <a:bodyPr anchor="t"/>
          <a:lstStyle>
            <a:lvl1pPr marL="0" indent="0">
              <a:buNone/>
              <a:defRPr sz="2400" b="0" i="0">
                <a:solidFill>
                  <a:schemeClr val="tx1">
                    <a:lumMod val="85000"/>
                    <a:lumOff val="15000"/>
                  </a:schemeClr>
                </a:solidFill>
                <a:latin typeface="微软雅黑" panose="020B0503020204020204" charset="-122"/>
                <a:ea typeface="微软雅黑" panose="020B0503020204020204" charset="-122"/>
              </a:defRPr>
            </a:lvl1pPr>
          </a:lstStyle>
          <a:p>
            <a:pPr lvl="0"/>
            <a:r>
              <a:rPr kumimoji="1" lang="zh-CN" altLang="en-US" dirty="0"/>
              <a:t>图文结合 这里是文字主题</a:t>
            </a:r>
            <a:r>
              <a:rPr kumimoji="1" lang="en-US" altLang="zh-CN" dirty="0"/>
              <a:t>18</a:t>
            </a:r>
            <a:r>
              <a:rPr kumimoji="1" lang="zh-CN" altLang="en-US" dirty="0"/>
              <a:t>号</a:t>
            </a:r>
            <a:endParaRPr kumimoji="1" lang="zh-CN" altLang="en-US" dirty="0"/>
          </a:p>
        </p:txBody>
      </p:sp>
      <p:sp>
        <p:nvSpPr>
          <p:cNvPr id="8" name="文本占位符 10"/>
          <p:cNvSpPr>
            <a:spLocks noGrp="1"/>
          </p:cNvSpPr>
          <p:nvPr>
            <p:ph type="body" sz="quarter" idx="13" hasCustomPrompt="1"/>
          </p:nvPr>
        </p:nvSpPr>
        <p:spPr>
          <a:xfrm>
            <a:off x="748608" y="2377444"/>
            <a:ext cx="4443955" cy="1409400"/>
          </a:xfrm>
          <a:prstGeom prst="rect">
            <a:avLst/>
          </a:prstGeom>
        </p:spPr>
        <p:txBody>
          <a:bodyPr anchor="t"/>
          <a:lstStyle>
            <a:lvl1pPr marL="0" indent="0">
              <a:lnSpc>
                <a:spcPts val="1900"/>
              </a:lnSpc>
              <a:buNone/>
              <a:defRPr sz="1465" b="0" i="0">
                <a:solidFill>
                  <a:schemeClr val="tx1">
                    <a:lumMod val="65000"/>
                    <a:lumOff val="35000"/>
                  </a:schemeClr>
                </a:solidFill>
                <a:latin typeface="微软雅黑" panose="020B0503020204020204" charset="-122"/>
                <a:ea typeface="微软雅黑" panose="020B0503020204020204" charset="-122"/>
              </a:defRPr>
            </a:lvl1pPr>
          </a:lstStyle>
          <a:p>
            <a:pPr lvl="0"/>
            <a:r>
              <a:rPr kumimoji="1" lang="zh-CN" altLang="en-US" dirty="0"/>
              <a:t>这里是一段解释说明文字，这里是一段解释说明文字，这里是一段解释说明文字，这里是一段解释说明文字 </a:t>
            </a:r>
            <a:r>
              <a:rPr kumimoji="1" lang="en-US" altLang="zh-CN" dirty="0"/>
              <a:t>11</a:t>
            </a:r>
            <a:r>
              <a:rPr kumimoji="1" lang="zh-CN" altLang="en-US" dirty="0"/>
              <a:t>号</a:t>
            </a:r>
            <a:endParaRPr kumimoji="1" lang="zh-CN" altLang="en-US" dirty="0"/>
          </a:p>
        </p:txBody>
      </p:sp>
      <p:sp>
        <p:nvSpPr>
          <p:cNvPr id="10" name="文本占位符 10"/>
          <p:cNvSpPr>
            <a:spLocks noGrp="1"/>
          </p:cNvSpPr>
          <p:nvPr>
            <p:ph type="body" sz="quarter" idx="14" hasCustomPrompt="1"/>
          </p:nvPr>
        </p:nvSpPr>
        <p:spPr>
          <a:xfrm>
            <a:off x="748609" y="3796035"/>
            <a:ext cx="2800879" cy="1204212"/>
          </a:xfrm>
          <a:prstGeom prst="rect">
            <a:avLst/>
          </a:prstGeom>
        </p:spPr>
        <p:txBody>
          <a:bodyPr anchor="t"/>
          <a:lstStyle>
            <a:lvl1pPr marL="0" indent="0">
              <a:buNone/>
              <a:defRPr sz="8000" b="1" i="0">
                <a:solidFill>
                  <a:schemeClr val="tx1">
                    <a:lumMod val="85000"/>
                    <a:lumOff val="15000"/>
                  </a:schemeClr>
                </a:solidFill>
                <a:latin typeface="微软雅黑" panose="020B0503020204020204" charset="-122"/>
                <a:ea typeface="微软雅黑" panose="020B0503020204020204" charset="-122"/>
              </a:defRPr>
            </a:lvl1pPr>
          </a:lstStyle>
          <a:p>
            <a:pPr lvl="0"/>
            <a:r>
              <a:rPr kumimoji="1" lang="en-US" altLang="zh-CN" dirty="0"/>
              <a:t>7999</a:t>
            </a:r>
            <a:endParaRPr kumimoji="1" lang="zh-CN" altLang="en-US" dirty="0"/>
          </a:p>
        </p:txBody>
      </p:sp>
      <p:pic>
        <p:nvPicPr>
          <p:cNvPr id="12" name="图片 11" descr="20190402-AIoT 中-RGB-彩.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75691" y="6372520"/>
            <a:ext cx="708076" cy="481739"/>
          </a:xfrm>
          <a:prstGeom prst="rect">
            <a:avLst/>
          </a:prstGeom>
        </p:spPr>
      </p:pic>
      <p:pic>
        <p:nvPicPr>
          <p:cNvPr id="13" name="图片 12" descr="20190402-SKYWORTH 创导未来 中-03.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3037" y="21481"/>
            <a:ext cx="1222627" cy="390912"/>
          </a:xfrm>
          <a:prstGeom prst="rect">
            <a:avLst/>
          </a:prstGeom>
        </p:spPr>
      </p:pic>
      <p:sp>
        <p:nvSpPr>
          <p:cNvPr id="14" name="文本占位符 10"/>
          <p:cNvSpPr>
            <a:spLocks noGrp="1"/>
          </p:cNvSpPr>
          <p:nvPr>
            <p:ph type="body" sz="quarter" idx="15" hasCustomPrompt="1"/>
          </p:nvPr>
        </p:nvSpPr>
        <p:spPr>
          <a:xfrm>
            <a:off x="3327343" y="4526392"/>
            <a:ext cx="1681020" cy="597069"/>
          </a:xfrm>
          <a:prstGeom prst="rect">
            <a:avLst/>
          </a:prstGeom>
        </p:spPr>
        <p:txBody>
          <a:bodyPr anchor="t"/>
          <a:lstStyle>
            <a:lvl1pPr marL="0" indent="0">
              <a:lnSpc>
                <a:spcPts val="1900"/>
              </a:lnSpc>
              <a:buNone/>
              <a:defRPr sz="1465" b="0" i="0">
                <a:solidFill>
                  <a:schemeClr val="tx1">
                    <a:lumMod val="65000"/>
                    <a:lumOff val="35000"/>
                  </a:schemeClr>
                </a:solidFill>
                <a:latin typeface="微软雅黑" panose="020B0503020204020204" charset="-122"/>
                <a:ea typeface="微软雅黑" panose="020B0503020204020204" charset="-122"/>
              </a:defRPr>
            </a:lvl1pPr>
          </a:lstStyle>
          <a:p>
            <a:pPr lvl="0"/>
            <a:r>
              <a:rPr kumimoji="1" lang="zh-CN" altLang="en-US" dirty="0"/>
              <a:t>元</a:t>
            </a:r>
            <a:endParaRPr kumimoji="1"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6" Type="http://schemas.openxmlformats.org/officeDocument/2006/relationships/theme" Target="../theme/theme2.xml"/><Relationship Id="rId25" Type="http://schemas.openxmlformats.org/officeDocument/2006/relationships/tags" Target="../tags/tag220.xml"/><Relationship Id="rId24" Type="http://schemas.openxmlformats.org/officeDocument/2006/relationships/tags" Target="../tags/tag219.xml"/><Relationship Id="rId23" Type="http://schemas.openxmlformats.org/officeDocument/2006/relationships/tags" Target="../tags/tag218.xml"/><Relationship Id="rId22" Type="http://schemas.openxmlformats.org/officeDocument/2006/relationships/tags" Target="../tags/tag217.xml"/><Relationship Id="rId21" Type="http://schemas.openxmlformats.org/officeDocument/2006/relationships/tags" Target="../tags/tag216.xml"/><Relationship Id="rId20" Type="http://schemas.openxmlformats.org/officeDocument/2006/relationships/tags" Target="../tags/tag215.xml"/><Relationship Id="rId2" Type="http://schemas.openxmlformats.org/officeDocument/2006/relationships/slideLayout" Target="../slideLayouts/slideLayout14.xml"/><Relationship Id="rId19" Type="http://schemas.openxmlformats.org/officeDocument/2006/relationships/slideLayout" Target="../slideLayouts/slideLayout31.xml"/><Relationship Id="rId18" Type="http://schemas.openxmlformats.org/officeDocument/2006/relationships/slideLayout" Target="../slideLayouts/slideLayout30.xml"/><Relationship Id="rId17" Type="http://schemas.openxmlformats.org/officeDocument/2006/relationships/slideLayout" Target="../slideLayouts/slideLayout29.xml"/><Relationship Id="rId16" Type="http://schemas.openxmlformats.org/officeDocument/2006/relationships/slideLayout" Target="../slideLayouts/slideLayout28.xml"/><Relationship Id="rId15" Type="http://schemas.openxmlformats.org/officeDocument/2006/relationships/slideLayout" Target="../slideLayouts/slideLayout27.xml"/><Relationship Id="rId14" Type="http://schemas.openxmlformats.org/officeDocument/2006/relationships/slideLayout" Target="../slideLayouts/slideLayout26.xml"/><Relationship Id="rId13" Type="http://schemas.openxmlformats.org/officeDocument/2006/relationships/slideLayout" Target="../slideLayouts/slideLayout25.xml"/><Relationship Id="rId12" Type="http://schemas.openxmlformats.org/officeDocument/2006/relationships/slideLayout" Target="../slideLayouts/slideLayout24.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0"/>
            </p:custDataLst>
          </p:nvPr>
        </p:nvSpPr>
        <p:spPr>
          <a:xfrm>
            <a:off x="669882" y="443230"/>
            <a:ext cx="10852237" cy="441964"/>
          </a:xfrm>
          <a:prstGeom prst="rect">
            <a:avLst/>
          </a:prstGeom>
        </p:spPr>
        <p:txBody>
          <a:bodyPr vert="horz" lIns="101600" tIns="38100" rIns="76200" bIns="38100" rtlCol="0" anchor="t" anchorCtr="0">
            <a:no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1"/>
            </p:custDataLst>
          </p:nvPr>
        </p:nvSpPr>
        <p:spPr>
          <a:xfrm>
            <a:off x="669882" y="952508"/>
            <a:ext cx="10852237" cy="5388907"/>
          </a:xfrm>
          <a:prstGeom prst="rect">
            <a:avLst/>
          </a:prstGeom>
        </p:spPr>
        <p:txBody>
          <a:bodyPr vert="horz" lIns="101600" tIns="0" rIns="8255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2"/>
            </p:custDataLst>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3"/>
            </p:custDataLst>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4"/>
            </p:custDataLst>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dirty="0"/>
          </a:p>
        </p:txBody>
      </p:sp>
      <p:sp>
        <p:nvSpPr>
          <p:cNvPr id="7" name="KSO_TEMPLATE" hidden="1"/>
          <p:cNvSpPr/>
          <p:nvPr userDrawn="1">
            <p:custDataLst>
              <p:tags r:id="rId25"/>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Lst>
  <p:txStyles>
    <p:titleStyle>
      <a:lvl1pPr algn="l" defTabSz="914400" rtl="0" eaLnBrk="1" fontAlgn="auto" latinLnBrk="0" hangingPunct="1">
        <a:lnSpc>
          <a:spcPct val="100000"/>
        </a:lnSpc>
        <a:spcBef>
          <a:spcPct val="0"/>
        </a:spcBef>
        <a:buNone/>
        <a:defRPr sz="2400" b="1"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15.xml"/><Relationship Id="rId3" Type="http://schemas.openxmlformats.org/officeDocument/2006/relationships/tags" Target="../tags/tag223.xml"/><Relationship Id="rId2" Type="http://schemas.openxmlformats.org/officeDocument/2006/relationships/tags" Target="../tags/tag222.xml"/><Relationship Id="rId1" Type="http://schemas.openxmlformats.org/officeDocument/2006/relationships/tags" Target="../tags/tag221.xml"/></Relationships>
</file>

<file path=ppt/slides/_rels/slide3.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11.xml"/><Relationship Id="rId4" Type="http://schemas.openxmlformats.org/officeDocument/2006/relationships/tags" Target="../tags/tag227.xml"/><Relationship Id="rId3" Type="http://schemas.openxmlformats.org/officeDocument/2006/relationships/tags" Target="../tags/tag226.xml"/><Relationship Id="rId2" Type="http://schemas.openxmlformats.org/officeDocument/2006/relationships/tags" Target="../tags/tag225.xml"/><Relationship Id="rId1" Type="http://schemas.openxmlformats.org/officeDocument/2006/relationships/tags" Target="../tags/tag224.xml"/></Relationships>
</file>

<file path=ppt/slides/_rels/slide4.xml.rels><?xml version="1.0" encoding="UTF-8" standalone="yes"?>
<Relationships xmlns="http://schemas.openxmlformats.org/package/2006/relationships"><Relationship Id="rId8" Type="http://schemas.openxmlformats.org/officeDocument/2006/relationships/notesSlide" Target="../notesSlides/notesSlide2.xml"/><Relationship Id="rId7" Type="http://schemas.openxmlformats.org/officeDocument/2006/relationships/slideLayout" Target="../slideLayouts/slideLayout11.xml"/><Relationship Id="rId6" Type="http://schemas.openxmlformats.org/officeDocument/2006/relationships/tags" Target="../tags/tag232.xml"/><Relationship Id="rId5" Type="http://schemas.openxmlformats.org/officeDocument/2006/relationships/tags" Target="../tags/tag231.xml"/><Relationship Id="rId4" Type="http://schemas.openxmlformats.org/officeDocument/2006/relationships/tags" Target="../tags/tag230.xml"/><Relationship Id="rId3" Type="http://schemas.openxmlformats.org/officeDocument/2006/relationships/tags" Target="../tags/tag229.xml"/><Relationship Id="rId2" Type="http://schemas.openxmlformats.org/officeDocument/2006/relationships/tags" Target="../tags/tag228.xml"/><Relationship Id="rId1" Type="http://schemas.openxmlformats.org/officeDocument/2006/relationships/chart" Target="../charts/chart1.xml"/></Relationships>
</file>

<file path=ppt/slides/_rels/slide5.xml.rels><?xml version="1.0" encoding="UTF-8" standalone="yes"?>
<Relationships xmlns="http://schemas.openxmlformats.org/package/2006/relationships"><Relationship Id="rId9" Type="http://schemas.openxmlformats.org/officeDocument/2006/relationships/image" Target="../media/image11.png"/><Relationship Id="rId8" Type="http://schemas.openxmlformats.org/officeDocument/2006/relationships/tags" Target="../tags/tag236.xml"/><Relationship Id="rId7" Type="http://schemas.openxmlformats.org/officeDocument/2006/relationships/image" Target="../media/image10.png"/><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3" Type="http://schemas.openxmlformats.org/officeDocument/2006/relationships/tags" Target="../tags/tag235.xml"/><Relationship Id="rId2" Type="http://schemas.openxmlformats.org/officeDocument/2006/relationships/tags" Target="../tags/tag234.xml"/><Relationship Id="rId11" Type="http://schemas.openxmlformats.org/officeDocument/2006/relationships/notesSlide" Target="../notesSlides/notesSlide3.xml"/><Relationship Id="rId10" Type="http://schemas.openxmlformats.org/officeDocument/2006/relationships/slideLayout" Target="../slideLayouts/slideLayout11.xml"/><Relationship Id="rId1" Type="http://schemas.openxmlformats.org/officeDocument/2006/relationships/tags" Target="../tags/tag233.xml"/></Relationships>
</file>

<file path=ppt/slides/_rels/slide6.xml.rels><?xml version="1.0" encoding="UTF-8" standalone="yes"?>
<Relationships xmlns="http://schemas.openxmlformats.org/package/2006/relationships"><Relationship Id="rId9" Type="http://schemas.openxmlformats.org/officeDocument/2006/relationships/tags" Target="../tags/tag241.xml"/><Relationship Id="rId8" Type="http://schemas.openxmlformats.org/officeDocument/2006/relationships/image" Target="../media/image15.png"/><Relationship Id="rId7" Type="http://schemas.openxmlformats.org/officeDocument/2006/relationships/image" Target="../media/image14.png"/><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tags" Target="../tags/tag240.xml"/><Relationship Id="rId3" Type="http://schemas.openxmlformats.org/officeDocument/2006/relationships/tags" Target="../tags/tag239.xml"/><Relationship Id="rId2" Type="http://schemas.openxmlformats.org/officeDocument/2006/relationships/tags" Target="../tags/tag238.xml"/><Relationship Id="rId13" Type="http://schemas.openxmlformats.org/officeDocument/2006/relationships/notesSlide" Target="../notesSlides/notesSlide4.xml"/><Relationship Id="rId12" Type="http://schemas.openxmlformats.org/officeDocument/2006/relationships/slideLayout" Target="../slideLayouts/slideLayout11.xml"/><Relationship Id="rId11" Type="http://schemas.openxmlformats.org/officeDocument/2006/relationships/tags" Target="../tags/tag242.xml"/><Relationship Id="rId10" Type="http://schemas.openxmlformats.org/officeDocument/2006/relationships/image" Target="../media/image16.png"/><Relationship Id="rId1" Type="http://schemas.openxmlformats.org/officeDocument/2006/relationships/tags" Target="../tags/tag237.xml"/></Relationships>
</file>

<file path=ppt/slides/_rels/slide7.xml.rels><?xml version="1.0" encoding="UTF-8" standalone="yes"?>
<Relationships xmlns="http://schemas.openxmlformats.org/package/2006/relationships"><Relationship Id="rId9" Type="http://schemas.openxmlformats.org/officeDocument/2006/relationships/tags" Target="../tags/tag249.xml"/><Relationship Id="rId8" Type="http://schemas.openxmlformats.org/officeDocument/2006/relationships/tags" Target="../tags/tag248.xml"/><Relationship Id="rId7" Type="http://schemas.openxmlformats.org/officeDocument/2006/relationships/tags" Target="../tags/tag247.xml"/><Relationship Id="rId6" Type="http://schemas.openxmlformats.org/officeDocument/2006/relationships/image" Target="../media/image18.png"/><Relationship Id="rId5" Type="http://schemas.openxmlformats.org/officeDocument/2006/relationships/tags" Target="../tags/tag246.xml"/><Relationship Id="rId4" Type="http://schemas.openxmlformats.org/officeDocument/2006/relationships/image" Target="../media/image17.png"/><Relationship Id="rId3" Type="http://schemas.openxmlformats.org/officeDocument/2006/relationships/tags" Target="../tags/tag245.xml"/><Relationship Id="rId2" Type="http://schemas.openxmlformats.org/officeDocument/2006/relationships/tags" Target="../tags/tag244.xml"/><Relationship Id="rId13" Type="http://schemas.openxmlformats.org/officeDocument/2006/relationships/notesSlide" Target="../notesSlides/notesSlide5.xml"/><Relationship Id="rId12" Type="http://schemas.openxmlformats.org/officeDocument/2006/relationships/slideLayout" Target="../slideLayouts/slideLayout11.xml"/><Relationship Id="rId11" Type="http://schemas.openxmlformats.org/officeDocument/2006/relationships/image" Target="../media/image19.png"/><Relationship Id="rId10" Type="http://schemas.openxmlformats.org/officeDocument/2006/relationships/tags" Target="../tags/tag250.xml"/><Relationship Id="rId1" Type="http://schemas.openxmlformats.org/officeDocument/2006/relationships/tags" Target="../tags/tag243.xml"/></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15.xml"/><Relationship Id="rId3" Type="http://schemas.openxmlformats.org/officeDocument/2006/relationships/tags" Target="../tags/tag253.xml"/><Relationship Id="rId2" Type="http://schemas.openxmlformats.org/officeDocument/2006/relationships/tags" Target="../tags/tag252.xml"/><Relationship Id="rId1" Type="http://schemas.openxmlformats.org/officeDocument/2006/relationships/tags" Target="../tags/tag251.xml"/></Relationships>
</file>

<file path=ppt/slides/_rels/slide9.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slideLayout" Target="../slideLayouts/slideLayout31.xml"/><Relationship Id="rId5" Type="http://schemas.openxmlformats.org/officeDocument/2006/relationships/tags" Target="../tags/tag257.xml"/><Relationship Id="rId4" Type="http://schemas.openxmlformats.org/officeDocument/2006/relationships/tags" Target="../tags/tag256.xml"/><Relationship Id="rId3" Type="http://schemas.openxmlformats.org/officeDocument/2006/relationships/tags" Target="../tags/tag255.xml"/><Relationship Id="rId2" Type="http://schemas.openxmlformats.org/officeDocument/2006/relationships/tags" Target="../tags/tag254.xml"/><Relationship Id="rId1" Type="http://schemas.openxmlformats.org/officeDocument/2006/relationships/chart" Target="../charts/chart2.xml"/></Relationships>
</file>

<file path=ppt/slides/_rels/slide10.xml.rels><?xml version="1.0" encoding="UTF-8" standalone="yes"?>
<Relationships xmlns="http://schemas.openxmlformats.org/package/2006/relationships"><Relationship Id="rId9" Type="http://schemas.openxmlformats.org/officeDocument/2006/relationships/tags" Target="../tags/tag266.xml"/><Relationship Id="rId8" Type="http://schemas.openxmlformats.org/officeDocument/2006/relationships/tags" Target="../tags/tag265.xml"/><Relationship Id="rId7" Type="http://schemas.openxmlformats.org/officeDocument/2006/relationships/tags" Target="../tags/tag264.xml"/><Relationship Id="rId6" Type="http://schemas.openxmlformats.org/officeDocument/2006/relationships/tags" Target="../tags/tag263.xml"/><Relationship Id="rId5" Type="http://schemas.openxmlformats.org/officeDocument/2006/relationships/tags" Target="../tags/tag262.xml"/><Relationship Id="rId4" Type="http://schemas.openxmlformats.org/officeDocument/2006/relationships/tags" Target="../tags/tag261.xml"/><Relationship Id="rId3" Type="http://schemas.openxmlformats.org/officeDocument/2006/relationships/tags" Target="../tags/tag260.xml"/><Relationship Id="rId2" Type="http://schemas.openxmlformats.org/officeDocument/2006/relationships/tags" Target="../tags/tag259.xml"/><Relationship Id="rId19" Type="http://schemas.openxmlformats.org/officeDocument/2006/relationships/slideLayout" Target="../slideLayouts/slideLayout31.xml"/><Relationship Id="rId18" Type="http://schemas.openxmlformats.org/officeDocument/2006/relationships/tags" Target="../tags/tag275.xml"/><Relationship Id="rId17" Type="http://schemas.openxmlformats.org/officeDocument/2006/relationships/tags" Target="../tags/tag274.xml"/><Relationship Id="rId16" Type="http://schemas.openxmlformats.org/officeDocument/2006/relationships/tags" Target="../tags/tag273.xml"/><Relationship Id="rId15" Type="http://schemas.openxmlformats.org/officeDocument/2006/relationships/tags" Target="../tags/tag272.xml"/><Relationship Id="rId14" Type="http://schemas.openxmlformats.org/officeDocument/2006/relationships/tags" Target="../tags/tag271.xml"/><Relationship Id="rId13" Type="http://schemas.openxmlformats.org/officeDocument/2006/relationships/tags" Target="../tags/tag270.xml"/><Relationship Id="rId12" Type="http://schemas.openxmlformats.org/officeDocument/2006/relationships/tags" Target="../tags/tag269.xml"/><Relationship Id="rId11" Type="http://schemas.openxmlformats.org/officeDocument/2006/relationships/tags" Target="../tags/tag268.xml"/><Relationship Id="rId10" Type="http://schemas.openxmlformats.org/officeDocument/2006/relationships/tags" Target="../tags/tag267.xml"/><Relationship Id="rId1" Type="http://schemas.openxmlformats.org/officeDocument/2006/relationships/tags" Target="../tags/tag258.xml"/></Relationships>
</file>

<file path=ppt/slides/_rels/slide11.xml.rels><?xml version="1.0" encoding="UTF-8" standalone="yes"?>
<Relationships xmlns="http://schemas.openxmlformats.org/package/2006/relationships"><Relationship Id="rId9" Type="http://schemas.openxmlformats.org/officeDocument/2006/relationships/tags" Target="../tags/tag284.xml"/><Relationship Id="rId8" Type="http://schemas.openxmlformats.org/officeDocument/2006/relationships/tags" Target="../tags/tag283.xml"/><Relationship Id="rId7" Type="http://schemas.openxmlformats.org/officeDocument/2006/relationships/tags" Target="../tags/tag282.xml"/><Relationship Id="rId6" Type="http://schemas.openxmlformats.org/officeDocument/2006/relationships/tags" Target="../tags/tag281.xml"/><Relationship Id="rId5" Type="http://schemas.openxmlformats.org/officeDocument/2006/relationships/tags" Target="../tags/tag280.xml"/><Relationship Id="rId4" Type="http://schemas.openxmlformats.org/officeDocument/2006/relationships/tags" Target="../tags/tag279.xml"/><Relationship Id="rId3" Type="http://schemas.openxmlformats.org/officeDocument/2006/relationships/tags" Target="../tags/tag278.xml"/><Relationship Id="rId20" Type="http://schemas.openxmlformats.org/officeDocument/2006/relationships/notesSlide" Target="../notesSlides/notesSlide7.xml"/><Relationship Id="rId2" Type="http://schemas.openxmlformats.org/officeDocument/2006/relationships/tags" Target="../tags/tag277.xml"/><Relationship Id="rId19" Type="http://schemas.openxmlformats.org/officeDocument/2006/relationships/slideLayout" Target="../slideLayouts/slideLayout31.xml"/><Relationship Id="rId18" Type="http://schemas.openxmlformats.org/officeDocument/2006/relationships/tags" Target="../tags/tag293.xml"/><Relationship Id="rId17" Type="http://schemas.openxmlformats.org/officeDocument/2006/relationships/tags" Target="../tags/tag292.xml"/><Relationship Id="rId16" Type="http://schemas.openxmlformats.org/officeDocument/2006/relationships/tags" Target="../tags/tag291.xml"/><Relationship Id="rId15" Type="http://schemas.openxmlformats.org/officeDocument/2006/relationships/tags" Target="../tags/tag290.xml"/><Relationship Id="rId14" Type="http://schemas.openxmlformats.org/officeDocument/2006/relationships/tags" Target="../tags/tag289.xml"/><Relationship Id="rId13" Type="http://schemas.openxmlformats.org/officeDocument/2006/relationships/tags" Target="../tags/tag288.xml"/><Relationship Id="rId12" Type="http://schemas.openxmlformats.org/officeDocument/2006/relationships/tags" Target="../tags/tag287.xml"/><Relationship Id="rId11" Type="http://schemas.openxmlformats.org/officeDocument/2006/relationships/tags" Target="../tags/tag286.xml"/><Relationship Id="rId10" Type="http://schemas.openxmlformats.org/officeDocument/2006/relationships/tags" Target="../tags/tag285.xml"/><Relationship Id="rId1" Type="http://schemas.openxmlformats.org/officeDocument/2006/relationships/tags" Target="../tags/tag276.xml"/></Relationships>
</file>

<file path=ppt/slides/_rels/slide12.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image" Target="../media/image23.png"/><Relationship Id="rId7" Type="http://schemas.openxmlformats.org/officeDocument/2006/relationships/image" Target="../media/image22.png"/><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tags" Target="../tags/tag297.xml"/><Relationship Id="rId3" Type="http://schemas.openxmlformats.org/officeDocument/2006/relationships/tags" Target="../tags/tag296.xml"/><Relationship Id="rId2" Type="http://schemas.openxmlformats.org/officeDocument/2006/relationships/tags" Target="../tags/tag295.xml"/><Relationship Id="rId10" Type="http://schemas.openxmlformats.org/officeDocument/2006/relationships/notesSlide" Target="../notesSlides/notesSlide8.xml"/><Relationship Id="rId1" Type="http://schemas.openxmlformats.org/officeDocument/2006/relationships/tags" Target="../tags/tag294.xml"/></Relationships>
</file>

<file path=ppt/slides/_rels/slide13.xml.rels><?xml version="1.0" encoding="UTF-8" standalone="yes"?>
<Relationships xmlns="http://schemas.openxmlformats.org/package/2006/relationships"><Relationship Id="rId8" Type="http://schemas.openxmlformats.org/officeDocument/2006/relationships/notesSlide" Target="../notesSlides/notesSlide9.xml"/><Relationship Id="rId7" Type="http://schemas.openxmlformats.org/officeDocument/2006/relationships/slideLayout" Target="../slideLayouts/slideLayout31.xml"/><Relationship Id="rId6" Type="http://schemas.openxmlformats.org/officeDocument/2006/relationships/image" Target="../media/image25.jpeg"/><Relationship Id="rId5" Type="http://schemas.openxmlformats.org/officeDocument/2006/relationships/image" Target="../media/image24.jpeg"/><Relationship Id="rId4" Type="http://schemas.openxmlformats.org/officeDocument/2006/relationships/tags" Target="../tags/tag301.xml"/><Relationship Id="rId3" Type="http://schemas.openxmlformats.org/officeDocument/2006/relationships/tags" Target="../tags/tag300.xml"/><Relationship Id="rId2" Type="http://schemas.openxmlformats.org/officeDocument/2006/relationships/tags" Target="../tags/tag299.xml"/><Relationship Id="rId1" Type="http://schemas.openxmlformats.org/officeDocument/2006/relationships/tags" Target="../tags/tag298.xml"/></Relationships>
</file>

<file path=ppt/slides/_rels/slide14.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31.xml"/><Relationship Id="rId4" Type="http://schemas.openxmlformats.org/officeDocument/2006/relationships/tags" Target="../tags/tag305.xml"/><Relationship Id="rId3" Type="http://schemas.openxmlformats.org/officeDocument/2006/relationships/tags" Target="../tags/tag304.xml"/><Relationship Id="rId2" Type="http://schemas.openxmlformats.org/officeDocument/2006/relationships/tags" Target="../tags/tag303.xml"/><Relationship Id="rId1" Type="http://schemas.openxmlformats.org/officeDocument/2006/relationships/tags" Target="../tags/tag30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1139190" y="1807845"/>
            <a:ext cx="9931400" cy="2680970"/>
          </a:xfrm>
        </p:spPr>
        <p:txBody>
          <a:bodyPr>
            <a:noAutofit/>
          </a:bodyPr>
          <a:lstStyle/>
          <a:p>
            <a:pPr lvl="0" algn="ctr">
              <a:lnSpc>
                <a:spcPct val="150000"/>
              </a:lnSpc>
            </a:pPr>
            <a:r>
              <a:rPr kumimoji="1" lang="zh-CN" altLang="en-US" sz="4800" b="1" dirty="0">
                <a:solidFill>
                  <a:schemeClr val="tx1"/>
                </a:solidFill>
                <a:sym typeface="+mn-ea"/>
              </a:rPr>
              <a:t>创维</a:t>
            </a:r>
            <a:r>
              <a:rPr kumimoji="1" lang="en-US" altLang="zh-CN" sz="4800" b="1" dirty="0">
                <a:solidFill>
                  <a:schemeClr val="tx1"/>
                </a:solidFill>
                <a:sym typeface="+mn-ea"/>
              </a:rPr>
              <a:t>75</a:t>
            </a:r>
            <a:r>
              <a:rPr kumimoji="1" lang="en-US" sz="4800" b="1" smtClean="0">
                <a:solidFill>
                  <a:schemeClr val="tx1"/>
                </a:solidFill>
                <a:sym typeface="+mn-ea"/>
              </a:rPr>
              <a:t>A7FP</a:t>
            </a:r>
            <a:r>
              <a:rPr kumimoji="1" lang="en-US" altLang="zh-CN" sz="4800" b="1" dirty="0">
                <a:solidFill>
                  <a:schemeClr val="tx1"/>
                </a:solidFill>
                <a:sym typeface="+mn-ea"/>
              </a:rPr>
              <a:t> &amp; </a:t>
            </a:r>
            <a:r>
              <a:rPr kumimoji="1" lang="en-US" altLang="zh-CN" sz="4800" b="1" smtClean="0">
                <a:solidFill>
                  <a:schemeClr val="tx1"/>
                </a:solidFill>
                <a:sym typeface="+mn-ea"/>
              </a:rPr>
              <a:t>TCL</a:t>
            </a:r>
            <a:r>
              <a:rPr kumimoji="1" lang="en-US" sz="4800" b="1" dirty="0">
                <a:solidFill>
                  <a:schemeClr val="tx1"/>
                </a:solidFill>
                <a:sym typeface="+mn-ea"/>
              </a:rPr>
              <a:t>85Q10LP</a:t>
            </a:r>
            <a:r>
              <a:rPr kumimoji="1" lang="en-US" altLang="zh-CN" sz="4800" b="1" dirty="0">
                <a:solidFill>
                  <a:schemeClr val="tx1"/>
                </a:solidFill>
                <a:sym typeface="+mn-ea"/>
              </a:rPr>
              <a:t> </a:t>
            </a:r>
            <a:endParaRPr kumimoji="1" lang="en-US" altLang="zh-CN" sz="4800" b="1" dirty="0">
              <a:solidFill>
                <a:schemeClr val="tx1"/>
              </a:solidFill>
              <a:sym typeface="+mn-ea"/>
            </a:endParaRPr>
          </a:p>
          <a:p>
            <a:pPr lvl="0" algn="ctr">
              <a:lnSpc>
                <a:spcPct val="150000"/>
              </a:lnSpc>
            </a:pPr>
            <a:r>
              <a:rPr kumimoji="1" lang="zh-CN" altLang="en-US" sz="4800" b="1" dirty="0">
                <a:solidFill>
                  <a:schemeClr val="tx1"/>
                </a:solidFill>
                <a:sym typeface="+mn-ea"/>
              </a:rPr>
              <a:t>竞品分析</a:t>
            </a:r>
            <a:endParaRPr kumimoji="1" lang="zh-CN" altLang="en-US" sz="4800" b="1" dirty="0">
              <a:solidFill>
                <a:schemeClr val="tx1"/>
              </a:solidFill>
              <a:sym typeface="+mn-ea"/>
            </a:endParaRPr>
          </a:p>
          <a:p>
            <a:pPr lvl="0" algn="r"/>
            <a:endParaRPr kumimoji="1" lang="zh-CN" altLang="en-US" sz="4800" b="1" dirty="0">
              <a:solidFill>
                <a:schemeClr val="tx1"/>
              </a:solidFill>
              <a:sym typeface="+mn-ea"/>
            </a:endParaRPr>
          </a:p>
        </p:txBody>
      </p:sp>
      <p:sp>
        <p:nvSpPr>
          <p:cNvPr id="3" name="文本占位符 1"/>
          <p:cNvSpPr>
            <a:spLocks noGrp="1"/>
          </p:cNvSpPr>
          <p:nvPr/>
        </p:nvSpPr>
        <p:spPr>
          <a:xfrm>
            <a:off x="3939223" y="5549900"/>
            <a:ext cx="4331335" cy="797560"/>
          </a:xfrm>
          <a:prstGeom prst="rect">
            <a:avLst/>
          </a:prstGeom>
        </p:spPr>
        <p:txBody>
          <a:bodyPr anchor="t"/>
          <a:lstStyle>
            <a:lvl1pPr marL="0" indent="0" algn="l" defTabSz="457200" rtl="0" eaLnBrk="1" latinLnBrk="0" hangingPunct="1">
              <a:spcBef>
                <a:spcPct val="20000"/>
              </a:spcBef>
              <a:buFont typeface="Arial" panose="020B0604020202020204"/>
              <a:buNone/>
              <a:defRPr sz="4000" b="0" i="0" kern="1200">
                <a:solidFill>
                  <a:srgbClr val="41B2DB"/>
                </a:solidFill>
                <a:latin typeface="微软雅黑" panose="020B0503020204020204" charset="-122"/>
                <a:ea typeface="微软雅黑" panose="020B0503020204020204" charset="-122"/>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lvl="0" algn="ctr">
              <a:lnSpc>
                <a:spcPct val="150000"/>
              </a:lnSpc>
            </a:pPr>
            <a:r>
              <a:rPr kumimoji="1" lang="zh-CN" sz="1800" dirty="0">
                <a:solidFill>
                  <a:schemeClr val="tx1"/>
                </a:solidFill>
                <a:sym typeface="+mn-ea"/>
              </a:rPr>
              <a:t>软件平台</a:t>
            </a:r>
            <a:r>
              <a:rPr kumimoji="1" lang="en-US" altLang="zh-CN" sz="1800" dirty="0">
                <a:solidFill>
                  <a:schemeClr val="tx1"/>
                </a:solidFill>
                <a:sym typeface="+mn-ea"/>
              </a:rPr>
              <a:t> </a:t>
            </a:r>
            <a:r>
              <a:rPr kumimoji="1" lang="zh-CN" altLang="en-US" sz="1800" dirty="0">
                <a:solidFill>
                  <a:schemeClr val="tx1"/>
                </a:solidFill>
                <a:sym typeface="+mn-ea"/>
              </a:rPr>
              <a:t>画质实验室</a:t>
            </a:r>
            <a:r>
              <a:rPr kumimoji="1" lang="en-US" altLang="zh-CN" sz="1800" dirty="0">
                <a:solidFill>
                  <a:schemeClr val="tx1"/>
                </a:solidFill>
                <a:sym typeface="+mn-ea"/>
              </a:rPr>
              <a:t>   2025.07</a:t>
            </a:r>
            <a:endParaRPr kumimoji="1" lang="en-US" altLang="zh-CN" sz="1800" dirty="0">
              <a:solidFill>
                <a:schemeClr val="tx1"/>
              </a:solidFill>
              <a:sym typeface="+mn-ea"/>
            </a:endParaRPr>
          </a:p>
        </p:txBody>
      </p:sp>
      <p:sp>
        <p:nvSpPr>
          <p:cNvPr id="4" name="文本框 3"/>
          <p:cNvSpPr txBox="1"/>
          <p:nvPr/>
        </p:nvSpPr>
        <p:spPr>
          <a:xfrm>
            <a:off x="2040890" y="378460"/>
            <a:ext cx="4064000" cy="368300"/>
          </a:xfrm>
          <a:prstGeom prst="rect">
            <a:avLst/>
          </a:prstGeom>
          <a:noFill/>
        </p:spPr>
        <p:txBody>
          <a:bodyPr wrap="square" rtlCol="0">
            <a:spAutoFit/>
          </a:bodyPr>
          <a:p>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文本框 139"/>
          <p:cNvSpPr txBox="1"/>
          <p:nvPr>
            <p:custDataLst>
              <p:tags r:id="rId1"/>
            </p:custDataLst>
          </p:nvPr>
        </p:nvSpPr>
        <p:spPr>
          <a:xfrm>
            <a:off x="3528846" y="2407059"/>
            <a:ext cx="5134307" cy="706755"/>
          </a:xfrm>
          <a:prstGeom prst="rect">
            <a:avLst/>
          </a:prstGeom>
          <a:noFill/>
        </p:spPr>
        <p:txBody>
          <a:bodyPr wrap="square" lIns="90000" tIns="46800" rIns="90000" bIns="46800" rtlCol="0">
            <a:normAutofit lnSpcReduction="20000"/>
          </a:bodyPr>
          <a:lstStyle/>
          <a:p>
            <a:pPr algn="ctr"/>
            <a:r>
              <a:rPr lang="en-US" altLang="zh-CN" sz="4000" dirty="0">
                <a:solidFill>
                  <a:schemeClr val="bg1"/>
                </a:solidFill>
                <a:latin typeface="微软雅黑" panose="020B0503020204020204" charset="-122"/>
                <a:ea typeface="微软雅黑" panose="020B0503020204020204" charset="-122"/>
              </a:rPr>
              <a:t>PART  01</a:t>
            </a:r>
            <a:endParaRPr lang="en-US" altLang="zh-CN" sz="4000" dirty="0">
              <a:solidFill>
                <a:schemeClr val="bg1"/>
              </a:solidFill>
              <a:latin typeface="微软雅黑" panose="020B0503020204020204" charset="-122"/>
              <a:ea typeface="微软雅黑" panose="020B0503020204020204" charset="-122"/>
            </a:endParaRPr>
          </a:p>
        </p:txBody>
      </p:sp>
      <p:sp>
        <p:nvSpPr>
          <p:cNvPr id="7" name="标题 6"/>
          <p:cNvSpPr>
            <a:spLocks noGrp="1"/>
          </p:cNvSpPr>
          <p:nvPr>
            <p:ph type="title"/>
            <p:custDataLst>
              <p:tags r:id="rId2"/>
            </p:custDataLst>
          </p:nvPr>
        </p:nvSpPr>
        <p:spPr/>
        <p:txBody>
          <a:bodyPr wrap="square" bIns="46800">
            <a:normAutofit fontScale="90000"/>
          </a:bodyPr>
          <a:lstStyle/>
          <a:p>
            <a:r>
              <a:rPr lang="zh-CN" altLang="en-US" dirty="0">
                <a:latin typeface="微软雅黑" panose="020B0503020204020204" charset="-122"/>
                <a:ea typeface="微软雅黑" panose="020B0503020204020204" charset="-122"/>
                <a:sym typeface="+mn-ea"/>
              </a:rPr>
              <a:t>客观数据分析</a:t>
            </a:r>
            <a:endParaRPr lang="zh-CN" altLang="en-US" dirty="0">
              <a:latin typeface="微软雅黑" panose="020B0503020204020204" charset="-122"/>
              <a:ea typeface="微软雅黑" panose="020B0503020204020204" charset="-122"/>
              <a:sym typeface="+mn-ea"/>
            </a:endParaRPr>
          </a:p>
        </p:txBody>
      </p:sp>
    </p:spTree>
    <p:custDataLst>
      <p:tags r:id="rId3"/>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1"/>
            </p:custDataLst>
          </p:nvPr>
        </p:nvSpPr>
        <p:spPr>
          <a:xfrm>
            <a:off x="361950" y="698500"/>
            <a:ext cx="5291455" cy="430530"/>
          </a:xfrm>
          <a:prstGeom prst="rect">
            <a:avLst/>
          </a:prstGeom>
          <a:noFill/>
        </p:spPr>
        <p:txBody>
          <a:bodyPr wrap="square" lIns="0" tIns="0" rIns="0" bIns="0" rtlCol="0">
            <a:spAutoFit/>
          </a:bodyPr>
          <a:p>
            <a:r>
              <a:rPr lang="zh-CN" altLang="en-US" sz="2800" b="1">
                <a:solidFill>
                  <a:schemeClr val="tx1"/>
                </a:solidFill>
                <a:latin typeface="微软雅黑" panose="020B0503020204020204" charset="-122"/>
                <a:ea typeface="微软雅黑" panose="020B0503020204020204" charset="-122"/>
                <a:cs typeface="微软雅黑" panose="020B0503020204020204" charset="-122"/>
              </a:rPr>
              <a:t>客观数据</a:t>
            </a:r>
            <a:r>
              <a:rPr lang="zh-CN" altLang="en-US" sz="2800" b="1">
                <a:solidFill>
                  <a:schemeClr val="tx1"/>
                </a:solidFill>
                <a:latin typeface="微软雅黑" panose="020B0503020204020204" charset="-122"/>
                <a:ea typeface="微软雅黑" panose="020B0503020204020204" charset="-122"/>
                <a:cs typeface="微软雅黑" panose="020B0503020204020204" charset="-122"/>
              </a:rPr>
              <a:t>总览</a:t>
            </a:r>
            <a:endParaRPr lang="zh-CN" altLang="en-US" sz="2800" b="1">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8" name="矩形 7"/>
          <p:cNvSpPr/>
          <p:nvPr>
            <p:custDataLst>
              <p:tags r:id="rId2"/>
            </p:custDataLst>
          </p:nvPr>
        </p:nvSpPr>
        <p:spPr>
          <a:xfrm>
            <a:off x="-1905" y="574675"/>
            <a:ext cx="159385" cy="6318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aphicFrame>
        <p:nvGraphicFramePr>
          <p:cNvPr id="9" name="表格 8"/>
          <p:cNvGraphicFramePr/>
          <p:nvPr>
            <p:custDataLst>
              <p:tags r:id="rId3"/>
            </p:custDataLst>
          </p:nvPr>
        </p:nvGraphicFramePr>
        <p:xfrm>
          <a:off x="530860" y="1662430"/>
          <a:ext cx="11004550" cy="4509135"/>
        </p:xfrm>
        <a:graphic>
          <a:graphicData uri="http://schemas.openxmlformats.org/drawingml/2006/table">
            <a:tbl>
              <a:tblPr firstRow="1" bandRow="1">
                <a:tableStyleId>{5C22544A-7EE6-4342-B048-85BDC9FD1C3A}</a:tableStyleId>
              </a:tblPr>
              <a:tblGrid>
                <a:gridCol w="1357630"/>
                <a:gridCol w="1944370"/>
                <a:gridCol w="2534920"/>
                <a:gridCol w="2713355"/>
                <a:gridCol w="2454275"/>
              </a:tblGrid>
              <a:tr h="295275">
                <a:tc gridSpan="2">
                  <a:txBody>
                    <a:bodyPr/>
                    <a:p>
                      <a:pPr indent="0" algn="ctr">
                        <a:buNone/>
                      </a:pPr>
                      <a:r>
                        <a:rPr lang="zh-CN" sz="1400" b="1">
                          <a:solidFill>
                            <a:schemeClr val="bg1"/>
                          </a:solidFill>
                          <a:latin typeface="微软雅黑" panose="020B0503020204020204" charset="-122"/>
                          <a:ea typeface="微软雅黑" panose="020B0503020204020204" charset="-122"/>
                        </a:rPr>
                        <a:t>测试内容</a:t>
                      </a:r>
                      <a:endParaRPr lang="zh-CN" altLang="en-US" sz="1400" b="1">
                        <a:solidFill>
                          <a:schemeClr val="bg1"/>
                        </a:solidFill>
                        <a:latin typeface="微软雅黑" panose="020B0503020204020204" charset="-122"/>
                        <a:ea typeface="微软雅黑" panose="020B0503020204020204" charset="-122"/>
                      </a:endParaRPr>
                    </a:p>
                  </a:txBody>
                  <a:tcPr marL="12700" marR="12700" marT="12700" vert="horz" anchor="b" anchorCtr="0">
                    <a:lnL w="12700">
                      <a:solidFill>
                        <a:schemeClr val="tx1"/>
                      </a:solidFill>
                      <a:prstDash val="solid"/>
                    </a:lnL>
                    <a:lnR w="6350">
                      <a:solidFill>
                        <a:schemeClr val="tx1"/>
                      </a:solidFill>
                      <a:prstDash val="solid"/>
                    </a:lnR>
                    <a:lnT w="12700">
                      <a:solidFill>
                        <a:schemeClr val="tx1"/>
                      </a:solidFill>
                      <a:prstDash val="solid"/>
                    </a:lnT>
                    <a:lnB w="6350">
                      <a:solidFill>
                        <a:schemeClr val="tx1"/>
                      </a:solidFill>
                      <a:prstDash val="solid"/>
                    </a:lnB>
                    <a:lnTlToBr>
                      <a:noFill/>
                    </a:lnTlToBr>
                    <a:lnBlToTr>
                      <a:noFill/>
                    </a:lnBlToTr>
                    <a:solidFill>
                      <a:srgbClr val="5B9BD5"/>
                    </a:solidFill>
                  </a:tcPr>
                </a:tc>
                <a:tc hMerge="1">
                  <a:tcPr>
                    <a:lnR w="6350">
                      <a:solidFill>
                        <a:schemeClr val="tx1"/>
                      </a:solidFill>
                      <a:prstDash val="solid"/>
                    </a:lnR>
                    <a:lnT w="12700">
                      <a:solidFill>
                        <a:schemeClr val="tx1"/>
                      </a:solidFill>
                      <a:prstDash val="solid"/>
                    </a:lnT>
                    <a:lnB w="6350">
                      <a:solidFill>
                        <a:schemeClr val="tx1"/>
                      </a:solidFill>
                      <a:prstDash val="solid"/>
                    </a:lnB>
                  </a:tcPr>
                </a:tc>
                <a:tc>
                  <a:txBody>
                    <a:bodyPr/>
                    <a:p>
                      <a:pPr indent="0" algn="ctr">
                        <a:buNone/>
                      </a:pPr>
                      <a:r>
                        <a:rPr lang="en-US" sz="1400" b="1">
                          <a:solidFill>
                            <a:schemeClr val="bg1"/>
                          </a:solidFill>
                          <a:latin typeface="微软雅黑" panose="020B0503020204020204" charset="-122"/>
                          <a:ea typeface="微软雅黑" panose="020B0503020204020204" charset="-122"/>
                          <a:cs typeface="微软雅黑" panose="020B0503020204020204" charset="-122"/>
                        </a:rPr>
                        <a:t>TCL85Q10LP</a:t>
                      </a:r>
                      <a:endParaRPr kumimoji="1" lang="en-US" sz="1400" dirty="0">
                        <a:solidFill>
                          <a:schemeClr val="bg1"/>
                        </a:solidFill>
                        <a:sym typeface="+mn-ea"/>
                      </a:endParaRPr>
                    </a:p>
                  </a:txBody>
                  <a:tcPr marL="12700" marR="12700" marT="12700" vert="horz" anchor="b" anchorCtr="0">
                    <a:lnL w="6350">
                      <a:solidFill>
                        <a:schemeClr val="tx1"/>
                      </a:solidFill>
                      <a:prstDash val="solid"/>
                    </a:lnL>
                    <a:lnR w="6350">
                      <a:solidFill>
                        <a:schemeClr val="tx1"/>
                      </a:solidFill>
                      <a:prstDash val="solid"/>
                    </a:lnR>
                    <a:lnT w="12700">
                      <a:solidFill>
                        <a:schemeClr val="tx1"/>
                      </a:solidFill>
                      <a:prstDash val="solid"/>
                    </a:lnT>
                    <a:lnB w="6350">
                      <a:solidFill>
                        <a:schemeClr val="tx1"/>
                      </a:solidFill>
                      <a:prstDash val="solid"/>
                    </a:lnB>
                    <a:lnTlToBr>
                      <a:noFill/>
                    </a:lnTlToBr>
                    <a:lnBlToTr>
                      <a:noFill/>
                    </a:lnBlToTr>
                    <a:solidFill>
                      <a:srgbClr val="5B9BD5"/>
                    </a:solidFill>
                  </a:tcPr>
                </a:tc>
                <a:tc>
                  <a:txBody>
                    <a:bodyPr/>
                    <a:p>
                      <a:pPr indent="0" algn="ctr">
                        <a:buNone/>
                      </a:pPr>
                      <a:r>
                        <a:rPr lang="zh-CN" altLang="en-US" sz="1400">
                          <a:solidFill>
                            <a:schemeClr val="bg1"/>
                          </a:solidFill>
                          <a:latin typeface="微软雅黑" panose="020B0503020204020204" charset="-122"/>
                          <a:ea typeface="微软雅黑" panose="020B0503020204020204" charset="-122"/>
                          <a:cs typeface="微软雅黑" panose="020B0503020204020204" charset="-122"/>
                          <a:sym typeface="+mn-ea"/>
                        </a:rPr>
                        <a:t>创维</a:t>
                      </a:r>
                      <a:r>
                        <a:rPr kumimoji="1" lang="en-US" sz="1400" smtClean="0">
                          <a:solidFill>
                            <a:schemeClr val="bg1"/>
                          </a:solidFill>
                          <a:sym typeface="+mn-ea"/>
                        </a:rPr>
                        <a:t>75A7F Pro</a:t>
                      </a:r>
                      <a:endParaRPr kumimoji="1" lang="en-US" altLang="en-US" sz="1400" b="1" smtClean="0">
                        <a:solidFill>
                          <a:schemeClr val="bg1"/>
                        </a:solidFill>
                        <a:latin typeface="微软雅黑" panose="020B0503020204020204" charset="-122"/>
                        <a:ea typeface="微软雅黑" panose="020B0503020204020204" charset="-122"/>
                        <a:cs typeface="微软雅黑" panose="020B0503020204020204" charset="-122"/>
                        <a:sym typeface="+mn-ea"/>
                      </a:endParaRPr>
                    </a:p>
                  </a:txBody>
                  <a:tcPr marL="12700" marR="12700" marT="12700" vert="horz" anchor="b" anchorCtr="0">
                    <a:lnL w="6350">
                      <a:solidFill>
                        <a:schemeClr val="tx1"/>
                      </a:solidFill>
                      <a:prstDash val="solid"/>
                    </a:lnL>
                    <a:lnR w="6350">
                      <a:solidFill>
                        <a:schemeClr val="tx1"/>
                      </a:solidFill>
                      <a:prstDash val="solid"/>
                    </a:lnR>
                    <a:lnT w="12700">
                      <a:solidFill>
                        <a:schemeClr val="tx1"/>
                      </a:solidFill>
                      <a:prstDash val="solid"/>
                    </a:lnT>
                    <a:lnB w="6350">
                      <a:solidFill>
                        <a:schemeClr val="tx1"/>
                      </a:solidFill>
                      <a:prstDash val="solid"/>
                    </a:lnB>
                    <a:lnTlToBr>
                      <a:noFill/>
                    </a:lnTlToBr>
                    <a:lnBlToTr>
                      <a:noFill/>
                    </a:lnBlToTr>
                    <a:solidFill>
                      <a:srgbClr val="5B9BD5"/>
                    </a:solidFill>
                  </a:tcPr>
                </a:tc>
                <a:tc>
                  <a:txBody>
                    <a:bodyPr/>
                    <a:p>
                      <a:pPr indent="0" algn="ctr">
                        <a:buNone/>
                      </a:pPr>
                      <a:r>
                        <a:rPr lang="zh-CN" sz="1400" b="1">
                          <a:solidFill>
                            <a:schemeClr val="bg1"/>
                          </a:solidFill>
                          <a:latin typeface="微软雅黑" panose="020B0503020204020204" charset="-122"/>
                          <a:ea typeface="微软雅黑" panose="020B0503020204020204" charset="-122"/>
                        </a:rPr>
                        <a:t>备注</a:t>
                      </a:r>
                      <a:endParaRPr lang="zh-CN" altLang="en-US" sz="1400" b="1">
                        <a:solidFill>
                          <a:schemeClr val="bg1"/>
                        </a:solidFill>
                        <a:latin typeface="微软雅黑" panose="020B0503020204020204" charset="-122"/>
                        <a:ea typeface="微软雅黑" panose="020B0503020204020204" charset="-122"/>
                      </a:endParaRPr>
                    </a:p>
                  </a:txBody>
                  <a:tcPr marL="12700" marR="12700" marT="12700" vert="horz" anchor="b" anchorCtr="0">
                    <a:lnL w="6350">
                      <a:solidFill>
                        <a:schemeClr val="tx1"/>
                      </a:solidFill>
                      <a:prstDash val="solid"/>
                    </a:lnL>
                    <a:lnR w="12700">
                      <a:solidFill>
                        <a:schemeClr val="tx1"/>
                      </a:solidFill>
                      <a:prstDash val="solid"/>
                    </a:lnR>
                    <a:lnT w="12700">
                      <a:solidFill>
                        <a:schemeClr val="tx1"/>
                      </a:solidFill>
                      <a:prstDash val="solid"/>
                    </a:lnT>
                    <a:lnB w="6350">
                      <a:solidFill>
                        <a:schemeClr val="tx1"/>
                      </a:solidFill>
                      <a:prstDash val="solid"/>
                    </a:lnB>
                    <a:lnTlToBr>
                      <a:noFill/>
                    </a:lnTlToBr>
                    <a:lnBlToTr>
                      <a:noFill/>
                    </a:lnBlToTr>
                    <a:solidFill>
                      <a:srgbClr val="5B9BD5"/>
                    </a:solidFill>
                  </a:tcPr>
                </a:tc>
              </a:tr>
              <a:tr h="266065">
                <a:tc gridSpan="2">
                  <a:txBody>
                    <a:bodyPr/>
                    <a:p>
                      <a:pPr indent="0" algn="ctr">
                        <a:buNone/>
                      </a:pPr>
                      <a:r>
                        <a:rPr lang="zh-CN" sz="1000" b="0">
                          <a:solidFill>
                            <a:srgbClr val="000000"/>
                          </a:solidFill>
                          <a:latin typeface="微软雅黑" panose="020B0503020204020204" charset="-122"/>
                          <a:ea typeface="微软雅黑" panose="020B0503020204020204" charset="-122"/>
                          <a:cs typeface="微软雅黑" panose="020B0503020204020204" charset="-122"/>
                        </a:rPr>
                        <a:t>LD分区</a:t>
                      </a:r>
                      <a:endParaRPr lang="zh-CN" altLang="en-US" sz="1000" b="0">
                        <a:solidFill>
                          <a:srgbClr val="000000"/>
                        </a:solidFill>
                        <a:latin typeface="微软雅黑" panose="020B0503020204020204" charset="-122"/>
                        <a:ea typeface="微软雅黑" panose="020B0503020204020204" charset="-122"/>
                        <a:cs typeface="微软雅黑" panose="020B0503020204020204" charset="-122"/>
                      </a:endParaRPr>
                    </a:p>
                  </a:txBody>
                  <a:tcPr marL="12700" marR="12700" marT="12700" vert="horz" anchor="b" anchorCtr="0">
                    <a:lnL w="1270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noFill/>
                  </a:tcPr>
                </a:tc>
                <a:tc hMerge="1">
                  <a:tcPr>
                    <a:lnR w="6350">
                      <a:solidFill>
                        <a:schemeClr val="tx1"/>
                      </a:solidFill>
                      <a:prstDash val="solid"/>
                    </a:lnR>
                    <a:lnT w="6350">
                      <a:solidFill>
                        <a:schemeClr val="tx1"/>
                      </a:solidFill>
                      <a:prstDash val="solid"/>
                    </a:lnT>
                    <a:lnB w="6350">
                      <a:solidFill>
                        <a:schemeClr val="tx1"/>
                      </a:solidFill>
                      <a:prstDash val="solid"/>
                    </a:lnB>
                  </a:tcPr>
                </a:tc>
                <a:tc>
                  <a:txBody>
                    <a:bodyPr/>
                    <a:p>
                      <a:pPr indent="0" algn="ctr">
                        <a:buNone/>
                      </a:pPr>
                      <a:r>
                        <a:rPr lang="en-US" altLang="zh-CN" sz="1000" b="1">
                          <a:solidFill>
                            <a:srgbClr val="000000"/>
                          </a:solidFill>
                          <a:latin typeface="微软雅黑" panose="020B0503020204020204" charset="-122"/>
                          <a:ea typeface="微软雅黑" panose="020B0503020204020204" charset="-122"/>
                        </a:rPr>
                        <a:t>5184</a:t>
                      </a:r>
                      <a:endParaRPr lang="en-US" altLang="zh-CN" sz="1000" b="1">
                        <a:solidFill>
                          <a:srgbClr val="000000"/>
                        </a:solidFill>
                        <a:latin typeface="微软雅黑" panose="020B0503020204020204" charset="-122"/>
                        <a:ea typeface="微软雅黑" panose="020B0503020204020204" charset="-122"/>
                      </a:endParaRPr>
                    </a:p>
                  </a:txBody>
                  <a:tcPr marL="12700" marR="12700" marT="12700" vert="horz" anchor="b" anchorCtr="0">
                    <a:lnL w="635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noFill/>
                  </a:tcPr>
                </a:tc>
                <a:tc>
                  <a:txBody>
                    <a:bodyPr/>
                    <a:p>
                      <a:pPr indent="0" algn="ctr">
                        <a:buNone/>
                      </a:pPr>
                      <a:r>
                        <a:rPr lang="en-US" altLang="zh-CN" sz="1000" b="1">
                          <a:solidFill>
                            <a:srgbClr val="000000"/>
                          </a:solidFill>
                          <a:latin typeface="微软雅黑" panose="020B0503020204020204" charset="-122"/>
                          <a:ea typeface="微软雅黑" panose="020B0503020204020204" charset="-122"/>
                          <a:sym typeface="+mn-ea"/>
                        </a:rPr>
                        <a:t>2880</a:t>
                      </a:r>
                      <a:endParaRPr lang="zh-CN" altLang="en-US" sz="1000" b="1">
                        <a:solidFill>
                          <a:srgbClr val="000000"/>
                        </a:solidFill>
                        <a:latin typeface="微软雅黑" panose="020B0503020204020204" charset="-122"/>
                        <a:ea typeface="微软雅黑" panose="020B0503020204020204" charset="-122"/>
                      </a:endParaRPr>
                    </a:p>
                  </a:txBody>
                  <a:tcPr marL="12700" marR="12700" marT="12700" vert="horz" anchor="ctr" anchorCtr="0">
                    <a:lnL w="635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noFill/>
                  </a:tcPr>
                </a:tc>
                <a:tc>
                  <a:txBody>
                    <a:bodyPr/>
                    <a:p>
                      <a:pPr indent="0" algn="ctr">
                        <a:buNone/>
                      </a:pPr>
                      <a:endParaRPr lang="en-US" altLang="en-US" sz="1000" b="0">
                        <a:solidFill>
                          <a:srgbClr val="000000"/>
                        </a:solidFill>
                        <a:latin typeface="微软雅黑" panose="020B0503020204020204" charset="-122"/>
                        <a:ea typeface="微软雅黑" panose="020B0503020204020204" charset="-122"/>
                      </a:endParaRPr>
                    </a:p>
                  </a:txBody>
                  <a:tcPr marL="12700" marR="12700" marT="12700" vert="horz" anchor="b" anchorCtr="0">
                    <a:lnL w="6350">
                      <a:solidFill>
                        <a:schemeClr val="tx1"/>
                      </a:solidFill>
                      <a:prstDash val="solid"/>
                    </a:lnL>
                    <a:lnR w="12700">
                      <a:solidFill>
                        <a:schemeClr val="tx1"/>
                      </a:solidFill>
                      <a:prstDash val="solid"/>
                    </a:lnR>
                    <a:lnT w="6350">
                      <a:solidFill>
                        <a:schemeClr val="tx1"/>
                      </a:solidFill>
                      <a:prstDash val="solid"/>
                    </a:lnT>
                    <a:lnB w="6350">
                      <a:solidFill>
                        <a:schemeClr val="tx1"/>
                      </a:solidFill>
                      <a:prstDash val="solid"/>
                    </a:lnB>
                    <a:lnTlToBr>
                      <a:noFill/>
                    </a:lnTlToBr>
                    <a:lnBlToTr>
                      <a:noFill/>
                    </a:lnBlToTr>
                    <a:noFill/>
                  </a:tcPr>
                </a:tc>
              </a:tr>
              <a:tr h="259080">
                <a:tc gridSpan="2">
                  <a:txBody>
                    <a:bodyPr/>
                    <a:p>
                      <a:pPr indent="0" algn="ctr">
                        <a:buNone/>
                      </a:pPr>
                      <a:r>
                        <a:rPr lang="zh-CN" altLang="en-US" sz="1000" b="0">
                          <a:solidFill>
                            <a:srgbClr val="000000"/>
                          </a:solidFill>
                          <a:latin typeface="微软雅黑" panose="020B0503020204020204" charset="-122"/>
                          <a:ea typeface="微软雅黑" panose="020B0503020204020204" charset="-122"/>
                          <a:cs typeface="微软雅黑" panose="020B0503020204020204" charset="-122"/>
                        </a:rPr>
                        <a:t>刷新率</a:t>
                      </a:r>
                      <a:endParaRPr lang="zh-CN" altLang="en-US" sz="1000" b="0">
                        <a:solidFill>
                          <a:srgbClr val="000000"/>
                        </a:solidFill>
                        <a:latin typeface="微软雅黑" panose="020B0503020204020204" charset="-122"/>
                        <a:ea typeface="微软雅黑" panose="020B0503020204020204" charset="-122"/>
                        <a:cs typeface="微软雅黑" panose="020B0503020204020204" charset="-122"/>
                      </a:endParaRPr>
                    </a:p>
                  </a:txBody>
                  <a:tcPr marL="12700" marR="12700" marT="12700" vert="horz" anchor="b" anchorCtr="0">
                    <a:lnL w="1270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noFill/>
                  </a:tcPr>
                </a:tc>
                <a:tc hMerge="1">
                  <a:tcPr>
                    <a:lnR w="6350">
                      <a:solidFill>
                        <a:schemeClr val="tx1"/>
                      </a:solidFill>
                      <a:prstDash val="solid"/>
                    </a:lnR>
                    <a:lnT w="6350">
                      <a:solidFill>
                        <a:schemeClr val="tx1"/>
                      </a:solidFill>
                      <a:prstDash val="solid"/>
                    </a:lnT>
                    <a:lnB w="6350">
                      <a:solidFill>
                        <a:schemeClr val="tx1"/>
                      </a:solidFill>
                      <a:prstDash val="solid"/>
                    </a:lnB>
                    <a:noFill/>
                  </a:tcPr>
                </a:tc>
                <a:tc>
                  <a:txBody>
                    <a:bodyPr/>
                    <a:p>
                      <a:pPr indent="0" algn="ctr">
                        <a:buNone/>
                      </a:pPr>
                      <a:r>
                        <a:rPr lang="en-US" altLang="zh-CN" sz="1000" b="0">
                          <a:solidFill>
                            <a:srgbClr val="000000"/>
                          </a:solidFill>
                          <a:latin typeface="微软雅黑" panose="020B0503020204020204" charset="-122"/>
                          <a:ea typeface="微软雅黑" panose="020B0503020204020204" charset="-122"/>
                        </a:rPr>
                        <a:t>288Hz </a:t>
                      </a:r>
                      <a:endParaRPr lang="en-US" altLang="zh-CN" sz="1000" b="0">
                        <a:solidFill>
                          <a:srgbClr val="000000"/>
                        </a:solidFill>
                        <a:latin typeface="微软雅黑" panose="020B0503020204020204" charset="-122"/>
                        <a:ea typeface="微软雅黑" panose="020B0503020204020204" charset="-122"/>
                      </a:endParaRPr>
                    </a:p>
                  </a:txBody>
                  <a:tcPr marL="12700" marR="12700" marT="12700" vert="horz" anchor="b" anchorCtr="0">
                    <a:lnL w="635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noFill/>
                  </a:tcPr>
                </a:tc>
                <a:tc>
                  <a:txBody>
                    <a:bodyPr/>
                    <a:p>
                      <a:pPr indent="0" algn="ctr">
                        <a:buNone/>
                      </a:pPr>
                      <a:r>
                        <a:rPr lang="en-US" altLang="en-US" sz="1000">
                          <a:solidFill>
                            <a:srgbClr val="000000"/>
                          </a:solidFill>
                          <a:latin typeface="微软雅黑" panose="020B0503020204020204" charset="-122"/>
                          <a:ea typeface="微软雅黑" panose="020B0503020204020204" charset="-122"/>
                          <a:sym typeface="+mn-ea"/>
                        </a:rPr>
                        <a:t>300</a:t>
                      </a:r>
                      <a:r>
                        <a:rPr lang="en-US" altLang="zh-CN" sz="1000">
                          <a:solidFill>
                            <a:srgbClr val="000000"/>
                          </a:solidFill>
                          <a:latin typeface="微软雅黑" panose="020B0503020204020204" charset="-122"/>
                          <a:ea typeface="微软雅黑" panose="020B0503020204020204" charset="-122"/>
                          <a:sym typeface="+mn-ea"/>
                        </a:rPr>
                        <a:t>Hz</a:t>
                      </a:r>
                      <a:endParaRPr lang="en-US" altLang="en-US" sz="1000" b="0">
                        <a:solidFill>
                          <a:srgbClr val="000000"/>
                        </a:solidFill>
                        <a:latin typeface="微软雅黑" panose="020B0503020204020204" charset="-122"/>
                        <a:ea typeface="微软雅黑" panose="020B0503020204020204" charset="-122"/>
                      </a:endParaRPr>
                    </a:p>
                  </a:txBody>
                  <a:tcPr marL="12700" marR="12700" marT="12700" vert="horz" anchor="ctr" anchorCtr="0">
                    <a:lnL w="635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noFill/>
                  </a:tcPr>
                </a:tc>
                <a:tc>
                  <a:txBody>
                    <a:bodyPr/>
                    <a:p>
                      <a:pPr indent="0" algn="ctr">
                        <a:buNone/>
                      </a:pPr>
                      <a:endParaRPr lang="en-US" altLang="en-US" sz="1000" b="0">
                        <a:solidFill>
                          <a:srgbClr val="000000"/>
                        </a:solidFill>
                        <a:latin typeface="微软雅黑" panose="020B0503020204020204" charset="-122"/>
                        <a:ea typeface="微软雅黑" panose="020B0503020204020204" charset="-122"/>
                      </a:endParaRPr>
                    </a:p>
                  </a:txBody>
                  <a:tcPr marL="12700" marR="12700" marT="12700" vert="horz" anchor="b" anchorCtr="0">
                    <a:lnL w="6350">
                      <a:solidFill>
                        <a:schemeClr val="tx1"/>
                      </a:solidFill>
                      <a:prstDash val="solid"/>
                    </a:lnL>
                    <a:lnR w="12700">
                      <a:solidFill>
                        <a:schemeClr val="tx1"/>
                      </a:solidFill>
                      <a:prstDash val="solid"/>
                    </a:lnR>
                    <a:lnT w="6350">
                      <a:solidFill>
                        <a:schemeClr val="tx1"/>
                      </a:solidFill>
                      <a:prstDash val="solid"/>
                    </a:lnT>
                    <a:lnB w="6350">
                      <a:solidFill>
                        <a:schemeClr val="tx1"/>
                      </a:solidFill>
                      <a:prstDash val="solid"/>
                    </a:lnB>
                    <a:lnTlToBr>
                      <a:noFill/>
                    </a:lnTlToBr>
                    <a:lnBlToTr>
                      <a:noFill/>
                    </a:lnBlToTr>
                    <a:noFill/>
                  </a:tcPr>
                </a:tc>
              </a:tr>
              <a:tr h="229870">
                <a:tc gridSpan="2">
                  <a:txBody>
                    <a:bodyPr/>
                    <a:p>
                      <a:pPr indent="0" algn="ctr">
                        <a:buNone/>
                      </a:pPr>
                      <a:r>
                        <a:rPr lang="zh-CN" altLang="en-US" sz="1000" b="0">
                          <a:solidFill>
                            <a:srgbClr val="000000"/>
                          </a:solidFill>
                          <a:latin typeface="微软雅黑" panose="020B0503020204020204" charset="-122"/>
                          <a:ea typeface="微软雅黑" panose="020B0503020204020204" charset="-122"/>
                        </a:rPr>
                        <a:t>芯片</a:t>
                      </a:r>
                      <a:r>
                        <a:rPr lang="zh-CN" altLang="en-US" sz="1000" b="0">
                          <a:solidFill>
                            <a:srgbClr val="000000"/>
                          </a:solidFill>
                          <a:latin typeface="微软雅黑" panose="020B0503020204020204" charset="-122"/>
                          <a:ea typeface="微软雅黑" panose="020B0503020204020204" charset="-122"/>
                        </a:rPr>
                        <a:t>信息</a:t>
                      </a:r>
                      <a:endParaRPr lang="zh-CN" altLang="en-US" sz="1000" b="0">
                        <a:solidFill>
                          <a:srgbClr val="000000"/>
                        </a:solidFill>
                        <a:latin typeface="微软雅黑" panose="020B0503020204020204" charset="-122"/>
                        <a:ea typeface="微软雅黑" panose="020B0503020204020204" charset="-122"/>
                      </a:endParaRPr>
                    </a:p>
                  </a:txBody>
                  <a:tcPr marL="12700" marR="12700" marT="12700" vert="horz" anchor="b" anchorCtr="0">
                    <a:lnL w="1270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noFill/>
                  </a:tcPr>
                </a:tc>
                <a:tc hMerge="1">
                  <a:tcPr>
                    <a:lnR w="6350">
                      <a:solidFill>
                        <a:schemeClr val="tx1"/>
                      </a:solidFill>
                      <a:prstDash val="solid"/>
                    </a:lnR>
                    <a:lnT w="6350">
                      <a:solidFill>
                        <a:schemeClr val="tx1"/>
                      </a:solidFill>
                      <a:prstDash val="solid"/>
                    </a:lnT>
                    <a:lnB w="6350">
                      <a:solidFill>
                        <a:schemeClr val="tx1"/>
                      </a:solidFill>
                      <a:prstDash val="solid"/>
                    </a:lnB>
                    <a:noFill/>
                  </a:tcPr>
                </a:tc>
                <a:tc>
                  <a:txBody>
                    <a:bodyPr/>
                    <a:p>
                      <a:pPr indent="0" algn="ctr">
                        <a:buNone/>
                      </a:pPr>
                      <a:r>
                        <a:rPr lang="en-US" altLang="en-US" sz="1000" b="0">
                          <a:solidFill>
                            <a:srgbClr val="000000"/>
                          </a:solidFill>
                          <a:latin typeface="微软雅黑" panose="020B0503020204020204" charset="-122"/>
                          <a:ea typeface="微软雅黑" panose="020B0503020204020204" charset="-122"/>
                        </a:rPr>
                        <a:t>9655</a:t>
                      </a:r>
                      <a:endParaRPr lang="en-US" altLang="en-US" sz="1000" b="0">
                        <a:solidFill>
                          <a:srgbClr val="000000"/>
                        </a:solidFill>
                        <a:latin typeface="微软雅黑" panose="020B0503020204020204" charset="-122"/>
                        <a:ea typeface="微软雅黑" panose="020B0503020204020204" charset="-122"/>
                      </a:endParaRPr>
                    </a:p>
                  </a:txBody>
                  <a:tcPr marL="12700" marR="12700" marT="12700" vert="horz" anchor="b" anchorCtr="0">
                    <a:lnL w="635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noFill/>
                  </a:tcPr>
                </a:tc>
                <a:tc>
                  <a:txBody>
                    <a:bodyPr/>
                    <a:p>
                      <a:pPr indent="0" algn="ctr">
                        <a:buNone/>
                      </a:pPr>
                      <a:r>
                        <a:rPr lang="en-US" altLang="en-US" sz="1000" b="0">
                          <a:solidFill>
                            <a:srgbClr val="000000"/>
                          </a:solidFill>
                          <a:latin typeface="微软雅黑" panose="020B0503020204020204" charset="-122"/>
                          <a:ea typeface="微软雅黑" panose="020B0503020204020204" charset="-122"/>
                        </a:rPr>
                        <a:t>2886</a:t>
                      </a:r>
                      <a:endParaRPr lang="en-US" altLang="en-US" sz="1000" b="0">
                        <a:solidFill>
                          <a:srgbClr val="000000"/>
                        </a:solidFill>
                        <a:latin typeface="微软雅黑" panose="020B0503020204020204" charset="-122"/>
                        <a:ea typeface="微软雅黑" panose="020B0503020204020204" charset="-122"/>
                      </a:endParaRPr>
                    </a:p>
                  </a:txBody>
                  <a:tcPr marL="12700" marR="12700" marT="12700" vert="horz" anchor="ctr" anchorCtr="0">
                    <a:lnL w="635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noFill/>
                  </a:tcPr>
                </a:tc>
                <a:tc>
                  <a:txBody>
                    <a:bodyPr/>
                    <a:p>
                      <a:pPr indent="0" algn="ctr">
                        <a:buNone/>
                      </a:pPr>
                      <a:endParaRPr lang="en-US" altLang="en-US" sz="1000" b="0">
                        <a:solidFill>
                          <a:srgbClr val="000000"/>
                        </a:solidFill>
                        <a:latin typeface="微软雅黑" panose="020B0503020204020204" charset="-122"/>
                        <a:ea typeface="微软雅黑" panose="020B0503020204020204" charset="-122"/>
                      </a:endParaRPr>
                    </a:p>
                  </a:txBody>
                  <a:tcPr marL="12700" marR="12700" marT="12700" vert="horz" anchor="b" anchorCtr="0">
                    <a:lnL w="6350">
                      <a:solidFill>
                        <a:schemeClr val="tx1"/>
                      </a:solidFill>
                      <a:prstDash val="solid"/>
                    </a:lnL>
                    <a:lnR w="12700">
                      <a:solidFill>
                        <a:schemeClr val="tx1"/>
                      </a:solidFill>
                      <a:prstDash val="solid"/>
                    </a:lnR>
                    <a:lnT w="6350">
                      <a:solidFill>
                        <a:schemeClr val="tx1"/>
                      </a:solidFill>
                      <a:prstDash val="solid"/>
                    </a:lnT>
                    <a:lnB w="6350">
                      <a:solidFill>
                        <a:schemeClr val="tx1"/>
                      </a:solidFill>
                      <a:prstDash val="solid"/>
                    </a:lnB>
                    <a:lnTlToBr>
                      <a:noFill/>
                    </a:lnTlToBr>
                    <a:lnBlToTr>
                      <a:noFill/>
                    </a:lnBlToTr>
                    <a:noFill/>
                  </a:tcPr>
                </a:tc>
              </a:tr>
              <a:tr h="229235">
                <a:tc gridSpan="2">
                  <a:txBody>
                    <a:bodyPr/>
                    <a:p>
                      <a:pPr indent="0" algn="ctr">
                        <a:buNone/>
                      </a:pPr>
                      <a:r>
                        <a:rPr lang="zh-CN" altLang="en-US" sz="1000" b="0">
                          <a:solidFill>
                            <a:srgbClr val="000000"/>
                          </a:solidFill>
                          <a:latin typeface="微软雅黑" panose="020B0503020204020204" charset="-122"/>
                          <a:ea typeface="微软雅黑" panose="020B0503020204020204" charset="-122"/>
                        </a:rPr>
                        <a:t>屏体</a:t>
                      </a:r>
                      <a:r>
                        <a:rPr lang="zh-CN" altLang="en-US" sz="1000" b="0">
                          <a:solidFill>
                            <a:srgbClr val="000000"/>
                          </a:solidFill>
                          <a:latin typeface="微软雅黑" panose="020B0503020204020204" charset="-122"/>
                          <a:ea typeface="微软雅黑" panose="020B0503020204020204" charset="-122"/>
                        </a:rPr>
                        <a:t>信息</a:t>
                      </a:r>
                      <a:endParaRPr lang="zh-CN" altLang="en-US" sz="1000" b="0">
                        <a:solidFill>
                          <a:srgbClr val="000000"/>
                        </a:solidFill>
                        <a:latin typeface="微软雅黑" panose="020B0503020204020204" charset="-122"/>
                        <a:ea typeface="微软雅黑" panose="020B0503020204020204" charset="-122"/>
                      </a:endParaRPr>
                    </a:p>
                  </a:txBody>
                  <a:tcPr marL="12700" marR="12700" marT="12700" vert="horz" anchor="b" anchorCtr="0">
                    <a:lnL w="1270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noFill/>
                  </a:tcPr>
                </a:tc>
                <a:tc hMerge="1">
                  <a:tcPr>
                    <a:lnR w="6350">
                      <a:solidFill>
                        <a:schemeClr val="tx1"/>
                      </a:solidFill>
                      <a:prstDash val="solid"/>
                    </a:lnR>
                    <a:lnT w="6350">
                      <a:solidFill>
                        <a:schemeClr val="tx1"/>
                      </a:solidFill>
                      <a:prstDash val="solid"/>
                    </a:lnT>
                    <a:lnB w="6350">
                      <a:solidFill>
                        <a:schemeClr val="tx1"/>
                      </a:solidFill>
                      <a:prstDash val="solid"/>
                    </a:lnB>
                    <a:noFill/>
                  </a:tcPr>
                </a:tc>
                <a:tc>
                  <a:txBody>
                    <a:bodyPr/>
                    <a:p>
                      <a:pPr indent="0" algn="ctr">
                        <a:buNone/>
                      </a:pPr>
                      <a:r>
                        <a:rPr lang="en-US" altLang="en-US" sz="1000" b="0">
                          <a:solidFill>
                            <a:srgbClr val="000000"/>
                          </a:solidFill>
                          <a:latin typeface="微软雅黑" panose="020B0503020204020204" charset="-122"/>
                          <a:ea typeface="微软雅黑" panose="020B0503020204020204" charset="-122"/>
                        </a:rPr>
                        <a:t>VA</a:t>
                      </a:r>
                      <a:r>
                        <a:rPr lang="zh-CN" altLang="en-US" sz="1000" b="0">
                          <a:solidFill>
                            <a:srgbClr val="000000"/>
                          </a:solidFill>
                          <a:latin typeface="微软雅黑" panose="020B0503020204020204" charset="-122"/>
                          <a:ea typeface="微软雅黑" panose="020B0503020204020204" charset="-122"/>
                        </a:rPr>
                        <a:t>屏</a:t>
                      </a:r>
                      <a:endParaRPr lang="zh-CN" altLang="en-US" sz="1000" b="0">
                        <a:solidFill>
                          <a:srgbClr val="000000"/>
                        </a:solidFill>
                        <a:latin typeface="微软雅黑" panose="020B0503020204020204" charset="-122"/>
                        <a:ea typeface="微软雅黑" panose="020B0503020204020204" charset="-122"/>
                      </a:endParaRPr>
                    </a:p>
                  </a:txBody>
                  <a:tcPr marL="12700" marR="12700" marT="12700" vert="horz" anchor="b" anchorCtr="0">
                    <a:lnL w="635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noFill/>
                  </a:tcPr>
                </a:tc>
                <a:tc>
                  <a:txBody>
                    <a:bodyPr/>
                    <a:p>
                      <a:pPr indent="0" algn="ctr">
                        <a:buNone/>
                      </a:pPr>
                      <a:r>
                        <a:rPr lang="en-US" altLang="en-US" sz="1000" b="0">
                          <a:solidFill>
                            <a:srgbClr val="000000"/>
                          </a:solidFill>
                          <a:latin typeface="微软雅黑" panose="020B0503020204020204" charset="-122"/>
                          <a:ea typeface="微软雅黑" panose="020B0503020204020204" charset="-122"/>
                        </a:rPr>
                        <a:t>IPS</a:t>
                      </a:r>
                      <a:r>
                        <a:rPr lang="zh-CN" altLang="en-US" sz="1000" b="0">
                          <a:solidFill>
                            <a:srgbClr val="000000"/>
                          </a:solidFill>
                          <a:latin typeface="微软雅黑" panose="020B0503020204020204" charset="-122"/>
                          <a:ea typeface="微软雅黑" panose="020B0503020204020204" charset="-122"/>
                        </a:rPr>
                        <a:t>屏</a:t>
                      </a:r>
                      <a:endParaRPr lang="zh-CN" altLang="en-US" sz="1000" b="0">
                        <a:solidFill>
                          <a:srgbClr val="000000"/>
                        </a:solidFill>
                        <a:latin typeface="微软雅黑" panose="020B0503020204020204" charset="-122"/>
                        <a:ea typeface="微软雅黑" panose="020B0503020204020204" charset="-122"/>
                      </a:endParaRPr>
                    </a:p>
                  </a:txBody>
                  <a:tcPr marL="12700" marR="12700" marT="12700" vert="horz" anchor="ctr" anchorCtr="0">
                    <a:lnL w="635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noFill/>
                  </a:tcPr>
                </a:tc>
                <a:tc>
                  <a:txBody>
                    <a:bodyPr/>
                    <a:p>
                      <a:pPr indent="0" algn="ctr">
                        <a:buNone/>
                      </a:pPr>
                      <a:endParaRPr lang="en-US" altLang="en-US" sz="1000" b="0">
                        <a:solidFill>
                          <a:srgbClr val="000000"/>
                        </a:solidFill>
                        <a:latin typeface="微软雅黑" panose="020B0503020204020204" charset="-122"/>
                        <a:ea typeface="微软雅黑" panose="020B0503020204020204" charset="-122"/>
                      </a:endParaRPr>
                    </a:p>
                  </a:txBody>
                  <a:tcPr marL="12700" marR="12700" marT="12700" vert="horz" anchor="b" anchorCtr="0">
                    <a:lnL w="6350">
                      <a:solidFill>
                        <a:schemeClr val="tx1"/>
                      </a:solidFill>
                      <a:prstDash val="solid"/>
                    </a:lnL>
                    <a:lnR w="12700">
                      <a:solidFill>
                        <a:schemeClr val="tx1"/>
                      </a:solidFill>
                      <a:prstDash val="solid"/>
                    </a:lnR>
                    <a:lnT w="6350">
                      <a:solidFill>
                        <a:schemeClr val="tx1"/>
                      </a:solidFill>
                      <a:prstDash val="solid"/>
                    </a:lnT>
                    <a:lnB w="6350">
                      <a:solidFill>
                        <a:schemeClr val="tx1"/>
                      </a:solidFill>
                      <a:prstDash val="solid"/>
                    </a:lnB>
                    <a:lnTlToBr>
                      <a:noFill/>
                    </a:lnTlToBr>
                    <a:lnBlToTr>
                      <a:noFill/>
                    </a:lnBlToTr>
                    <a:noFill/>
                  </a:tcPr>
                </a:tc>
              </a:tr>
              <a:tr h="252730">
                <a:tc rowSpan="5">
                  <a:txBody>
                    <a:bodyPr/>
                    <a:p>
                      <a:pPr indent="0" algn="ctr">
                        <a:buNone/>
                      </a:pPr>
                      <a:r>
                        <a:rPr lang="zh-CN" sz="1000" b="0">
                          <a:solidFill>
                            <a:srgbClr val="000000"/>
                          </a:solidFill>
                          <a:latin typeface="微软雅黑" panose="020B0503020204020204" charset="-122"/>
                          <a:ea typeface="微软雅黑" panose="020B0503020204020204" charset="-122"/>
                          <a:cs typeface="微软雅黑" panose="020B0503020204020204" charset="-122"/>
                        </a:rPr>
                        <a:t>亮度</a:t>
                      </a:r>
                      <a:r>
                        <a:rPr lang="en-US" altLang="zh-CN" sz="1000" b="0">
                          <a:solidFill>
                            <a:srgbClr val="000000"/>
                          </a:solidFill>
                          <a:latin typeface="微软雅黑" panose="020B0503020204020204" charset="-122"/>
                          <a:ea typeface="微软雅黑" panose="020B0503020204020204" charset="-122"/>
                          <a:cs typeface="微软雅黑" panose="020B0503020204020204" charset="-122"/>
                        </a:rPr>
                        <a:t>(</a:t>
                      </a:r>
                      <a:r>
                        <a:rPr lang="zh-CN" altLang="en-US" sz="1000" b="0">
                          <a:solidFill>
                            <a:srgbClr val="000000"/>
                          </a:solidFill>
                          <a:latin typeface="微软雅黑" panose="020B0503020204020204" charset="-122"/>
                          <a:ea typeface="微软雅黑" panose="020B0503020204020204" charset="-122"/>
                          <a:cs typeface="微软雅黑" panose="020B0503020204020204" charset="-122"/>
                        </a:rPr>
                        <a:t>鲜艳模式</a:t>
                      </a:r>
                      <a:r>
                        <a:rPr lang="en-US" altLang="zh-CN" sz="1000" b="0">
                          <a:solidFill>
                            <a:srgbClr val="000000"/>
                          </a:solidFill>
                          <a:latin typeface="微软雅黑" panose="020B0503020204020204" charset="-122"/>
                          <a:ea typeface="微软雅黑" panose="020B0503020204020204" charset="-122"/>
                          <a:cs typeface="微软雅黑" panose="020B0503020204020204" charset="-122"/>
                        </a:rPr>
                        <a:t>)</a:t>
                      </a:r>
                      <a:endParaRPr lang="en-US" altLang="zh-CN" sz="1000" b="0">
                        <a:solidFill>
                          <a:srgbClr val="000000"/>
                        </a:solidFill>
                        <a:latin typeface="微软雅黑" panose="020B0503020204020204" charset="-122"/>
                        <a:ea typeface="微软雅黑" panose="020B0503020204020204" charset="-122"/>
                        <a:cs typeface="微软雅黑" panose="020B0503020204020204" charset="-122"/>
                      </a:endParaRPr>
                    </a:p>
                  </a:txBody>
                  <a:tcPr marL="12700" marR="12700" marT="12700" vert="horz" anchor="ctr" anchorCtr="0">
                    <a:lnL w="1270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noFill/>
                  </a:tcPr>
                </a:tc>
                <a:tc>
                  <a:txBody>
                    <a:bodyPr/>
                    <a:p>
                      <a:pPr indent="0">
                        <a:buNone/>
                      </a:pPr>
                      <a:r>
                        <a:rPr lang="zh-CN" sz="1000" b="0">
                          <a:solidFill>
                            <a:srgbClr val="000000"/>
                          </a:solidFill>
                          <a:latin typeface="微软雅黑" panose="020B0503020204020204" charset="-122"/>
                          <a:ea typeface="微软雅黑" panose="020B0503020204020204" charset="-122"/>
                        </a:rPr>
                        <a:t>全白场亮度</a:t>
                      </a:r>
                      <a:endParaRPr lang="zh-CN" altLang="en-US" sz="1000" b="0">
                        <a:solidFill>
                          <a:srgbClr val="000000"/>
                        </a:solidFill>
                        <a:latin typeface="微软雅黑" panose="020B0503020204020204" charset="-122"/>
                        <a:ea typeface="微软雅黑" panose="020B0503020204020204" charset="-122"/>
                      </a:endParaRPr>
                    </a:p>
                  </a:txBody>
                  <a:tcPr marL="12700" marR="12700" marT="12700" vert="horz" anchor="b" anchorCtr="0">
                    <a:lnL w="635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noFill/>
                  </a:tcPr>
                </a:tc>
                <a:tc>
                  <a:txBody>
                    <a:bodyPr/>
                    <a:p>
                      <a:pPr indent="0" algn="ctr">
                        <a:buNone/>
                      </a:pPr>
                      <a:r>
                        <a:rPr lang="en-US" altLang="zh-CN" sz="1000" b="1">
                          <a:solidFill>
                            <a:srgbClr val="FF0000"/>
                          </a:solidFill>
                          <a:latin typeface="微软雅黑" panose="020B0503020204020204" charset="-122"/>
                          <a:ea typeface="微软雅黑" panose="020B0503020204020204" charset="-122"/>
                          <a:cs typeface="微软雅黑" panose="020B0503020204020204" charset="-122"/>
                          <a:sym typeface="+mn-ea"/>
                        </a:rPr>
                        <a:t>796.72</a:t>
                      </a:r>
                      <a:endParaRPr lang="en-US" altLang="zh-CN" sz="1000" b="1">
                        <a:solidFill>
                          <a:srgbClr val="FF0000"/>
                        </a:solidFill>
                        <a:latin typeface="微软雅黑" panose="020B0503020204020204" charset="-122"/>
                        <a:ea typeface="微软雅黑" panose="020B0503020204020204" charset="-122"/>
                        <a:cs typeface="微软雅黑" panose="020B0503020204020204" charset="-122"/>
                        <a:sym typeface="+mn-ea"/>
                      </a:endParaRPr>
                    </a:p>
                  </a:txBody>
                  <a:tcPr marL="12700" marR="12700" marT="12700" vert="horz" anchor="b" anchorCtr="0">
                    <a:lnL w="635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noFill/>
                  </a:tcPr>
                </a:tc>
                <a:tc>
                  <a:txBody>
                    <a:bodyPr/>
                    <a:p>
                      <a:pPr indent="0" algn="ctr">
                        <a:buNone/>
                      </a:pPr>
                      <a:r>
                        <a:rPr lang="en-US" altLang="zh-CN" sz="1000" b="1">
                          <a:solidFill>
                            <a:srgbClr val="FF0000"/>
                          </a:solidFill>
                          <a:latin typeface="微软雅黑" panose="020B0503020204020204" charset="-122"/>
                          <a:ea typeface="微软雅黑" panose="020B0503020204020204" charset="-122"/>
                          <a:cs typeface="微软雅黑" panose="020B0503020204020204" charset="-122"/>
                          <a:sym typeface="+mn-ea"/>
                        </a:rPr>
                        <a:t>737.38</a:t>
                      </a:r>
                      <a:endParaRPr lang="en-US" altLang="zh-CN" sz="1000" b="1">
                        <a:solidFill>
                          <a:srgbClr val="FF0000"/>
                        </a:solidFill>
                        <a:latin typeface="微软雅黑" panose="020B0503020204020204" charset="-122"/>
                        <a:ea typeface="微软雅黑" panose="020B0503020204020204" charset="-122"/>
                        <a:cs typeface="微软雅黑" panose="020B0503020204020204" charset="-122"/>
                        <a:sym typeface="+mn-ea"/>
                      </a:endParaRPr>
                    </a:p>
                  </a:txBody>
                  <a:tcPr marL="12700" marR="12700" marT="12700" vert="horz" anchor="ctr" anchorCtr="0">
                    <a:lnL w="635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noFill/>
                  </a:tcPr>
                </a:tc>
                <a:tc>
                  <a:txBody>
                    <a:bodyPr/>
                    <a:p>
                      <a:pPr indent="0" algn="ctr">
                        <a:buNone/>
                      </a:pPr>
                      <a:endParaRPr lang="en-US" altLang="en-US" sz="1000" b="0">
                        <a:solidFill>
                          <a:srgbClr val="000000"/>
                        </a:solidFill>
                        <a:latin typeface="微软雅黑" panose="020B0503020204020204" charset="-122"/>
                        <a:ea typeface="微软雅黑" panose="020B0503020204020204" charset="-122"/>
                      </a:endParaRPr>
                    </a:p>
                  </a:txBody>
                  <a:tcPr marL="12700" marR="12700" marT="12700" vert="horz" anchor="b" anchorCtr="0">
                    <a:lnL w="6350">
                      <a:solidFill>
                        <a:schemeClr val="tx1"/>
                      </a:solidFill>
                      <a:prstDash val="solid"/>
                    </a:lnL>
                    <a:lnR w="12700">
                      <a:solidFill>
                        <a:schemeClr val="tx1"/>
                      </a:solidFill>
                      <a:prstDash val="solid"/>
                    </a:lnR>
                    <a:lnT w="6350">
                      <a:solidFill>
                        <a:schemeClr val="tx1"/>
                      </a:solidFill>
                      <a:prstDash val="solid"/>
                    </a:lnT>
                    <a:lnB w="6350">
                      <a:solidFill>
                        <a:schemeClr val="tx1"/>
                      </a:solidFill>
                      <a:prstDash val="solid"/>
                    </a:lnB>
                    <a:lnTlToBr>
                      <a:noFill/>
                    </a:lnTlToBr>
                    <a:lnBlToTr>
                      <a:noFill/>
                    </a:lnBlToTr>
                    <a:noFill/>
                  </a:tcPr>
                </a:tc>
              </a:tr>
              <a:tr h="278130">
                <a:tc vMerge="1">
                  <a:tcPr>
                    <a:lnL w="12700">
                      <a:solidFill>
                        <a:schemeClr val="tx1"/>
                      </a:solidFill>
                      <a:prstDash val="solid"/>
                    </a:lnL>
                    <a:lnR w="6350">
                      <a:solidFill>
                        <a:schemeClr val="tx1"/>
                      </a:solidFill>
                      <a:prstDash val="solid"/>
                    </a:lnR>
                  </a:tcPr>
                </a:tc>
                <a:tc>
                  <a:txBody>
                    <a:bodyPr/>
                    <a:p>
                      <a:pPr indent="0">
                        <a:buNone/>
                      </a:pPr>
                      <a:r>
                        <a:rPr lang="zh-CN" sz="1000" b="0">
                          <a:solidFill>
                            <a:srgbClr val="000000"/>
                          </a:solidFill>
                          <a:latin typeface="微软雅黑" panose="020B0503020204020204" charset="-122"/>
                          <a:ea typeface="微软雅黑" panose="020B0503020204020204" charset="-122"/>
                        </a:rPr>
                        <a:t>黑场亮度</a:t>
                      </a:r>
                      <a:endParaRPr lang="zh-CN" altLang="en-US" sz="1000" b="0">
                        <a:solidFill>
                          <a:srgbClr val="000000"/>
                        </a:solidFill>
                        <a:latin typeface="微软雅黑" panose="020B0503020204020204" charset="-122"/>
                        <a:ea typeface="微软雅黑" panose="020B0503020204020204" charset="-122"/>
                      </a:endParaRPr>
                    </a:p>
                  </a:txBody>
                  <a:tcPr marL="12700" marR="12700" marT="12700" vert="horz" anchor="ctr" anchorCtr="0">
                    <a:lnL w="635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noFill/>
                  </a:tcPr>
                </a:tc>
                <a:tc>
                  <a:txBody>
                    <a:bodyPr/>
                    <a:p>
                      <a:pPr marL="38100" indent="0" algn="ctr" fontAlgn="ctr"/>
                      <a:r>
                        <a:rPr lang="en-US" altLang="zh-CN" sz="1100" b="0" i="0">
                          <a:solidFill>
                            <a:srgbClr val="000000"/>
                          </a:solidFill>
                        </a:rPr>
                        <a:t>0.1426318</a:t>
                      </a:r>
                      <a:endParaRPr lang="en-US" altLang="zh-CN" sz="1100" b="0" i="0">
                        <a:solidFill>
                          <a:srgbClr val="000000"/>
                        </a:solidFill>
                      </a:endParaRPr>
                    </a:p>
                  </a:txBody>
                  <a:tcPr marL="38417" marR="38417" marT="25717" marB="25717" anchor="ctr" anchorCtr="0">
                    <a:lnL w="635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noFill/>
                  </a:tcPr>
                </a:tc>
                <a:tc>
                  <a:txBody>
                    <a:bodyPr/>
                    <a:p>
                      <a:pPr indent="0" algn="ctr">
                        <a:buNone/>
                      </a:pPr>
                      <a:r>
                        <a:rPr lang="en-US" altLang="zh-CN" sz="1000" b="0">
                          <a:solidFill>
                            <a:srgbClr val="000000"/>
                          </a:solidFill>
                          <a:latin typeface="微软雅黑" panose="020B0503020204020204" charset="-122"/>
                          <a:ea typeface="微软雅黑" panose="020B0503020204020204" charset="-122"/>
                        </a:rPr>
                        <a:t>0.5214501</a:t>
                      </a:r>
                      <a:endParaRPr lang="en-US" altLang="zh-CN" sz="1000" b="0">
                        <a:solidFill>
                          <a:srgbClr val="000000"/>
                        </a:solidFill>
                        <a:latin typeface="微软雅黑" panose="020B0503020204020204" charset="-122"/>
                        <a:ea typeface="微软雅黑" panose="020B0503020204020204" charset="-122"/>
                      </a:endParaRPr>
                    </a:p>
                  </a:txBody>
                  <a:tcPr marL="12700" marR="12700" marT="12700" vert="horz" anchor="ctr" anchorCtr="0">
                    <a:lnL w="635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noFill/>
                  </a:tcPr>
                </a:tc>
                <a:tc>
                  <a:txBody>
                    <a:bodyPr/>
                    <a:p>
                      <a:pPr indent="0" algn="ctr">
                        <a:buNone/>
                      </a:pPr>
                      <a:r>
                        <a:rPr lang="zh-CN" sz="1000" b="0">
                          <a:solidFill>
                            <a:srgbClr val="000000"/>
                          </a:solidFill>
                          <a:latin typeface="微软雅黑" panose="020B0503020204020204" charset="-122"/>
                          <a:ea typeface="微软雅黑" panose="020B0503020204020204" charset="-122"/>
                          <a:cs typeface="微软雅黑" panose="020B0503020204020204" charset="-122"/>
                        </a:rPr>
                        <a:t>关LD</a:t>
                      </a:r>
                      <a:endParaRPr lang="zh-CN" altLang="en-US" sz="1000" b="0">
                        <a:solidFill>
                          <a:srgbClr val="000000"/>
                        </a:solidFill>
                        <a:latin typeface="微软雅黑" panose="020B0503020204020204" charset="-122"/>
                        <a:ea typeface="微软雅黑" panose="020B0503020204020204" charset="-122"/>
                        <a:cs typeface="微软雅黑" panose="020B0503020204020204" charset="-122"/>
                      </a:endParaRPr>
                    </a:p>
                  </a:txBody>
                  <a:tcPr marL="12700" marR="12700" marT="12700" vert="horz" anchor="ctr" anchorCtr="0">
                    <a:lnL w="6350">
                      <a:solidFill>
                        <a:schemeClr val="tx1"/>
                      </a:solidFill>
                      <a:prstDash val="solid"/>
                    </a:lnL>
                    <a:lnR w="12700">
                      <a:solidFill>
                        <a:schemeClr val="tx1"/>
                      </a:solidFill>
                      <a:prstDash val="solid"/>
                    </a:lnR>
                    <a:lnT w="6350">
                      <a:solidFill>
                        <a:schemeClr val="tx1"/>
                      </a:solidFill>
                      <a:prstDash val="solid"/>
                    </a:lnT>
                    <a:lnB w="6350">
                      <a:solidFill>
                        <a:schemeClr val="tx1"/>
                      </a:solidFill>
                      <a:prstDash val="solid"/>
                    </a:lnB>
                    <a:lnTlToBr>
                      <a:noFill/>
                    </a:lnTlToBr>
                    <a:lnBlToTr>
                      <a:noFill/>
                    </a:lnBlToTr>
                    <a:noFill/>
                  </a:tcPr>
                </a:tc>
              </a:tr>
              <a:tr h="250825">
                <a:tc vMerge="1">
                  <a:tcPr>
                    <a:lnL w="12700">
                      <a:solidFill>
                        <a:schemeClr val="tx1"/>
                      </a:solidFill>
                      <a:prstDash val="solid"/>
                    </a:lnL>
                    <a:lnR w="6350">
                      <a:solidFill>
                        <a:schemeClr val="tx1"/>
                      </a:solidFill>
                      <a:prstDash val="solid"/>
                    </a:lnR>
                  </a:tcPr>
                </a:tc>
                <a:tc>
                  <a:txBody>
                    <a:bodyPr/>
                    <a:p>
                      <a:pPr indent="0">
                        <a:buNone/>
                      </a:pPr>
                      <a:r>
                        <a:rPr lang="en-US" sz="1000" b="0">
                          <a:solidFill>
                            <a:srgbClr val="000000"/>
                          </a:solidFill>
                          <a:latin typeface="微软雅黑" panose="020B0503020204020204" charset="-122"/>
                          <a:ea typeface="微软雅黑" panose="020B0503020204020204" charset="-122"/>
                        </a:rPr>
                        <a:t>Real Scene</a:t>
                      </a:r>
                      <a:endParaRPr lang="en-US" altLang="en-US" sz="1000" b="0">
                        <a:solidFill>
                          <a:srgbClr val="000000"/>
                        </a:solidFill>
                        <a:latin typeface="微软雅黑" panose="020B0503020204020204" charset="-122"/>
                        <a:ea typeface="微软雅黑" panose="020B0503020204020204" charset="-122"/>
                      </a:endParaRPr>
                    </a:p>
                  </a:txBody>
                  <a:tcPr marL="12700" marR="12700" marT="12700" vert="horz" anchor="b" anchorCtr="0">
                    <a:lnL w="635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noFill/>
                  </a:tcPr>
                </a:tc>
                <a:tc>
                  <a:txBody>
                    <a:bodyPr/>
                    <a:p>
                      <a:pPr indent="0" algn="ctr">
                        <a:buNone/>
                      </a:pPr>
                      <a:r>
                        <a:rPr lang="en-US" altLang="zh-CN" sz="1000" b="0">
                          <a:solidFill>
                            <a:schemeClr val="tx1"/>
                          </a:solidFill>
                          <a:latin typeface="微软雅黑" panose="020B0503020204020204" charset="-122"/>
                          <a:ea typeface="微软雅黑" panose="020B0503020204020204" charset="-122"/>
                          <a:cs typeface="微软雅黑" panose="020B0503020204020204" charset="-122"/>
                          <a:sym typeface="+mn-ea"/>
                        </a:rPr>
                        <a:t>1022.32</a:t>
                      </a:r>
                      <a:endParaRPr lang="en-US" altLang="zh-CN" sz="1000" b="0">
                        <a:solidFill>
                          <a:schemeClr val="tx1"/>
                        </a:solidFill>
                        <a:latin typeface="微软雅黑" panose="020B0503020204020204" charset="-122"/>
                        <a:ea typeface="微软雅黑" panose="020B0503020204020204" charset="-122"/>
                        <a:cs typeface="微软雅黑" panose="020B0503020204020204" charset="-122"/>
                        <a:sym typeface="+mn-ea"/>
                      </a:endParaRPr>
                    </a:p>
                  </a:txBody>
                  <a:tcPr marL="12700" marR="12700" marT="12700" vert="horz" anchor="b" anchorCtr="0">
                    <a:lnL w="635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noFill/>
                  </a:tcPr>
                </a:tc>
                <a:tc>
                  <a:txBody>
                    <a:bodyPr/>
                    <a:p>
                      <a:pPr indent="0" algn="ctr">
                        <a:buNone/>
                      </a:pPr>
                      <a:r>
                        <a:rPr lang="en-US" altLang="en-US" sz="1000" b="0">
                          <a:solidFill>
                            <a:schemeClr val="tx1"/>
                          </a:solidFill>
                          <a:latin typeface="微软雅黑" panose="020B0503020204020204" charset="-122"/>
                          <a:ea typeface="微软雅黑" panose="020B0503020204020204" charset="-122"/>
                        </a:rPr>
                        <a:t>747.11108</a:t>
                      </a:r>
                      <a:endParaRPr lang="en-US" altLang="en-US" sz="1000" b="0">
                        <a:solidFill>
                          <a:schemeClr val="tx1"/>
                        </a:solidFill>
                        <a:latin typeface="微软雅黑" panose="020B0503020204020204" charset="-122"/>
                        <a:ea typeface="微软雅黑" panose="020B0503020204020204" charset="-122"/>
                      </a:endParaRPr>
                    </a:p>
                  </a:txBody>
                  <a:tcPr marL="12700" marR="12700" marT="12700" vert="horz" anchor="ctr" anchorCtr="0">
                    <a:lnL w="635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noFill/>
                  </a:tcPr>
                </a:tc>
                <a:tc>
                  <a:txBody>
                    <a:bodyPr/>
                    <a:p>
                      <a:pPr indent="0" algn="ctr">
                        <a:buNone/>
                      </a:pPr>
                      <a:r>
                        <a:rPr lang="en-US" altLang="en-US" sz="1000" b="0">
                          <a:solidFill>
                            <a:srgbClr val="000000"/>
                          </a:solidFill>
                          <a:latin typeface="微软雅黑" panose="020B0503020204020204" charset="-122"/>
                          <a:ea typeface="微软雅黑" panose="020B0503020204020204" charset="-122"/>
                        </a:rPr>
                        <a:t>Rtings</a:t>
                      </a:r>
                      <a:r>
                        <a:rPr lang="zh-CN" altLang="en-US" sz="1000" b="0">
                          <a:solidFill>
                            <a:srgbClr val="000000"/>
                          </a:solidFill>
                          <a:latin typeface="微软雅黑" panose="020B0503020204020204" charset="-122"/>
                          <a:ea typeface="微软雅黑" panose="020B0503020204020204" charset="-122"/>
                        </a:rPr>
                        <a:t>测试</a:t>
                      </a:r>
                      <a:r>
                        <a:rPr lang="zh-CN" altLang="en-US" sz="1000" b="0">
                          <a:solidFill>
                            <a:srgbClr val="000000"/>
                          </a:solidFill>
                          <a:latin typeface="微软雅黑" panose="020B0503020204020204" charset="-122"/>
                          <a:ea typeface="微软雅黑" panose="020B0503020204020204" charset="-122"/>
                        </a:rPr>
                        <a:t>视频</a:t>
                      </a:r>
                      <a:endParaRPr lang="zh-CN" altLang="en-US" sz="1000" b="0">
                        <a:solidFill>
                          <a:srgbClr val="000000"/>
                        </a:solidFill>
                        <a:latin typeface="微软雅黑" panose="020B0503020204020204" charset="-122"/>
                        <a:ea typeface="微软雅黑" panose="020B0503020204020204" charset="-122"/>
                      </a:endParaRPr>
                    </a:p>
                  </a:txBody>
                  <a:tcPr marL="12700" marR="12700" marT="12700" vert="horz" anchor="b" anchorCtr="0">
                    <a:lnL w="6350">
                      <a:solidFill>
                        <a:schemeClr val="tx1"/>
                      </a:solidFill>
                      <a:prstDash val="solid"/>
                    </a:lnL>
                    <a:lnR w="12700">
                      <a:solidFill>
                        <a:schemeClr val="tx1"/>
                      </a:solidFill>
                      <a:prstDash val="solid"/>
                    </a:lnR>
                    <a:lnT w="6350">
                      <a:solidFill>
                        <a:schemeClr val="tx1"/>
                      </a:solidFill>
                      <a:prstDash val="solid"/>
                    </a:lnT>
                    <a:lnB w="6350">
                      <a:solidFill>
                        <a:schemeClr val="tx1"/>
                      </a:solidFill>
                      <a:prstDash val="solid"/>
                    </a:lnB>
                    <a:lnTlToBr>
                      <a:noFill/>
                    </a:lnTlToBr>
                    <a:lnBlToTr>
                      <a:noFill/>
                    </a:lnBlToTr>
                    <a:noFill/>
                  </a:tcPr>
                </a:tc>
              </a:tr>
              <a:tr h="250825">
                <a:tc vMerge="1">
                  <a:tcPr>
                    <a:lnL w="12700">
                      <a:solidFill>
                        <a:schemeClr val="tx1"/>
                      </a:solidFill>
                      <a:prstDash val="solid"/>
                    </a:lnL>
                    <a:lnR w="6350">
                      <a:solidFill>
                        <a:schemeClr val="tx1"/>
                      </a:solidFill>
                      <a:prstDash val="solid"/>
                    </a:lnR>
                  </a:tcPr>
                </a:tc>
                <a:tc>
                  <a:txBody>
                    <a:bodyPr/>
                    <a:p>
                      <a:pPr indent="0">
                        <a:buNone/>
                      </a:pPr>
                      <a:r>
                        <a:rPr lang="zh-CN" sz="1000" b="0">
                          <a:solidFill>
                            <a:schemeClr val="tx1"/>
                          </a:solidFill>
                          <a:latin typeface="微软雅黑" panose="020B0503020204020204" charset="-122"/>
                          <a:ea typeface="微软雅黑" panose="020B0503020204020204" charset="-122"/>
                        </a:rPr>
                        <a:t>稳态</a:t>
                      </a:r>
                      <a:r>
                        <a:rPr lang="zh-CN" sz="1000" b="0">
                          <a:solidFill>
                            <a:srgbClr val="000000"/>
                          </a:solidFill>
                          <a:latin typeface="微软雅黑" panose="020B0503020204020204" charset="-122"/>
                          <a:ea typeface="微软雅黑" panose="020B0503020204020204" charset="-122"/>
                        </a:rPr>
                        <a:t>峰值亮度</a:t>
                      </a:r>
                      <a:endParaRPr lang="zh-CN" altLang="en-US" sz="1000" b="0">
                        <a:solidFill>
                          <a:srgbClr val="000000"/>
                        </a:solidFill>
                        <a:latin typeface="微软雅黑" panose="020B0503020204020204" charset="-122"/>
                        <a:ea typeface="微软雅黑" panose="020B0503020204020204" charset="-122"/>
                      </a:endParaRPr>
                    </a:p>
                  </a:txBody>
                  <a:tcPr marL="12700" marR="12700" marT="12700" vert="horz" anchor="b" anchorCtr="0">
                    <a:lnL w="635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noFill/>
                  </a:tcPr>
                </a:tc>
                <a:tc>
                  <a:txBody>
                    <a:bodyPr/>
                    <a:p>
                      <a:pPr algn="ctr">
                        <a:buClrTx/>
                        <a:buSzTx/>
                        <a:buFontTx/>
                        <a:buNone/>
                      </a:pPr>
                      <a:r>
                        <a:rPr lang="en-US" altLang="en-US" sz="1000" b="1">
                          <a:solidFill>
                            <a:srgbClr val="FF0000"/>
                          </a:solidFill>
                          <a:latin typeface="微软雅黑" panose="020B0503020204020204" charset="-122"/>
                          <a:ea typeface="微软雅黑" panose="020B0503020204020204" charset="-122"/>
                          <a:sym typeface="+mn-ea"/>
                        </a:rPr>
                        <a:t>2373.4</a:t>
                      </a:r>
                      <a:endParaRPr lang="en-US" altLang="en-US" sz="1000" b="1">
                        <a:solidFill>
                          <a:srgbClr val="FF0000"/>
                        </a:solidFill>
                        <a:latin typeface="微软雅黑" panose="020B0503020204020204" charset="-122"/>
                        <a:ea typeface="微软雅黑" panose="020B0503020204020204" charset="-122"/>
                        <a:sym typeface="+mn-ea"/>
                      </a:endParaRPr>
                    </a:p>
                  </a:txBody>
                  <a:tcPr marL="12700" marR="12700" marT="12700" vert="horz" anchor="b" anchorCtr="0">
                    <a:lnL w="635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noFill/>
                  </a:tcPr>
                </a:tc>
                <a:tc>
                  <a:txBody>
                    <a:bodyPr/>
                    <a:p>
                      <a:pPr algn="ctr">
                        <a:buClrTx/>
                        <a:buSzTx/>
                        <a:buFontTx/>
                        <a:buNone/>
                      </a:pPr>
                      <a:r>
                        <a:rPr lang="en-US" altLang="en-US" sz="1000" b="1">
                          <a:solidFill>
                            <a:srgbClr val="FF0000"/>
                          </a:solidFill>
                          <a:latin typeface="微软雅黑" panose="020B0503020204020204" charset="-122"/>
                          <a:ea typeface="微软雅黑" panose="020B0503020204020204" charset="-122"/>
                          <a:sym typeface="+mn-ea"/>
                        </a:rPr>
                        <a:t>2057.1</a:t>
                      </a:r>
                      <a:endParaRPr lang="en-US" altLang="en-US" sz="1000" b="1">
                        <a:solidFill>
                          <a:srgbClr val="FF0000"/>
                        </a:solidFill>
                        <a:latin typeface="微软雅黑" panose="020B0503020204020204" charset="-122"/>
                        <a:ea typeface="微软雅黑" panose="020B0503020204020204" charset="-122"/>
                        <a:sym typeface="+mn-ea"/>
                      </a:endParaRPr>
                    </a:p>
                  </a:txBody>
                  <a:tcPr marL="12700" marR="12700" marT="12700" vert="horz" anchor="ctr" anchorCtr="0">
                    <a:lnL w="635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noFill/>
                  </a:tcPr>
                </a:tc>
                <a:tc>
                  <a:txBody>
                    <a:bodyPr/>
                    <a:p>
                      <a:pPr indent="0" algn="ctr">
                        <a:buNone/>
                      </a:pPr>
                      <a:endParaRPr lang="en-US" altLang="en-US" sz="1000" b="0">
                        <a:solidFill>
                          <a:srgbClr val="000000"/>
                        </a:solidFill>
                        <a:latin typeface="微软雅黑" panose="020B0503020204020204" charset="-122"/>
                        <a:ea typeface="微软雅黑" panose="020B0503020204020204" charset="-122"/>
                      </a:endParaRPr>
                    </a:p>
                  </a:txBody>
                  <a:tcPr marL="12700" marR="12700" marT="12700" vert="horz" anchor="b" anchorCtr="0">
                    <a:lnL w="6350">
                      <a:solidFill>
                        <a:schemeClr val="tx1"/>
                      </a:solidFill>
                      <a:prstDash val="solid"/>
                    </a:lnL>
                    <a:lnR w="12700">
                      <a:solidFill>
                        <a:schemeClr val="tx1"/>
                      </a:solidFill>
                      <a:prstDash val="solid"/>
                    </a:lnR>
                    <a:lnT w="6350">
                      <a:solidFill>
                        <a:schemeClr val="tx1"/>
                      </a:solidFill>
                      <a:prstDash val="solid"/>
                    </a:lnT>
                    <a:lnB w="6350">
                      <a:solidFill>
                        <a:schemeClr val="tx1"/>
                      </a:solidFill>
                      <a:prstDash val="solid"/>
                    </a:lnB>
                    <a:lnTlToBr>
                      <a:noFill/>
                    </a:lnTlToBr>
                    <a:lnBlToTr>
                      <a:noFill/>
                    </a:lnBlToTr>
                    <a:noFill/>
                  </a:tcPr>
                </a:tc>
              </a:tr>
              <a:tr h="273685">
                <a:tc vMerge="1">
                  <a:tcPr>
                    <a:lnL w="12700">
                      <a:solidFill>
                        <a:schemeClr val="tx1"/>
                      </a:solidFill>
                      <a:prstDash val="solid"/>
                    </a:lnL>
                    <a:lnR w="6350">
                      <a:solidFill>
                        <a:schemeClr val="tx1"/>
                      </a:solidFill>
                      <a:prstDash val="solid"/>
                    </a:lnR>
                  </a:tcPr>
                </a:tc>
                <a:tc>
                  <a:txBody>
                    <a:bodyPr/>
                    <a:p>
                      <a:pPr indent="0">
                        <a:buNone/>
                      </a:pPr>
                      <a:r>
                        <a:rPr lang="zh-CN" altLang="en-US" sz="1000" b="0">
                          <a:solidFill>
                            <a:schemeClr val="tx1"/>
                          </a:solidFill>
                          <a:latin typeface="微软雅黑" panose="020B0503020204020204" charset="-122"/>
                          <a:ea typeface="微软雅黑" panose="020B0503020204020204" charset="-122"/>
                        </a:rPr>
                        <a:t>瞬态峰值亮度</a:t>
                      </a:r>
                      <a:endParaRPr lang="zh-CN" altLang="en-US" sz="1000" b="0">
                        <a:solidFill>
                          <a:schemeClr val="tx1"/>
                        </a:solidFill>
                        <a:latin typeface="微软雅黑" panose="020B0503020204020204" charset="-122"/>
                        <a:ea typeface="微软雅黑" panose="020B0503020204020204" charset="-122"/>
                      </a:endParaRPr>
                    </a:p>
                  </a:txBody>
                  <a:tcPr marL="12700" marR="12700" marT="12700" vert="horz" anchor="b" anchorCtr="0">
                    <a:lnL w="635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noFill/>
                  </a:tcPr>
                </a:tc>
                <a:tc>
                  <a:txBody>
                    <a:bodyPr/>
                    <a:p>
                      <a:pPr algn="ctr">
                        <a:buClrTx/>
                        <a:buSzTx/>
                        <a:buFontTx/>
                        <a:buNone/>
                      </a:pPr>
                      <a:r>
                        <a:rPr lang="en-US" altLang="en-US" sz="1000" b="0">
                          <a:solidFill>
                            <a:schemeClr val="tx1"/>
                          </a:solidFill>
                          <a:latin typeface="微软雅黑" panose="020B0503020204020204" charset="-122"/>
                          <a:ea typeface="微软雅黑" panose="020B0503020204020204" charset="-122"/>
                          <a:sym typeface="+mn-ea"/>
                        </a:rPr>
                        <a:t>5000+</a:t>
                      </a:r>
                      <a:endParaRPr lang="en-US" altLang="en-US" sz="1000" b="0">
                        <a:solidFill>
                          <a:schemeClr val="tx1"/>
                        </a:solidFill>
                        <a:latin typeface="微软雅黑" panose="020B0503020204020204" charset="-122"/>
                        <a:ea typeface="微软雅黑" panose="020B0503020204020204" charset="-122"/>
                        <a:sym typeface="+mn-ea"/>
                      </a:endParaRPr>
                    </a:p>
                  </a:txBody>
                  <a:tcPr marL="12700" marR="12700" marT="12700" vert="horz" anchor="b" anchorCtr="0">
                    <a:lnL w="635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noFill/>
                  </a:tcPr>
                </a:tc>
                <a:tc>
                  <a:txBody>
                    <a:bodyPr/>
                    <a:p>
                      <a:pPr indent="0" algn="ctr">
                        <a:buNone/>
                      </a:pPr>
                      <a:r>
                        <a:rPr lang="en-US" altLang="en-US" sz="1000">
                          <a:solidFill>
                            <a:schemeClr val="tx1"/>
                          </a:solidFill>
                          <a:latin typeface="微软雅黑" panose="020B0503020204020204" charset="-122"/>
                          <a:ea typeface="微软雅黑" panose="020B0503020204020204" charset="-122"/>
                          <a:sym typeface="+mn-ea"/>
                        </a:rPr>
                        <a:t>5000+</a:t>
                      </a:r>
                      <a:endParaRPr lang="en-US" altLang="zh-CN" sz="1000" b="0">
                        <a:solidFill>
                          <a:schemeClr val="tx1"/>
                        </a:solidFill>
                        <a:latin typeface="微软雅黑" panose="020B0503020204020204" charset="-122"/>
                        <a:ea typeface="微软雅黑" panose="020B0503020204020204" charset="-122"/>
                        <a:cs typeface="微软雅黑" panose="020B0503020204020204" charset="-122"/>
                        <a:sym typeface="+mn-ea"/>
                      </a:endParaRPr>
                    </a:p>
                  </a:txBody>
                  <a:tcPr marL="12700" marR="12700" marT="12700" vert="horz" anchor="ctr" anchorCtr="0">
                    <a:lnL w="635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noFill/>
                  </a:tcPr>
                </a:tc>
                <a:tc>
                  <a:txBody>
                    <a:bodyPr/>
                    <a:p>
                      <a:pPr indent="0" algn="ctr">
                        <a:buNone/>
                      </a:pPr>
                      <a:endParaRPr lang="en-US" altLang="en-US" sz="1000" b="0">
                        <a:solidFill>
                          <a:srgbClr val="000000"/>
                        </a:solidFill>
                        <a:latin typeface="微软雅黑" panose="020B0503020204020204" charset="-122"/>
                        <a:ea typeface="微软雅黑" panose="020B0503020204020204" charset="-122"/>
                      </a:endParaRPr>
                    </a:p>
                  </a:txBody>
                  <a:tcPr marL="12700" marR="12700" marT="12700" vert="horz" anchor="b" anchorCtr="0">
                    <a:lnL w="6350">
                      <a:solidFill>
                        <a:schemeClr val="tx1"/>
                      </a:solidFill>
                      <a:prstDash val="solid"/>
                    </a:lnL>
                    <a:lnR w="12700">
                      <a:solidFill>
                        <a:schemeClr val="tx1"/>
                      </a:solidFill>
                      <a:prstDash val="solid"/>
                    </a:lnR>
                    <a:lnT w="6350">
                      <a:solidFill>
                        <a:schemeClr val="tx1"/>
                      </a:solidFill>
                      <a:prstDash val="solid"/>
                    </a:lnT>
                    <a:lnB w="6350">
                      <a:solidFill>
                        <a:schemeClr val="tx1"/>
                      </a:solidFill>
                      <a:prstDash val="solid"/>
                    </a:lnB>
                    <a:lnTlToBr>
                      <a:noFill/>
                    </a:lnTlToBr>
                    <a:lnBlToTr>
                      <a:noFill/>
                    </a:lnBlToTr>
                    <a:noFill/>
                  </a:tcPr>
                </a:tc>
              </a:tr>
              <a:tr h="276860">
                <a:tc rowSpan="2">
                  <a:txBody>
                    <a:bodyPr/>
                    <a:p>
                      <a:pPr indent="0" algn="ctr">
                        <a:buNone/>
                      </a:pPr>
                      <a:r>
                        <a:rPr lang="zh-CN" altLang="en-US" sz="1000">
                          <a:solidFill>
                            <a:srgbClr val="000000"/>
                          </a:solidFill>
                          <a:latin typeface="微软雅黑" panose="020B0503020204020204" charset="-122"/>
                          <a:ea typeface="微软雅黑" panose="020B0503020204020204" charset="-122"/>
                          <a:sym typeface="黑体" panose="02010609060101010101" charset="-122"/>
                        </a:rPr>
                        <a:t>对比度</a:t>
                      </a:r>
                      <a:endParaRPr lang="en-US" altLang="zh-CN" sz="1000" b="0">
                        <a:solidFill>
                          <a:srgbClr val="000000"/>
                        </a:solidFill>
                        <a:latin typeface="微软雅黑" panose="020B0503020204020204" charset="-122"/>
                        <a:ea typeface="微软雅黑" panose="020B0503020204020204" charset="-122"/>
                        <a:cs typeface="微软雅黑" panose="020B0503020204020204" charset="-122"/>
                      </a:endParaRPr>
                    </a:p>
                  </a:txBody>
                  <a:tcPr anchor="ctr" anchorCtr="0">
                    <a:lnL w="12700">
                      <a:solidFill>
                        <a:schemeClr val="tx1"/>
                      </a:solidFill>
                      <a:prstDash val="solid"/>
                    </a:lnL>
                    <a:lnR w="6350">
                      <a:solidFill>
                        <a:schemeClr val="tx1"/>
                      </a:solidFill>
                      <a:prstDash val="solid"/>
                    </a:lnR>
                    <a:lnB w="6350">
                      <a:solidFill>
                        <a:schemeClr val="tx1"/>
                      </a:solidFill>
                      <a:prstDash val="solid"/>
                    </a:lnB>
                    <a:noFill/>
                  </a:tcPr>
                </a:tc>
                <a:tc>
                  <a:txBody>
                    <a:bodyPr/>
                    <a:p>
                      <a:pPr indent="0">
                        <a:buNone/>
                      </a:pPr>
                      <a:r>
                        <a:rPr lang="zh-CN" altLang="en-US" sz="1000">
                          <a:solidFill>
                            <a:srgbClr val="000000"/>
                          </a:solidFill>
                          <a:latin typeface="微软雅黑" panose="020B0503020204020204" charset="-122"/>
                          <a:ea typeface="微软雅黑" panose="020B0503020204020204" charset="-122"/>
                          <a:sym typeface="+mn-ea"/>
                        </a:rPr>
                        <a:t>标准</a:t>
                      </a:r>
                      <a:endParaRPr lang="en-US" altLang="zh-CN" sz="1000">
                        <a:solidFill>
                          <a:srgbClr val="000000"/>
                        </a:solidFill>
                        <a:latin typeface="微软雅黑" panose="020B0503020204020204" charset="-122"/>
                        <a:ea typeface="微软雅黑" panose="020B0503020204020204" charset="-122"/>
                        <a:sym typeface="+mn-ea"/>
                      </a:endParaRPr>
                    </a:p>
                  </a:txBody>
                  <a:tcPr marL="12700" marR="12700" marT="12700" vert="horz" anchor="ctr" anchorCtr="0">
                    <a:lnL w="635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noFill/>
                  </a:tcPr>
                </a:tc>
                <a:tc>
                  <a:txBody>
                    <a:bodyPr/>
                    <a:p>
                      <a:pPr indent="0" algn="ctr">
                        <a:buNone/>
                      </a:pPr>
                      <a:r>
                        <a:rPr lang="zh-CN" altLang="en-US" sz="1000">
                          <a:solidFill>
                            <a:srgbClr val="000000"/>
                          </a:solidFill>
                          <a:latin typeface="微软雅黑" panose="020B0503020204020204" charset="-122"/>
                          <a:ea typeface="微软雅黑" panose="020B0503020204020204" charset="-122"/>
                          <a:sym typeface="+mn-ea"/>
                        </a:rPr>
                        <a:t>开</a:t>
                      </a:r>
                      <a:r>
                        <a:rPr lang="en-US" altLang="zh-CN" sz="1000">
                          <a:solidFill>
                            <a:srgbClr val="000000"/>
                          </a:solidFill>
                          <a:latin typeface="微软雅黑" panose="020B0503020204020204" charset="-122"/>
                          <a:ea typeface="微软雅黑" panose="020B0503020204020204" charset="-122"/>
                          <a:sym typeface="+mn-ea"/>
                        </a:rPr>
                        <a:t>LD: </a:t>
                      </a:r>
                      <a:r>
                        <a:rPr lang="en-US" altLang="en-US" sz="1000">
                          <a:solidFill>
                            <a:srgbClr val="000000"/>
                          </a:solidFill>
                          <a:latin typeface="微软雅黑" panose="020B0503020204020204" charset="-122"/>
                          <a:ea typeface="微软雅黑" panose="020B0503020204020204" charset="-122"/>
                          <a:sym typeface="+mn-ea"/>
                        </a:rPr>
                        <a:t>14292.18</a:t>
                      </a:r>
                      <a:r>
                        <a:rPr lang="en-US" altLang="en-US" sz="1000">
                          <a:solidFill>
                            <a:srgbClr val="000000"/>
                          </a:solidFill>
                          <a:latin typeface="微软雅黑" panose="020B0503020204020204" charset="-122"/>
                          <a:ea typeface="微软雅黑" panose="020B0503020204020204" charset="-122"/>
                          <a:sym typeface="+mn-ea"/>
                        </a:rPr>
                        <a:t>   </a:t>
                      </a:r>
                      <a:r>
                        <a:rPr lang="zh-CN" altLang="en-US" sz="1000">
                          <a:solidFill>
                            <a:srgbClr val="000000"/>
                          </a:solidFill>
                          <a:latin typeface="微软雅黑" panose="020B0503020204020204" charset="-122"/>
                          <a:ea typeface="微软雅黑" panose="020B0503020204020204" charset="-122"/>
                          <a:sym typeface="+mn-ea"/>
                        </a:rPr>
                        <a:t>关</a:t>
                      </a:r>
                      <a:r>
                        <a:rPr lang="en-US" altLang="zh-CN" sz="1000">
                          <a:solidFill>
                            <a:srgbClr val="000000"/>
                          </a:solidFill>
                          <a:latin typeface="微软雅黑" panose="020B0503020204020204" charset="-122"/>
                          <a:ea typeface="微软雅黑" panose="020B0503020204020204" charset="-122"/>
                          <a:sym typeface="+mn-ea"/>
                        </a:rPr>
                        <a:t>LD: 6019.62</a:t>
                      </a:r>
                      <a:endParaRPr lang="en-US" altLang="zh-CN" sz="1000" b="0">
                        <a:solidFill>
                          <a:srgbClr val="000000"/>
                        </a:solidFill>
                        <a:latin typeface="微软雅黑" panose="020B0503020204020204" charset="-122"/>
                        <a:ea typeface="微软雅黑" panose="020B0503020204020204" charset="-122"/>
                      </a:endParaRPr>
                    </a:p>
                  </a:txBody>
                  <a:tcPr marL="12700" marR="12700" marT="12700" vert="horz" anchor="ctr" anchorCtr="0">
                    <a:lnL w="635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noFill/>
                  </a:tcPr>
                </a:tc>
                <a:tc>
                  <a:txBody>
                    <a:bodyPr/>
                    <a:p>
                      <a:pPr indent="0" algn="ctr">
                        <a:buNone/>
                      </a:pPr>
                      <a:r>
                        <a:rPr lang="zh-CN" altLang="en-US" sz="1000">
                          <a:solidFill>
                            <a:srgbClr val="000000"/>
                          </a:solidFill>
                          <a:latin typeface="微软雅黑" panose="020B0503020204020204" charset="-122"/>
                          <a:ea typeface="微软雅黑" panose="020B0503020204020204" charset="-122"/>
                          <a:sym typeface="+mn-ea"/>
                        </a:rPr>
                        <a:t>开</a:t>
                      </a:r>
                      <a:r>
                        <a:rPr lang="en-US" altLang="zh-CN" sz="1000">
                          <a:solidFill>
                            <a:srgbClr val="000000"/>
                          </a:solidFill>
                          <a:latin typeface="微软雅黑" panose="020B0503020204020204" charset="-122"/>
                          <a:ea typeface="微软雅黑" panose="020B0503020204020204" charset="-122"/>
                          <a:sym typeface="+mn-ea"/>
                        </a:rPr>
                        <a:t>LD: </a:t>
                      </a:r>
                      <a:r>
                        <a:rPr lang="en-US" altLang="en-US" sz="1000">
                          <a:solidFill>
                            <a:srgbClr val="000000"/>
                          </a:solidFill>
                          <a:latin typeface="微软雅黑" panose="020B0503020204020204" charset="-122"/>
                          <a:ea typeface="微软雅黑" panose="020B0503020204020204" charset="-122"/>
                          <a:sym typeface="+mn-ea"/>
                        </a:rPr>
                        <a:t>4611.09</a:t>
                      </a:r>
                      <a:r>
                        <a:rPr lang="en-US" altLang="en-US" sz="1000">
                          <a:solidFill>
                            <a:srgbClr val="000000"/>
                          </a:solidFill>
                          <a:latin typeface="微软雅黑" panose="020B0503020204020204" charset="-122"/>
                          <a:ea typeface="微软雅黑" panose="020B0503020204020204" charset="-122"/>
                          <a:sym typeface="+mn-ea"/>
                        </a:rPr>
                        <a:t>   </a:t>
                      </a:r>
                      <a:r>
                        <a:rPr lang="zh-CN" altLang="en-US" sz="1000">
                          <a:solidFill>
                            <a:srgbClr val="000000"/>
                          </a:solidFill>
                          <a:latin typeface="微软雅黑" panose="020B0503020204020204" charset="-122"/>
                          <a:ea typeface="微软雅黑" panose="020B0503020204020204" charset="-122"/>
                          <a:sym typeface="+mn-ea"/>
                        </a:rPr>
                        <a:t>关</a:t>
                      </a:r>
                      <a:r>
                        <a:rPr lang="en-US" altLang="zh-CN" sz="1000">
                          <a:solidFill>
                            <a:srgbClr val="000000"/>
                          </a:solidFill>
                          <a:latin typeface="微软雅黑" panose="020B0503020204020204" charset="-122"/>
                          <a:ea typeface="微软雅黑" panose="020B0503020204020204" charset="-122"/>
                          <a:sym typeface="+mn-ea"/>
                        </a:rPr>
                        <a:t>LD: 1787.56</a:t>
                      </a:r>
                      <a:endParaRPr lang="en-US" altLang="zh-CN" sz="1000" b="0">
                        <a:solidFill>
                          <a:srgbClr val="000000"/>
                        </a:solidFill>
                        <a:latin typeface="微软雅黑" panose="020B0503020204020204" charset="-122"/>
                        <a:ea typeface="微软雅黑" panose="020B0503020204020204" charset="-122"/>
                      </a:endParaRPr>
                    </a:p>
                  </a:txBody>
                  <a:tcPr marL="12700" marR="12700" marT="12700" vert="horz" anchor="ctr" anchorCtr="0">
                    <a:lnL w="635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noFill/>
                  </a:tcPr>
                </a:tc>
                <a:tc rowSpan="2">
                  <a:txBody>
                    <a:bodyPr/>
                    <a:p>
                      <a:pPr indent="0" algn="ctr">
                        <a:buNone/>
                      </a:pPr>
                      <a:r>
                        <a:rPr lang="zh-CN" altLang="en-US" sz="1000">
                          <a:solidFill>
                            <a:srgbClr val="000000"/>
                          </a:solidFill>
                          <a:latin typeface="微软雅黑" panose="020B0503020204020204" charset="-122"/>
                          <a:ea typeface="微软雅黑" panose="020B0503020204020204" charset="-122"/>
                          <a:sym typeface="+mn-ea"/>
                        </a:rPr>
                        <a:t>在</a:t>
                      </a:r>
                      <a:r>
                        <a:rPr lang="en-US" altLang="en-US" sz="1000">
                          <a:solidFill>
                            <a:srgbClr val="000000"/>
                          </a:solidFill>
                          <a:latin typeface="微软雅黑" panose="020B0503020204020204" charset="-122"/>
                          <a:ea typeface="微软雅黑" panose="020B0503020204020204" charset="-122"/>
                          <a:sym typeface="+mn-ea"/>
                        </a:rPr>
                        <a:t>SJ/T 11746-2019</a:t>
                      </a:r>
                      <a:r>
                        <a:rPr lang="zh-CN" altLang="en-US" sz="1000">
                          <a:solidFill>
                            <a:srgbClr val="000000"/>
                          </a:solidFill>
                          <a:latin typeface="微软雅黑" panose="020B0503020204020204" charset="-122"/>
                          <a:ea typeface="微软雅黑" panose="020B0503020204020204" charset="-122"/>
                          <a:sym typeface="+mn-ea"/>
                        </a:rPr>
                        <a:t>基础上</a:t>
                      </a:r>
                      <a:r>
                        <a:rPr lang="zh-CN" altLang="en-US" sz="1000">
                          <a:solidFill>
                            <a:srgbClr val="000000"/>
                          </a:solidFill>
                          <a:latin typeface="微软雅黑" panose="020B0503020204020204" charset="-122"/>
                          <a:ea typeface="微软雅黑" panose="020B0503020204020204" charset="-122"/>
                          <a:sym typeface="+mn-ea"/>
                        </a:rPr>
                        <a:t>开关</a:t>
                      </a:r>
                      <a:r>
                        <a:rPr lang="en-US" altLang="zh-CN" sz="1000">
                          <a:solidFill>
                            <a:srgbClr val="000000"/>
                          </a:solidFill>
                          <a:latin typeface="微软雅黑" panose="020B0503020204020204" charset="-122"/>
                          <a:ea typeface="微软雅黑" panose="020B0503020204020204" charset="-122"/>
                          <a:sym typeface="+mn-ea"/>
                        </a:rPr>
                        <a:t>LD</a:t>
                      </a:r>
                      <a:endParaRPr lang="en-US" altLang="en-US" sz="1000" b="0">
                        <a:solidFill>
                          <a:srgbClr val="000000"/>
                        </a:solidFill>
                        <a:latin typeface="微软雅黑" panose="020B0503020204020204" charset="-122"/>
                        <a:ea typeface="微软雅黑" panose="020B0503020204020204" charset="-122"/>
                      </a:endParaRPr>
                    </a:p>
                  </a:txBody>
                  <a:tcPr marL="12700" marR="12700" marT="12700" vert="horz" anchor="ctr" anchorCtr="0">
                    <a:lnL w="6350">
                      <a:solidFill>
                        <a:schemeClr val="tx1"/>
                      </a:solidFill>
                      <a:prstDash val="solid"/>
                    </a:lnL>
                    <a:lnR w="12700">
                      <a:solidFill>
                        <a:schemeClr val="tx1"/>
                      </a:solidFill>
                      <a:prstDash val="solid"/>
                    </a:lnR>
                    <a:lnT w="6350">
                      <a:solidFill>
                        <a:schemeClr val="tx1"/>
                      </a:solidFill>
                      <a:prstDash val="solid"/>
                    </a:lnT>
                    <a:lnB w="6350">
                      <a:solidFill>
                        <a:schemeClr val="tx1"/>
                      </a:solidFill>
                      <a:prstDash val="solid"/>
                    </a:lnB>
                    <a:lnTlToBr>
                      <a:noFill/>
                    </a:lnTlToBr>
                    <a:lnBlToTr>
                      <a:noFill/>
                    </a:lnBlToTr>
                    <a:noFill/>
                  </a:tcPr>
                </a:tc>
              </a:tr>
              <a:tr h="248285">
                <a:tc vMerge="1">
                  <a:tcPr>
                    <a:lnL w="12700">
                      <a:solidFill>
                        <a:schemeClr val="tx1"/>
                      </a:solidFill>
                      <a:prstDash val="solid"/>
                    </a:lnL>
                    <a:lnR w="6350">
                      <a:solidFill>
                        <a:schemeClr val="tx1"/>
                      </a:solidFill>
                      <a:prstDash val="solid"/>
                    </a:lnR>
                    <a:lnB w="6350">
                      <a:solidFill>
                        <a:schemeClr val="tx1"/>
                      </a:solidFill>
                      <a:prstDash val="solid"/>
                    </a:lnB>
                    <a:noFill/>
                  </a:tcPr>
                </a:tc>
                <a:tc>
                  <a:txBody>
                    <a:bodyPr/>
                    <a:p>
                      <a:pPr indent="0">
                        <a:buNone/>
                      </a:pPr>
                      <a:r>
                        <a:rPr lang="zh-CN" altLang="en-US" sz="1000">
                          <a:solidFill>
                            <a:srgbClr val="000000"/>
                          </a:solidFill>
                          <a:latin typeface="微软雅黑" panose="020B0503020204020204" charset="-122"/>
                          <a:ea typeface="微软雅黑" panose="020B0503020204020204" charset="-122"/>
                          <a:sym typeface="+mn-ea"/>
                        </a:rPr>
                        <a:t>鲜艳</a:t>
                      </a:r>
                      <a:endParaRPr lang="zh-CN" altLang="en-US" sz="1000">
                        <a:solidFill>
                          <a:srgbClr val="000000"/>
                        </a:solidFill>
                        <a:latin typeface="微软雅黑" panose="020B0503020204020204" charset="-122"/>
                        <a:ea typeface="微软雅黑" panose="020B0503020204020204" charset="-122"/>
                        <a:sym typeface="+mn-ea"/>
                      </a:endParaRPr>
                    </a:p>
                  </a:txBody>
                  <a:tcPr marL="12700" marR="12700" marT="12700" vert="horz" anchor="ctr" anchorCtr="0">
                    <a:lnL w="635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noFill/>
                  </a:tcPr>
                </a:tc>
                <a:tc>
                  <a:txBody>
                    <a:bodyPr/>
                    <a:p>
                      <a:pPr indent="0" algn="ctr">
                        <a:buNone/>
                      </a:pPr>
                      <a:r>
                        <a:rPr lang="zh-CN" altLang="en-US" sz="1000">
                          <a:solidFill>
                            <a:srgbClr val="000000"/>
                          </a:solidFill>
                          <a:latin typeface="微软雅黑" panose="020B0503020204020204" charset="-122"/>
                          <a:ea typeface="微软雅黑" panose="020B0503020204020204" charset="-122"/>
                          <a:sym typeface="+mn-ea"/>
                        </a:rPr>
                        <a:t>开</a:t>
                      </a:r>
                      <a:r>
                        <a:rPr lang="en-US" altLang="zh-CN" sz="1000">
                          <a:solidFill>
                            <a:srgbClr val="000000"/>
                          </a:solidFill>
                          <a:latin typeface="微软雅黑" panose="020B0503020204020204" charset="-122"/>
                          <a:ea typeface="微软雅黑" panose="020B0503020204020204" charset="-122"/>
                          <a:sym typeface="+mn-ea"/>
                        </a:rPr>
                        <a:t>LD: 13049.49</a:t>
                      </a:r>
                      <a:r>
                        <a:rPr lang="en-US" altLang="en-US" sz="1000">
                          <a:solidFill>
                            <a:srgbClr val="000000"/>
                          </a:solidFill>
                          <a:latin typeface="微软雅黑" panose="020B0503020204020204" charset="-122"/>
                          <a:ea typeface="微软雅黑" panose="020B0503020204020204" charset="-122"/>
                          <a:sym typeface="+mn-ea"/>
                        </a:rPr>
                        <a:t>   </a:t>
                      </a:r>
                      <a:r>
                        <a:rPr lang="zh-CN" altLang="en-US" sz="1000">
                          <a:solidFill>
                            <a:srgbClr val="000000"/>
                          </a:solidFill>
                          <a:latin typeface="微软雅黑" panose="020B0503020204020204" charset="-122"/>
                          <a:ea typeface="微软雅黑" panose="020B0503020204020204" charset="-122"/>
                          <a:sym typeface="+mn-ea"/>
                        </a:rPr>
                        <a:t>关</a:t>
                      </a:r>
                      <a:r>
                        <a:rPr lang="en-US" altLang="zh-CN" sz="1000">
                          <a:solidFill>
                            <a:srgbClr val="000000"/>
                          </a:solidFill>
                          <a:latin typeface="微软雅黑" panose="020B0503020204020204" charset="-122"/>
                          <a:ea typeface="微软雅黑" panose="020B0503020204020204" charset="-122"/>
                          <a:sym typeface="+mn-ea"/>
                        </a:rPr>
                        <a:t>LD: 4932.35</a:t>
                      </a:r>
                      <a:endParaRPr lang="en-US" altLang="en-US" sz="1000" b="0">
                        <a:solidFill>
                          <a:srgbClr val="000000"/>
                        </a:solidFill>
                        <a:latin typeface="微软雅黑" panose="020B0503020204020204" charset="-122"/>
                        <a:ea typeface="微软雅黑" panose="020B0503020204020204" charset="-122"/>
                      </a:endParaRPr>
                    </a:p>
                  </a:txBody>
                  <a:tcPr marL="12700" marR="12700" marT="12700" vert="horz" anchor="ctr" anchorCtr="0">
                    <a:lnL w="635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noFill/>
                  </a:tcPr>
                </a:tc>
                <a:tc>
                  <a:txBody>
                    <a:bodyPr/>
                    <a:p>
                      <a:pPr indent="0" algn="ctr">
                        <a:buNone/>
                      </a:pPr>
                      <a:r>
                        <a:rPr lang="zh-CN" altLang="en-US" sz="1000">
                          <a:solidFill>
                            <a:srgbClr val="000000"/>
                          </a:solidFill>
                          <a:latin typeface="微软雅黑" panose="020B0503020204020204" charset="-122"/>
                          <a:ea typeface="微软雅黑" panose="020B0503020204020204" charset="-122"/>
                          <a:sym typeface="+mn-ea"/>
                        </a:rPr>
                        <a:t>开</a:t>
                      </a:r>
                      <a:r>
                        <a:rPr lang="en-US" altLang="zh-CN" sz="1000">
                          <a:solidFill>
                            <a:srgbClr val="000000"/>
                          </a:solidFill>
                          <a:latin typeface="微软雅黑" panose="020B0503020204020204" charset="-122"/>
                          <a:ea typeface="微软雅黑" panose="020B0503020204020204" charset="-122"/>
                          <a:sym typeface="+mn-ea"/>
                        </a:rPr>
                        <a:t>LD: 4286.49</a:t>
                      </a:r>
                      <a:r>
                        <a:rPr lang="en-US" altLang="en-US" sz="1000">
                          <a:solidFill>
                            <a:srgbClr val="000000"/>
                          </a:solidFill>
                          <a:latin typeface="微软雅黑" panose="020B0503020204020204" charset="-122"/>
                          <a:ea typeface="微软雅黑" panose="020B0503020204020204" charset="-122"/>
                          <a:sym typeface="+mn-ea"/>
                        </a:rPr>
                        <a:t>   </a:t>
                      </a:r>
                      <a:r>
                        <a:rPr lang="zh-CN" altLang="en-US" sz="1000">
                          <a:solidFill>
                            <a:srgbClr val="000000"/>
                          </a:solidFill>
                          <a:latin typeface="微软雅黑" panose="020B0503020204020204" charset="-122"/>
                          <a:ea typeface="微软雅黑" panose="020B0503020204020204" charset="-122"/>
                          <a:sym typeface="+mn-ea"/>
                        </a:rPr>
                        <a:t>关</a:t>
                      </a:r>
                      <a:r>
                        <a:rPr lang="en-US" altLang="zh-CN" sz="1000">
                          <a:solidFill>
                            <a:srgbClr val="000000"/>
                          </a:solidFill>
                          <a:latin typeface="微软雅黑" panose="020B0503020204020204" charset="-122"/>
                          <a:ea typeface="微软雅黑" panose="020B0503020204020204" charset="-122"/>
                          <a:sym typeface="+mn-ea"/>
                        </a:rPr>
                        <a:t>LD: 1846.52</a:t>
                      </a:r>
                      <a:endParaRPr lang="en-US" altLang="en-US" sz="1000" b="0">
                        <a:solidFill>
                          <a:srgbClr val="000000"/>
                        </a:solidFill>
                        <a:latin typeface="微软雅黑" panose="020B0503020204020204" charset="-122"/>
                        <a:ea typeface="微软雅黑" panose="020B0503020204020204" charset="-122"/>
                      </a:endParaRPr>
                    </a:p>
                  </a:txBody>
                  <a:tcPr marL="12700" marR="12700" marT="12700" vert="horz" anchor="ctr" anchorCtr="0">
                    <a:lnL w="635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noFill/>
                  </a:tcPr>
                </a:tc>
                <a:tc vMerge="1">
                  <a:tcPr marL="12700" marR="12700" marT="12700" vert="horz" anchor="b" anchorCtr="0">
                    <a:lnL w="6350">
                      <a:solidFill>
                        <a:schemeClr val="tx1"/>
                      </a:solidFill>
                      <a:prstDash val="solid"/>
                    </a:lnL>
                    <a:lnR w="12700">
                      <a:solidFill>
                        <a:schemeClr val="tx1"/>
                      </a:solidFill>
                      <a:prstDash val="solid"/>
                    </a:lnR>
                    <a:lnT w="6350">
                      <a:solidFill>
                        <a:schemeClr val="tx1"/>
                      </a:solidFill>
                      <a:prstDash val="solid"/>
                    </a:lnT>
                    <a:lnB w="6350">
                      <a:solidFill>
                        <a:schemeClr val="tx1"/>
                      </a:solidFill>
                      <a:prstDash val="solid"/>
                    </a:lnB>
                    <a:lnTlToBr>
                      <a:noFill/>
                    </a:lnTlToBr>
                    <a:lnBlToTr>
                      <a:noFill/>
                    </a:lnBlToTr>
                    <a:noFill/>
                  </a:tcPr>
                </a:tc>
              </a:tr>
              <a:tr h="264795">
                <a:tc rowSpan="2">
                  <a:txBody>
                    <a:bodyPr/>
                    <a:p>
                      <a:pPr indent="0" algn="ctr">
                        <a:buNone/>
                      </a:pPr>
                      <a:r>
                        <a:rPr lang="zh-CN" sz="1000" b="0">
                          <a:solidFill>
                            <a:srgbClr val="000000"/>
                          </a:solidFill>
                          <a:latin typeface="微软雅黑" panose="020B0503020204020204" charset="-122"/>
                          <a:ea typeface="微软雅黑" panose="020B0503020204020204" charset="-122"/>
                          <a:cs typeface="微软雅黑" panose="020B0503020204020204" charset="-122"/>
                        </a:rPr>
                        <a:t>色域</a:t>
                      </a:r>
                      <a:endParaRPr lang="zh-CN" sz="1000" b="0">
                        <a:solidFill>
                          <a:srgbClr val="000000"/>
                        </a:solidFill>
                        <a:latin typeface="微软雅黑" panose="020B0503020204020204" charset="-122"/>
                        <a:ea typeface="微软雅黑" panose="020B0503020204020204" charset="-122"/>
                        <a:cs typeface="微软雅黑" panose="020B0503020204020204" charset="-122"/>
                      </a:endParaRPr>
                    </a:p>
                    <a:p>
                      <a:pPr indent="0" algn="ctr">
                        <a:buNone/>
                      </a:pPr>
                      <a:r>
                        <a:rPr lang="zh-CN" sz="1000" b="0">
                          <a:solidFill>
                            <a:srgbClr val="000000"/>
                          </a:solidFill>
                          <a:latin typeface="微软雅黑" panose="020B0503020204020204" charset="-122"/>
                          <a:ea typeface="微软雅黑" panose="020B0503020204020204" charset="-122"/>
                          <a:cs typeface="微软雅黑" panose="020B0503020204020204" charset="-122"/>
                        </a:rPr>
                        <a:t>（DCI-P3）</a:t>
                      </a:r>
                      <a:endParaRPr lang="zh-CN" altLang="en-US" sz="1000" b="0">
                        <a:solidFill>
                          <a:srgbClr val="000000"/>
                        </a:solidFill>
                        <a:latin typeface="微软雅黑" panose="020B0503020204020204" charset="-122"/>
                        <a:ea typeface="微软雅黑" panose="020B0503020204020204" charset="-122"/>
                        <a:cs typeface="微软雅黑" panose="020B0503020204020204" charset="-122"/>
                      </a:endParaRPr>
                    </a:p>
                  </a:txBody>
                  <a:tcPr marL="12700" marR="12700" marT="12700" vert="horz" anchor="ctr" anchorCtr="0">
                    <a:lnL w="1270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noFill/>
                  </a:tcPr>
                </a:tc>
                <a:tc>
                  <a:txBody>
                    <a:bodyPr/>
                    <a:p>
                      <a:pPr indent="0">
                        <a:buNone/>
                      </a:pPr>
                      <a:r>
                        <a:rPr lang="zh-CN" sz="1000" b="0">
                          <a:solidFill>
                            <a:srgbClr val="000000"/>
                          </a:solidFill>
                          <a:latin typeface="微软雅黑" panose="020B0503020204020204" charset="-122"/>
                          <a:ea typeface="微软雅黑" panose="020B0503020204020204" charset="-122"/>
                          <a:cs typeface="微软雅黑" panose="020B0503020204020204" charset="-122"/>
                        </a:rPr>
                        <a:t>覆盖率（1976）</a:t>
                      </a:r>
                      <a:endParaRPr lang="zh-CN" altLang="en-US" sz="1000" b="0">
                        <a:solidFill>
                          <a:srgbClr val="000000"/>
                        </a:solidFill>
                        <a:latin typeface="微软雅黑" panose="020B0503020204020204" charset="-122"/>
                        <a:ea typeface="微软雅黑" panose="020B0503020204020204" charset="-122"/>
                        <a:cs typeface="微软雅黑" panose="020B0503020204020204" charset="-122"/>
                      </a:endParaRPr>
                    </a:p>
                  </a:txBody>
                  <a:tcPr marL="12700" marR="12700" marT="12700" vert="horz" anchor="b" anchorCtr="0">
                    <a:lnL w="635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noFill/>
                  </a:tcPr>
                </a:tc>
                <a:tc>
                  <a:txBody>
                    <a:bodyPr/>
                    <a:p>
                      <a:pPr algn="ctr">
                        <a:lnSpc>
                          <a:spcPct val="100000"/>
                        </a:lnSpc>
                        <a:buClrTx/>
                        <a:buSzTx/>
                        <a:buFontTx/>
                        <a:buNone/>
                      </a:pPr>
                      <a:r>
                        <a:rPr lang="en-US" sz="1000">
                          <a:solidFill>
                            <a:schemeClr val="tx1"/>
                          </a:solidFill>
                          <a:latin typeface="微软雅黑" panose="020B0503020204020204" charset="-122"/>
                        </a:rPr>
                        <a:t>97.2%</a:t>
                      </a:r>
                      <a:endParaRPr lang="en-US" sz="1000">
                        <a:solidFill>
                          <a:schemeClr val="tx1"/>
                        </a:solidFill>
                        <a:latin typeface="微软雅黑" panose="020B0503020204020204" charset="-122"/>
                      </a:endParaRPr>
                    </a:p>
                  </a:txBody>
                  <a:tcPr anchor="ctr" anchorCtr="0">
                    <a:lnL w="635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noFill/>
                  </a:tcPr>
                </a:tc>
                <a:tc>
                  <a:txBody>
                    <a:bodyPr/>
                    <a:p>
                      <a:pPr algn="ctr">
                        <a:lnSpc>
                          <a:spcPct val="100000"/>
                        </a:lnSpc>
                        <a:buClrTx/>
                        <a:buSzTx/>
                        <a:buFontTx/>
                        <a:buNone/>
                      </a:pPr>
                      <a:r>
                        <a:rPr lang="en-US" sz="1000">
                          <a:solidFill>
                            <a:schemeClr val="tx1"/>
                          </a:solidFill>
                          <a:latin typeface="微软雅黑" panose="020B0503020204020204" charset="-122"/>
                        </a:rPr>
                        <a:t>97.6%</a:t>
                      </a:r>
                      <a:endParaRPr lang="en-US" sz="1000">
                        <a:solidFill>
                          <a:schemeClr val="tx1"/>
                        </a:solidFill>
                        <a:latin typeface="微软雅黑" panose="020B0503020204020204" charset="-122"/>
                      </a:endParaRPr>
                    </a:p>
                  </a:txBody>
                  <a:tcPr anchor="ctr" anchorCtr="0">
                    <a:lnL w="635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noFill/>
                  </a:tcPr>
                </a:tc>
                <a:tc rowSpan="2">
                  <a:txBody>
                    <a:bodyPr/>
                    <a:p>
                      <a:pPr indent="0" algn="ctr">
                        <a:buNone/>
                      </a:pPr>
                      <a:endParaRPr lang="en-US" altLang="en-US" sz="1000" b="0">
                        <a:solidFill>
                          <a:srgbClr val="000000"/>
                        </a:solidFill>
                        <a:latin typeface="微软雅黑" panose="020B0503020204020204" charset="-122"/>
                        <a:ea typeface="微软雅黑" panose="020B0503020204020204" charset="-122"/>
                      </a:endParaRPr>
                    </a:p>
                  </a:txBody>
                  <a:tcPr marL="12700" marR="12700" marT="12700" vert="horz" anchor="b" anchorCtr="0">
                    <a:lnL w="6350">
                      <a:solidFill>
                        <a:schemeClr val="tx1"/>
                      </a:solidFill>
                      <a:prstDash val="solid"/>
                    </a:lnL>
                    <a:lnR w="12700">
                      <a:solidFill>
                        <a:schemeClr val="tx1"/>
                      </a:solidFill>
                      <a:prstDash val="solid"/>
                    </a:lnR>
                    <a:lnT w="6350">
                      <a:solidFill>
                        <a:schemeClr val="tx1"/>
                      </a:solidFill>
                      <a:prstDash val="solid"/>
                    </a:lnT>
                    <a:lnB w="6350">
                      <a:solidFill>
                        <a:schemeClr val="tx1"/>
                      </a:solidFill>
                      <a:prstDash val="solid"/>
                    </a:lnB>
                    <a:lnTlToBr>
                      <a:noFill/>
                    </a:lnTlToBr>
                    <a:lnBlToTr>
                      <a:noFill/>
                    </a:lnBlToTr>
                    <a:noFill/>
                  </a:tcPr>
                </a:tc>
              </a:tr>
              <a:tr h="264795">
                <a:tc vMerge="1">
                  <a:tcPr>
                    <a:lnL w="12700">
                      <a:solidFill>
                        <a:schemeClr val="tx1"/>
                      </a:solidFill>
                      <a:prstDash val="solid"/>
                    </a:lnL>
                    <a:lnR w="6350">
                      <a:solidFill>
                        <a:schemeClr val="tx1"/>
                      </a:solidFill>
                      <a:prstDash val="solid"/>
                    </a:lnR>
                    <a:lnB w="6350">
                      <a:solidFill>
                        <a:schemeClr val="tx1"/>
                      </a:solidFill>
                      <a:prstDash val="solid"/>
                    </a:lnB>
                  </a:tcPr>
                </a:tc>
                <a:tc>
                  <a:txBody>
                    <a:bodyPr/>
                    <a:p>
                      <a:pPr indent="0">
                        <a:buNone/>
                      </a:pPr>
                      <a:r>
                        <a:rPr lang="zh-CN" sz="1000" b="0">
                          <a:solidFill>
                            <a:srgbClr val="000000"/>
                          </a:solidFill>
                          <a:latin typeface="微软雅黑" panose="020B0503020204020204" charset="-122"/>
                          <a:ea typeface="微软雅黑" panose="020B0503020204020204" charset="-122"/>
                          <a:cs typeface="微软雅黑" panose="020B0503020204020204" charset="-122"/>
                        </a:rPr>
                        <a:t>面积比（1976）</a:t>
                      </a:r>
                      <a:endParaRPr lang="zh-CN" altLang="en-US" sz="1000" b="0">
                        <a:solidFill>
                          <a:srgbClr val="000000"/>
                        </a:solidFill>
                        <a:latin typeface="微软雅黑" panose="020B0503020204020204" charset="-122"/>
                        <a:ea typeface="微软雅黑" panose="020B0503020204020204" charset="-122"/>
                        <a:cs typeface="微软雅黑" panose="020B0503020204020204" charset="-122"/>
                      </a:endParaRPr>
                    </a:p>
                  </a:txBody>
                  <a:tcPr marL="12700" marR="12700" marT="12700" vert="horz" anchor="b" anchorCtr="0">
                    <a:lnL w="635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noFill/>
                  </a:tcPr>
                </a:tc>
                <a:tc>
                  <a:txBody>
                    <a:bodyPr/>
                    <a:p>
                      <a:pPr algn="ctr">
                        <a:lnSpc>
                          <a:spcPct val="100000"/>
                        </a:lnSpc>
                        <a:buClrTx/>
                        <a:buSzTx/>
                        <a:buFontTx/>
                        <a:buNone/>
                      </a:pPr>
                      <a:r>
                        <a:rPr lang="en-US" sz="1000">
                          <a:solidFill>
                            <a:schemeClr val="tx1"/>
                          </a:solidFill>
                          <a:latin typeface="微软雅黑" panose="020B0503020204020204" charset="-122"/>
                        </a:rPr>
                        <a:t>107.1%</a:t>
                      </a:r>
                      <a:endParaRPr lang="en-US" sz="1000">
                        <a:solidFill>
                          <a:schemeClr val="tx1"/>
                        </a:solidFill>
                        <a:latin typeface="微软雅黑" panose="020B0503020204020204" charset="-122"/>
                      </a:endParaRPr>
                    </a:p>
                  </a:txBody>
                  <a:tcPr anchor="ctr" anchorCtr="0">
                    <a:lnL w="635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noFill/>
                  </a:tcPr>
                </a:tc>
                <a:tc>
                  <a:txBody>
                    <a:bodyPr/>
                    <a:p>
                      <a:pPr algn="ctr">
                        <a:lnSpc>
                          <a:spcPct val="100000"/>
                        </a:lnSpc>
                        <a:buClrTx/>
                        <a:buSzTx/>
                        <a:buFontTx/>
                        <a:buNone/>
                      </a:pPr>
                      <a:r>
                        <a:rPr lang="en-US" sz="1000">
                          <a:solidFill>
                            <a:schemeClr val="tx1"/>
                          </a:solidFill>
                          <a:latin typeface="微软雅黑" panose="020B0503020204020204" charset="-122"/>
                        </a:rPr>
                        <a:t>120.8%</a:t>
                      </a:r>
                      <a:endParaRPr lang="en-US" sz="1000">
                        <a:solidFill>
                          <a:schemeClr val="tx1"/>
                        </a:solidFill>
                        <a:latin typeface="微软雅黑" panose="020B0503020204020204" charset="-122"/>
                      </a:endParaRPr>
                    </a:p>
                  </a:txBody>
                  <a:tcPr anchor="ctr" anchorCtr="0">
                    <a:lnL w="635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noFill/>
                  </a:tcPr>
                </a:tc>
                <a:tc vMerge="1">
                  <a:tcPr marL="12700" marR="12700" marT="12700" vert="horz" anchor="b" anchorCtr="0">
                    <a:lnL w="6350">
                      <a:solidFill>
                        <a:schemeClr val="tx1"/>
                      </a:solidFill>
                      <a:prstDash val="solid"/>
                    </a:lnL>
                    <a:lnR w="12700">
                      <a:solidFill>
                        <a:schemeClr val="tx1"/>
                      </a:solidFill>
                      <a:prstDash val="solid"/>
                    </a:lnR>
                    <a:lnT w="6350">
                      <a:solidFill>
                        <a:schemeClr val="tx1"/>
                      </a:solidFill>
                      <a:prstDash val="solid"/>
                    </a:lnT>
                    <a:lnB w="6350">
                      <a:solidFill>
                        <a:schemeClr val="tx1"/>
                      </a:solidFill>
                      <a:prstDash val="solid"/>
                    </a:lnB>
                    <a:lnTlToBr>
                      <a:noFill/>
                    </a:lnTlToBr>
                    <a:lnBlToTr>
                      <a:noFill/>
                    </a:lnBlToTr>
                    <a:noFill/>
                  </a:tcPr>
                </a:tc>
              </a:tr>
              <a:tr h="290195">
                <a:tc rowSpan="3">
                  <a:txBody>
                    <a:bodyPr/>
                    <a:p>
                      <a:pPr indent="0" algn="ctr">
                        <a:buNone/>
                      </a:pPr>
                      <a:r>
                        <a:rPr lang="zh-CN" sz="1000" b="0">
                          <a:solidFill>
                            <a:srgbClr val="000000"/>
                          </a:solidFill>
                          <a:latin typeface="微软雅黑" panose="020B0503020204020204" charset="-122"/>
                          <a:ea typeface="微软雅黑" panose="020B0503020204020204" charset="-122"/>
                        </a:rPr>
                        <a:t>色温</a:t>
                      </a:r>
                      <a:endParaRPr lang="zh-CN" altLang="en-US" sz="1000" b="0">
                        <a:solidFill>
                          <a:srgbClr val="000000"/>
                        </a:solidFill>
                        <a:latin typeface="微软雅黑" panose="020B0503020204020204" charset="-122"/>
                        <a:ea typeface="微软雅黑" panose="020B0503020204020204" charset="-122"/>
                      </a:endParaRPr>
                    </a:p>
                  </a:txBody>
                  <a:tcPr marL="12700" marR="12700" marT="12700" vert="horz" anchor="ctr" anchorCtr="0">
                    <a:lnL w="12700">
                      <a:solidFill>
                        <a:schemeClr val="tx1"/>
                      </a:solidFill>
                      <a:prstDash val="solid"/>
                    </a:lnL>
                    <a:lnR w="6350">
                      <a:solidFill>
                        <a:schemeClr val="tx1"/>
                      </a:solidFill>
                      <a:prstDash val="solid"/>
                    </a:lnR>
                    <a:lnT w="6350">
                      <a:solidFill>
                        <a:schemeClr val="tx1"/>
                      </a:solidFill>
                      <a:prstDash val="solid"/>
                    </a:lnT>
                    <a:lnB w="12700">
                      <a:solidFill>
                        <a:schemeClr val="tx1"/>
                      </a:solidFill>
                      <a:prstDash val="solid"/>
                    </a:lnB>
                    <a:lnTlToBr>
                      <a:noFill/>
                    </a:lnTlToBr>
                    <a:lnBlToTr>
                      <a:noFill/>
                    </a:lnBlToTr>
                    <a:noFill/>
                  </a:tcPr>
                </a:tc>
                <a:tc>
                  <a:txBody>
                    <a:bodyPr/>
                    <a:p>
                      <a:pPr indent="0">
                        <a:buNone/>
                      </a:pPr>
                      <a:r>
                        <a:rPr lang="zh-CN" sz="1000">
                          <a:solidFill>
                            <a:srgbClr val="000000"/>
                          </a:solidFill>
                          <a:latin typeface="微软雅黑" panose="020B0503020204020204" charset="-122"/>
                          <a:ea typeface="微软雅黑" panose="020B0503020204020204" charset="-122"/>
                          <a:sym typeface="+mn-ea"/>
                        </a:rPr>
                        <a:t>标准</a:t>
                      </a:r>
                      <a:endParaRPr lang="zh-CN" altLang="en-US" sz="1000" b="0">
                        <a:solidFill>
                          <a:srgbClr val="000000"/>
                        </a:solidFill>
                        <a:latin typeface="微软雅黑" panose="020B0503020204020204" charset="-122"/>
                        <a:ea typeface="微软雅黑" panose="020B0503020204020204" charset="-122"/>
                      </a:endParaRPr>
                    </a:p>
                  </a:txBody>
                  <a:tcPr marL="12700" marR="12700" marT="12700" vert="horz" anchor="b" anchorCtr="0">
                    <a:lnL w="635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noFill/>
                  </a:tcPr>
                </a:tc>
                <a:tc>
                  <a:txBody>
                    <a:bodyPr/>
                    <a:p>
                      <a:pPr algn="ctr">
                        <a:buClrTx/>
                        <a:buSzTx/>
                        <a:buFontTx/>
                        <a:buNone/>
                      </a:pPr>
                      <a:r>
                        <a:rPr lang="en-US" sz="1000" b="0">
                          <a:solidFill>
                            <a:schemeClr val="tx1"/>
                          </a:solidFill>
                          <a:latin typeface="微软雅黑" panose="020B0503020204020204" charset="-122"/>
                        </a:rPr>
                        <a:t>9383.34</a:t>
                      </a:r>
                      <a:endParaRPr lang="en-US" sz="1000" b="0">
                        <a:solidFill>
                          <a:schemeClr val="tx1"/>
                        </a:solidFill>
                        <a:latin typeface="微软雅黑" panose="020B0503020204020204" charset="-122"/>
                      </a:endParaRPr>
                    </a:p>
                  </a:txBody>
                  <a:tcPr marL="12700" marR="12700" marT="12700" vert="horz" anchor="ctr" anchorCtr="0">
                    <a:lnL w="635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noFill/>
                  </a:tcPr>
                </a:tc>
                <a:tc>
                  <a:txBody>
                    <a:bodyPr/>
                    <a:p>
                      <a:pPr marL="38100" indent="0" algn="ctr" fontAlgn="ctr"/>
                      <a:r>
                        <a:rPr lang="en-US" altLang="zh-CN" sz="1100" b="0" i="0">
                          <a:solidFill>
                            <a:srgbClr val="000000"/>
                          </a:solidFill>
                          <a:latin typeface="微软雅黑" panose="020B0503020204020204" charset="-122"/>
                          <a:ea typeface="微软雅黑" panose="020B0503020204020204" charset="-122"/>
                        </a:rPr>
                        <a:t>10525.24</a:t>
                      </a:r>
                      <a:endParaRPr lang="en-US" altLang="zh-CN" sz="1100" b="0" i="0">
                        <a:solidFill>
                          <a:srgbClr val="000000"/>
                        </a:solidFill>
                        <a:latin typeface="微软雅黑" panose="020B0503020204020204" charset="-122"/>
                        <a:ea typeface="微软雅黑" panose="020B0503020204020204" charset="-122"/>
                      </a:endParaRPr>
                    </a:p>
                  </a:txBody>
                  <a:tcPr marL="38417" marR="38417" marT="25717" marB="25717" anchor="ctr" anchorCtr="0">
                    <a:lnL w="635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noFill/>
                  </a:tcPr>
                </a:tc>
                <a:tc rowSpan="3">
                  <a:txBody>
                    <a:bodyPr/>
                    <a:p>
                      <a:pPr indent="0" algn="ctr">
                        <a:buNone/>
                      </a:pPr>
                      <a:r>
                        <a:rPr lang="en-US" altLang="en-US" sz="1000" b="0">
                          <a:solidFill>
                            <a:srgbClr val="000000"/>
                          </a:solidFill>
                          <a:latin typeface="微软雅黑" panose="020B0503020204020204" charset="-122"/>
                          <a:ea typeface="微软雅黑" panose="020B0503020204020204" charset="-122"/>
                          <a:cs typeface="微软雅黑" panose="020B0503020204020204" charset="-122"/>
                        </a:rPr>
                        <a:t>80%</a:t>
                      </a:r>
                      <a:r>
                        <a:rPr lang="zh-CN" altLang="en-US" sz="1000" b="0">
                          <a:solidFill>
                            <a:srgbClr val="000000"/>
                          </a:solidFill>
                          <a:latin typeface="微软雅黑" panose="020B0503020204020204" charset="-122"/>
                          <a:ea typeface="微软雅黑" panose="020B0503020204020204" charset="-122"/>
                          <a:cs typeface="微软雅黑" panose="020B0503020204020204" charset="-122"/>
                        </a:rPr>
                        <a:t>灰阶</a:t>
                      </a:r>
                      <a:endParaRPr lang="zh-CN" altLang="en-US" sz="1000" b="0">
                        <a:solidFill>
                          <a:srgbClr val="000000"/>
                        </a:solidFill>
                        <a:latin typeface="微软雅黑" panose="020B0503020204020204" charset="-122"/>
                        <a:ea typeface="微软雅黑" panose="020B0503020204020204" charset="-122"/>
                        <a:cs typeface="微软雅黑" panose="020B0503020204020204" charset="-122"/>
                      </a:endParaRPr>
                    </a:p>
                  </a:txBody>
                  <a:tcPr marL="12700" marR="12700" marT="12700" vert="horz" anchor="ctr" anchorCtr="0">
                    <a:lnL w="6350">
                      <a:solidFill>
                        <a:schemeClr val="tx1"/>
                      </a:solidFill>
                      <a:prstDash val="solid"/>
                    </a:lnL>
                    <a:lnR w="12700">
                      <a:solidFill>
                        <a:schemeClr val="tx1"/>
                      </a:solidFill>
                      <a:prstDash val="solid"/>
                    </a:lnR>
                    <a:lnT w="6350">
                      <a:solidFill>
                        <a:schemeClr val="tx1"/>
                      </a:solidFill>
                      <a:prstDash val="solid"/>
                    </a:lnT>
                    <a:lnB w="12700">
                      <a:solidFill>
                        <a:schemeClr val="tx1"/>
                      </a:solidFill>
                      <a:prstDash val="solid"/>
                    </a:lnB>
                    <a:lnTlToBr>
                      <a:noFill/>
                    </a:lnTlToBr>
                    <a:lnBlToTr>
                      <a:noFill/>
                    </a:lnBlToTr>
                    <a:noFill/>
                  </a:tcPr>
                </a:tc>
              </a:tr>
              <a:tr h="289560">
                <a:tc vMerge="1">
                  <a:tcPr>
                    <a:lnL w="12700">
                      <a:solidFill>
                        <a:schemeClr val="tx1"/>
                      </a:solidFill>
                      <a:prstDash val="solid"/>
                    </a:lnL>
                    <a:lnR w="6350">
                      <a:solidFill>
                        <a:schemeClr val="tx1"/>
                      </a:solidFill>
                      <a:prstDash val="solid"/>
                    </a:lnR>
                  </a:tcPr>
                </a:tc>
                <a:tc>
                  <a:txBody>
                    <a:bodyPr/>
                    <a:p>
                      <a:pPr indent="0">
                        <a:buNone/>
                      </a:pPr>
                      <a:r>
                        <a:rPr lang="en-US" altLang="zh-CN" sz="1000">
                          <a:solidFill>
                            <a:srgbClr val="000000"/>
                          </a:solidFill>
                          <a:latin typeface="微软雅黑" panose="020B0503020204020204" charset="-122"/>
                          <a:ea typeface="微软雅黑" panose="020B0503020204020204" charset="-122"/>
                          <a:sym typeface="+mn-ea"/>
                        </a:rPr>
                        <a:t>TSR</a:t>
                      </a:r>
                      <a:r>
                        <a:rPr lang="zh-CN" altLang="en-US" sz="1000">
                          <a:solidFill>
                            <a:srgbClr val="000000"/>
                          </a:solidFill>
                          <a:latin typeface="微软雅黑" panose="020B0503020204020204" charset="-122"/>
                          <a:ea typeface="微软雅黑" panose="020B0503020204020204" charset="-122"/>
                          <a:sym typeface="+mn-ea"/>
                        </a:rPr>
                        <a:t>计算</a:t>
                      </a:r>
                      <a:r>
                        <a:rPr lang="zh-CN" altLang="en-US" sz="1000">
                          <a:solidFill>
                            <a:srgbClr val="000000"/>
                          </a:solidFill>
                          <a:latin typeface="微软雅黑" panose="020B0503020204020204" charset="-122"/>
                          <a:ea typeface="微软雅黑" panose="020B0503020204020204" charset="-122"/>
                          <a:sym typeface="+mn-ea"/>
                        </a:rPr>
                        <a:t>画质</a:t>
                      </a:r>
                      <a:endParaRPr lang="zh-CN" altLang="en-US" sz="1000">
                        <a:solidFill>
                          <a:srgbClr val="000000"/>
                        </a:solidFill>
                        <a:latin typeface="微软雅黑" panose="020B0503020204020204" charset="-122"/>
                        <a:ea typeface="微软雅黑" panose="020B0503020204020204" charset="-122"/>
                        <a:sym typeface="+mn-ea"/>
                      </a:endParaRPr>
                    </a:p>
                  </a:txBody>
                  <a:tcPr marL="12700" marR="12700" marT="12700" vert="horz" anchor="b" anchorCtr="0">
                    <a:lnL w="635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noFill/>
                  </a:tcPr>
                </a:tc>
                <a:tc>
                  <a:txBody>
                    <a:bodyPr/>
                    <a:p>
                      <a:pPr algn="ctr">
                        <a:buClrTx/>
                        <a:buSzTx/>
                        <a:buFontTx/>
                        <a:buNone/>
                      </a:pPr>
                      <a:r>
                        <a:rPr lang="en-US" sz="1000" b="0">
                          <a:solidFill>
                            <a:schemeClr val="tx1"/>
                          </a:solidFill>
                          <a:latin typeface="微软雅黑" panose="020B0503020204020204" charset="-122"/>
                        </a:rPr>
                        <a:t>15035.8</a:t>
                      </a:r>
                      <a:endParaRPr lang="en-US" sz="1000" b="0">
                        <a:solidFill>
                          <a:schemeClr val="tx1"/>
                        </a:solidFill>
                        <a:latin typeface="微软雅黑" panose="020B0503020204020204" charset="-122"/>
                      </a:endParaRPr>
                    </a:p>
                  </a:txBody>
                  <a:tcPr marL="12700" marR="12700" marT="12700" vert="horz" anchor="ctr" anchorCtr="0">
                    <a:lnL w="635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noFill/>
                  </a:tcPr>
                </a:tc>
                <a:tc>
                  <a:txBody>
                    <a:bodyPr/>
                    <a:p>
                      <a:pPr marL="38100" indent="0" algn="ctr" fontAlgn="ctr"/>
                      <a:r>
                        <a:rPr lang="en-US" altLang="zh-CN" sz="1100" b="0" i="0">
                          <a:solidFill>
                            <a:srgbClr val="000000"/>
                          </a:solidFill>
                          <a:latin typeface="微软雅黑" panose="020B0503020204020204" charset="-122"/>
                          <a:ea typeface="微软雅黑" panose="020B0503020204020204" charset="-122"/>
                        </a:rPr>
                        <a:t>15930.40</a:t>
                      </a:r>
                      <a:endParaRPr lang="en-US" altLang="zh-CN" sz="1100" b="0" i="0">
                        <a:solidFill>
                          <a:srgbClr val="000000"/>
                        </a:solidFill>
                        <a:latin typeface="微软雅黑" panose="020B0503020204020204" charset="-122"/>
                        <a:ea typeface="微软雅黑" panose="020B0503020204020204" charset="-122"/>
                      </a:endParaRPr>
                    </a:p>
                  </a:txBody>
                  <a:tcPr marL="38417" marR="38417" marT="25717" marB="25717" anchor="ctr" anchorCtr="0">
                    <a:lnL w="635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noFill/>
                  </a:tcPr>
                </a:tc>
                <a:tc vMerge="1">
                  <a:tcPr marL="12700" marR="12700" marT="12700" vert="horz" anchor="ctr" anchorCtr="0">
                    <a:lnL w="6350">
                      <a:solidFill>
                        <a:schemeClr val="tx1"/>
                      </a:solidFill>
                      <a:prstDash val="solid"/>
                    </a:lnL>
                    <a:lnR w="12700">
                      <a:solidFill>
                        <a:schemeClr val="tx1"/>
                      </a:solidFill>
                      <a:prstDash val="soli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88925">
                <a:tc vMerge="1">
                  <a:tcPr>
                    <a:lnL w="12700">
                      <a:solidFill>
                        <a:schemeClr val="tx1"/>
                      </a:solidFill>
                      <a:prstDash val="solid"/>
                    </a:lnL>
                    <a:lnR w="6350">
                      <a:solidFill>
                        <a:schemeClr val="tx1"/>
                      </a:solidFill>
                      <a:prstDash val="solid"/>
                    </a:lnR>
                    <a:lnB w="12700">
                      <a:solidFill>
                        <a:schemeClr val="tx1"/>
                      </a:solidFill>
                      <a:prstDash val="solid"/>
                    </a:lnB>
                  </a:tcPr>
                </a:tc>
                <a:tc>
                  <a:txBody>
                    <a:bodyPr/>
                    <a:p>
                      <a:pPr indent="0">
                        <a:buNone/>
                      </a:pPr>
                      <a:r>
                        <a:rPr lang="zh-CN" sz="1000" b="0">
                          <a:solidFill>
                            <a:srgbClr val="000000"/>
                          </a:solidFill>
                          <a:latin typeface="微软雅黑" panose="020B0503020204020204" charset="-122"/>
                          <a:ea typeface="微软雅黑" panose="020B0503020204020204" charset="-122"/>
                        </a:rPr>
                        <a:t>影院</a:t>
                      </a:r>
                      <a:endParaRPr lang="zh-CN" altLang="en-US" sz="1000" b="0">
                        <a:solidFill>
                          <a:srgbClr val="000000"/>
                        </a:solidFill>
                        <a:latin typeface="微软雅黑" panose="020B0503020204020204" charset="-122"/>
                        <a:ea typeface="微软雅黑" panose="020B0503020204020204" charset="-122"/>
                      </a:endParaRPr>
                    </a:p>
                  </a:txBody>
                  <a:tcPr marL="12700" marR="12700" marT="12700" vert="horz" anchor="b" anchorCtr="0">
                    <a:lnL w="6350">
                      <a:solidFill>
                        <a:schemeClr val="tx1"/>
                      </a:solidFill>
                      <a:prstDash val="solid"/>
                    </a:lnL>
                    <a:lnR w="6350">
                      <a:solidFill>
                        <a:schemeClr val="tx1"/>
                      </a:solidFill>
                      <a:prstDash val="solid"/>
                    </a:lnR>
                    <a:lnT w="6350">
                      <a:solidFill>
                        <a:schemeClr val="tx1"/>
                      </a:solidFill>
                      <a:prstDash val="solid"/>
                    </a:lnT>
                    <a:lnB w="12700">
                      <a:solidFill>
                        <a:schemeClr val="tx1"/>
                      </a:solidFill>
                      <a:prstDash val="solid"/>
                    </a:lnB>
                    <a:lnTlToBr>
                      <a:noFill/>
                    </a:lnTlToBr>
                    <a:lnBlToTr>
                      <a:noFill/>
                    </a:lnBlToTr>
                    <a:noFill/>
                  </a:tcPr>
                </a:tc>
                <a:tc>
                  <a:txBody>
                    <a:bodyPr/>
                    <a:p>
                      <a:pPr algn="ctr">
                        <a:buClrTx/>
                        <a:buSzTx/>
                        <a:buFontTx/>
                        <a:buNone/>
                      </a:pPr>
                      <a:r>
                        <a:rPr lang="en-US" sz="1000" b="0">
                          <a:solidFill>
                            <a:schemeClr val="tx1"/>
                          </a:solidFill>
                          <a:latin typeface="微软雅黑" panose="020B0503020204020204" charset="-122"/>
                        </a:rPr>
                        <a:t>6234.53</a:t>
                      </a:r>
                      <a:endParaRPr lang="en-US" sz="1000" b="0">
                        <a:solidFill>
                          <a:schemeClr val="tx1"/>
                        </a:solidFill>
                        <a:latin typeface="微软雅黑" panose="020B0503020204020204" charset="-122"/>
                      </a:endParaRPr>
                    </a:p>
                  </a:txBody>
                  <a:tcPr marL="12700" marR="12700" marT="12700" vert="horz" anchor="ctr" anchorCtr="0">
                    <a:lnL w="6350">
                      <a:solidFill>
                        <a:schemeClr val="tx1"/>
                      </a:solidFill>
                      <a:prstDash val="solid"/>
                    </a:lnL>
                    <a:lnR w="6350">
                      <a:solidFill>
                        <a:schemeClr val="tx1"/>
                      </a:solidFill>
                      <a:prstDash val="solid"/>
                    </a:lnR>
                    <a:lnT w="6350">
                      <a:solidFill>
                        <a:schemeClr val="tx1"/>
                      </a:solidFill>
                      <a:prstDash val="solid"/>
                    </a:lnT>
                    <a:lnB w="12700">
                      <a:solidFill>
                        <a:schemeClr val="tx1"/>
                      </a:solidFill>
                      <a:prstDash val="solid"/>
                    </a:lnB>
                    <a:lnTlToBr>
                      <a:noFill/>
                    </a:lnTlToBr>
                    <a:lnBlToTr>
                      <a:noFill/>
                    </a:lnBlToTr>
                    <a:noFill/>
                  </a:tcPr>
                </a:tc>
                <a:tc>
                  <a:txBody>
                    <a:bodyPr/>
                    <a:p>
                      <a:pPr marL="38100" indent="0" algn="ctr" fontAlgn="ctr"/>
                      <a:r>
                        <a:rPr lang="en-US" altLang="zh-CN" sz="1100" b="0" i="0">
                          <a:solidFill>
                            <a:srgbClr val="000000"/>
                          </a:solidFill>
                          <a:latin typeface="微软雅黑" panose="020B0503020204020204" charset="-122"/>
                          <a:ea typeface="微软雅黑" panose="020B0503020204020204" charset="-122"/>
                        </a:rPr>
                        <a:t>6687.59</a:t>
                      </a:r>
                      <a:endParaRPr lang="en-US" altLang="zh-CN" sz="1100" b="0" i="0">
                        <a:solidFill>
                          <a:srgbClr val="000000"/>
                        </a:solidFill>
                        <a:latin typeface="微软雅黑" panose="020B0503020204020204" charset="-122"/>
                        <a:ea typeface="微软雅黑" panose="020B0503020204020204" charset="-122"/>
                      </a:endParaRPr>
                    </a:p>
                  </a:txBody>
                  <a:tcPr marL="38417" marR="38417" marT="25717" marB="25717" anchor="ctr" anchorCtr="0">
                    <a:lnL w="6350">
                      <a:solidFill>
                        <a:schemeClr val="tx1"/>
                      </a:solidFill>
                      <a:prstDash val="solid"/>
                    </a:lnL>
                    <a:lnR w="6350">
                      <a:solidFill>
                        <a:schemeClr val="tx1"/>
                      </a:solidFill>
                      <a:prstDash val="solid"/>
                    </a:lnR>
                    <a:lnT w="6350">
                      <a:solidFill>
                        <a:schemeClr val="tx1"/>
                      </a:solidFill>
                      <a:prstDash val="solid"/>
                    </a:lnT>
                    <a:lnB w="12700">
                      <a:solidFill>
                        <a:schemeClr val="tx1"/>
                      </a:solidFill>
                      <a:prstDash val="solid"/>
                    </a:lnB>
                    <a:lnTlToBr>
                      <a:noFill/>
                    </a:lnTlToBr>
                    <a:lnBlToTr>
                      <a:noFill/>
                    </a:lnBlToTr>
                    <a:noFill/>
                  </a:tcPr>
                </a:tc>
                <a:tc vMerge="1">
                  <a:tcPr marL="12700" marR="12700" marT="12700" vert="horz" anchor="ctr" anchorCtr="0">
                    <a:lnL w="6350">
                      <a:solidFill>
                        <a:schemeClr val="tx1"/>
                      </a:solidFill>
                      <a:prstDash val="solid"/>
                    </a:lnL>
                    <a:lnR w="12700">
                      <a:solidFill>
                        <a:schemeClr val="tx1"/>
                      </a:solidFill>
                      <a:prstDash val="solid"/>
                    </a:lnR>
                    <a:lnT w="6350" cap="flat" cmpd="sng">
                      <a:solidFill>
                        <a:srgbClr val="000000"/>
                      </a:solidFill>
                      <a:prstDash val="solid"/>
                      <a:headEnd type="none" w="med" len="med"/>
                      <a:tailEnd type="none" w="med" len="med"/>
                    </a:lnT>
                    <a:lnB w="12700">
                      <a:solidFill>
                        <a:schemeClr val="tx1"/>
                      </a:solidFill>
                      <a:prstDash val="solid"/>
                    </a:lnB>
                    <a:lnTlToBr>
                      <a:noFill/>
                    </a:lnTlToBr>
                    <a:lnBlToTr>
                      <a:noFill/>
                    </a:lnBlToTr>
                    <a:noFill/>
                  </a:tcPr>
                </a:tc>
              </a:tr>
            </a:tbl>
          </a:graphicData>
        </a:graphic>
      </p:graphicFrame>
      <p:sp>
        <p:nvSpPr>
          <p:cNvPr id="10" name="文本框 9"/>
          <p:cNvSpPr txBox="1"/>
          <p:nvPr>
            <p:custDataLst>
              <p:tags r:id="rId4"/>
            </p:custDataLst>
          </p:nvPr>
        </p:nvSpPr>
        <p:spPr>
          <a:xfrm>
            <a:off x="424180" y="1129030"/>
            <a:ext cx="10993755" cy="368300"/>
          </a:xfrm>
          <a:prstGeom prst="rect">
            <a:avLst/>
          </a:prstGeom>
          <a:noFill/>
        </p:spPr>
        <p:txBody>
          <a:bodyPr wrap="square" rtlCol="0">
            <a:spAutoFit/>
          </a:bodyPr>
          <a:p>
            <a:pPr indent="0" algn="l">
              <a:lnSpc>
                <a:spcPct val="150000"/>
              </a:lnSpc>
              <a:buFont typeface="Arial" panose="020B0604020202020204" pitchFamily="34" charset="0"/>
              <a:buNone/>
            </a:pPr>
            <a:r>
              <a:rPr lang="zh-CN" altLang="en-US" sz="1200">
                <a:solidFill>
                  <a:schemeClr val="tx1"/>
                </a:solidFill>
                <a:latin typeface="微软雅黑" panose="020B0503020204020204" charset="-122"/>
                <a:ea typeface="微软雅黑" panose="020B0503020204020204" charset="-122"/>
                <a:cs typeface="微软雅黑" panose="020B0503020204020204" charset="-122"/>
                <a:sym typeface="+mn-ea"/>
              </a:rPr>
              <a:t>客观数据上除色域外，其余模块</a:t>
            </a:r>
            <a:r>
              <a:rPr lang="en-US" altLang="zh-CN" sz="1200">
                <a:solidFill>
                  <a:schemeClr val="tx1"/>
                </a:solidFill>
                <a:latin typeface="微软雅黑" panose="020B0503020204020204" charset="-122"/>
                <a:ea typeface="微软雅黑" panose="020B0503020204020204" charset="-122"/>
                <a:cs typeface="微软雅黑" panose="020B0503020204020204" charset="-122"/>
                <a:sym typeface="+mn-ea"/>
              </a:rPr>
              <a:t>TCL85Q10LP</a:t>
            </a:r>
            <a:r>
              <a:rPr lang="zh-CN" altLang="en-US" sz="1200">
                <a:solidFill>
                  <a:schemeClr val="tx1"/>
                </a:solidFill>
                <a:latin typeface="微软雅黑" panose="020B0503020204020204" charset="-122"/>
                <a:ea typeface="微软雅黑" panose="020B0503020204020204" charset="-122"/>
                <a:cs typeface="微软雅黑" panose="020B0503020204020204" charset="-122"/>
                <a:sym typeface="+mn-ea"/>
              </a:rPr>
              <a:t>均优于</a:t>
            </a:r>
            <a:r>
              <a:rPr lang="zh-CN" altLang="en-US" sz="1200">
                <a:solidFill>
                  <a:schemeClr val="tx1"/>
                </a:solidFill>
                <a:latin typeface="微软雅黑" panose="020B0503020204020204" charset="-122"/>
                <a:ea typeface="微软雅黑" panose="020B0503020204020204" charset="-122"/>
                <a:cs typeface="微软雅黑" panose="020B0503020204020204" charset="-122"/>
                <a:sym typeface="+mn-ea"/>
              </a:rPr>
              <a:t>我司。</a:t>
            </a:r>
            <a:endParaRPr lang="zh-CN" altLang="en-US" sz="120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圆角矩形 3"/>
          <p:cNvSpPr/>
          <p:nvPr>
            <p:custDataLst>
              <p:tags r:id="rId2"/>
            </p:custDataLst>
          </p:nvPr>
        </p:nvSpPr>
        <p:spPr>
          <a:xfrm>
            <a:off x="4404995" y="1496695"/>
            <a:ext cx="7022465" cy="5068570"/>
          </a:xfrm>
          <a:prstGeom prst="roundRect">
            <a:avLst>
              <a:gd name="adj" fmla="val 2225"/>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a:p>
            <a:endParaRPr lang="zh-CN" altLang="en-US"/>
          </a:p>
        </p:txBody>
      </p:sp>
      <p:sp>
        <p:nvSpPr>
          <p:cNvPr id="5" name="矩形 4"/>
          <p:cNvSpPr/>
          <p:nvPr>
            <p:custDataLst>
              <p:tags r:id="rId3"/>
            </p:custDataLst>
          </p:nvPr>
        </p:nvSpPr>
        <p:spPr>
          <a:xfrm>
            <a:off x="-1905" y="574675"/>
            <a:ext cx="159385" cy="6318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aphicFrame>
        <p:nvGraphicFramePr>
          <p:cNvPr id="6" name="表格 5"/>
          <p:cNvGraphicFramePr/>
          <p:nvPr>
            <p:custDataLst>
              <p:tags r:id="rId4"/>
            </p:custDataLst>
          </p:nvPr>
        </p:nvGraphicFramePr>
        <p:xfrm>
          <a:off x="608965" y="1522730"/>
          <a:ext cx="3324225" cy="5043170"/>
        </p:xfrm>
        <a:graphic>
          <a:graphicData uri="http://schemas.openxmlformats.org/drawingml/2006/table">
            <a:tbl>
              <a:tblPr firstRow="1" bandRow="1">
                <a:tableStyleId>{5C22544A-7EE6-4342-B048-85BDC9FD1C3A}</a:tableStyleId>
              </a:tblPr>
              <a:tblGrid>
                <a:gridCol w="648335"/>
                <a:gridCol w="499110"/>
                <a:gridCol w="554355"/>
                <a:gridCol w="514985"/>
                <a:gridCol w="551815"/>
                <a:gridCol w="555625"/>
              </a:tblGrid>
              <a:tr h="363220">
                <a:tc rowSpan="2" gridSpan="2">
                  <a:txBody>
                    <a:bodyPr/>
                    <a:p>
                      <a:pPr indent="0" algn="ctr">
                        <a:buNone/>
                      </a:pPr>
                      <a:r>
                        <a:rPr lang="zh-CN" sz="900" b="1">
                          <a:solidFill>
                            <a:srgbClr val="000000"/>
                          </a:solidFill>
                          <a:latin typeface="微软雅黑" panose="020B0503020204020204" charset="-122"/>
                          <a:ea typeface="微软雅黑" panose="020B0503020204020204" charset="-122"/>
                        </a:rPr>
                        <a:t>测试内容</a:t>
                      </a:r>
                      <a:endParaRPr lang="zh-CN" altLang="en-US" sz="900" b="1">
                        <a:solidFill>
                          <a:srgbClr val="000000"/>
                        </a:solidFill>
                        <a:latin typeface="微软雅黑" panose="020B0503020204020204" charset="-122"/>
                        <a:ea typeface="微软雅黑" panose="020B0503020204020204" charset="-122"/>
                      </a:endParaRPr>
                    </a:p>
                  </a:txBody>
                  <a:tcPr marL="12700" marR="12700" marT="1270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rowSpan="2" hMerge="1">
                  <a:tcPr>
                    <a:lnR w="12700">
                      <a:solidFill>
                        <a:schemeClr val="tx1"/>
                      </a:solidFill>
                      <a:prstDash val="solid"/>
                    </a:lnR>
                    <a:lnT w="12700">
                      <a:solidFill>
                        <a:schemeClr val="tx1"/>
                      </a:solidFill>
                      <a:prstDash val="solid"/>
                    </a:lnT>
                  </a:tcPr>
                </a:tc>
                <a:tc gridSpan="2">
                  <a:txBody>
                    <a:bodyPr/>
                    <a:p>
                      <a:pPr indent="0" algn="ctr">
                        <a:buNone/>
                      </a:pPr>
                      <a:r>
                        <a:rPr lang="en-US" sz="900" b="1">
                          <a:solidFill>
                            <a:schemeClr val="tx1"/>
                          </a:solidFill>
                          <a:latin typeface="微软雅黑" panose="020B0503020204020204" charset="-122"/>
                          <a:ea typeface="微软雅黑" panose="020B0503020204020204" charset="-122"/>
                          <a:cs typeface="微软雅黑" panose="020B0503020204020204" charset="-122"/>
                        </a:rPr>
                        <a:t>TCL85Q10LP</a:t>
                      </a:r>
                      <a:endParaRPr lang="en-US" sz="900" b="1">
                        <a:solidFill>
                          <a:schemeClr val="tx1"/>
                        </a:solidFill>
                        <a:latin typeface="微软雅黑" panose="020B0503020204020204" charset="-122"/>
                        <a:ea typeface="微软雅黑" panose="020B0503020204020204" charset="-122"/>
                        <a:cs typeface="微软雅黑" panose="020B0503020204020204" charset="-122"/>
                      </a:endParaRPr>
                    </a:p>
                  </a:txBody>
                  <a:tcPr marL="12700" marR="12700" marT="1270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hMerge="1">
                  <a:tcPr>
                    <a:lnR w="12700">
                      <a:solidFill>
                        <a:schemeClr val="tx1"/>
                      </a:solidFill>
                      <a:prstDash val="solid"/>
                    </a:lnR>
                    <a:lnT w="12700">
                      <a:solidFill>
                        <a:schemeClr val="tx1"/>
                      </a:solidFill>
                      <a:prstDash val="solid"/>
                    </a:lnT>
                    <a:lnB w="12700">
                      <a:solidFill>
                        <a:schemeClr val="tx1"/>
                      </a:solidFill>
                      <a:prstDash val="solid"/>
                    </a:lnB>
                  </a:tcPr>
                </a:tc>
                <a:tc gridSpan="2">
                  <a:txBody>
                    <a:bodyPr/>
                    <a:p>
                      <a:pPr indent="0" algn="ctr">
                        <a:buNone/>
                      </a:pPr>
                      <a:r>
                        <a:rPr lang="en-US" altLang="en-US" sz="900" b="1">
                          <a:solidFill>
                            <a:schemeClr val="tx1"/>
                          </a:solidFill>
                          <a:latin typeface="微软雅黑" panose="020B0503020204020204" charset="-122"/>
                          <a:ea typeface="微软雅黑" panose="020B0503020204020204" charset="-122"/>
                          <a:cs typeface="微软雅黑" panose="020B0503020204020204" charset="-122"/>
                        </a:rPr>
                        <a:t>创维75A7F Pro</a:t>
                      </a:r>
                      <a:endParaRPr lang="en-US" altLang="en-US" sz="900" b="1">
                        <a:solidFill>
                          <a:schemeClr val="tx1"/>
                        </a:solidFill>
                        <a:latin typeface="微软雅黑" panose="020B0503020204020204" charset="-122"/>
                        <a:ea typeface="微软雅黑" panose="020B0503020204020204" charset="-122"/>
                        <a:cs typeface="微软雅黑" panose="020B0503020204020204" charset="-122"/>
                      </a:endParaRPr>
                    </a:p>
                  </a:txBody>
                  <a:tcPr marL="12700" marR="12700" marT="1270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hMerge="1">
                  <a:tcPr>
                    <a:lnR w="12700">
                      <a:solidFill>
                        <a:schemeClr val="tx1"/>
                      </a:solidFill>
                      <a:prstDash val="solid"/>
                    </a:lnR>
                    <a:lnT w="12700">
                      <a:solidFill>
                        <a:schemeClr val="tx1"/>
                      </a:solidFill>
                      <a:prstDash val="solid"/>
                    </a:lnT>
                    <a:lnB w="12700">
                      <a:solidFill>
                        <a:schemeClr val="tx1"/>
                      </a:solidFill>
                      <a:prstDash val="solid"/>
                    </a:lnB>
                  </a:tcPr>
                </a:tc>
              </a:tr>
              <a:tr h="212725">
                <a:tc vMerge="1" gridSpan="2">
                  <a:tcPr>
                    <a:lnL w="12700">
                      <a:solidFill>
                        <a:schemeClr val="tx1"/>
                      </a:solidFill>
                      <a:prstDash val="solid"/>
                    </a:lnL>
                    <a:lnB w="12700">
                      <a:solidFill>
                        <a:schemeClr val="tx1"/>
                      </a:solidFill>
                      <a:prstDash val="solid"/>
                    </a:lnB>
                  </a:tcPr>
                </a:tc>
                <a:tc vMerge="1" hMerge="1">
                  <a:tcPr>
                    <a:lnR w="12700">
                      <a:solidFill>
                        <a:schemeClr val="tx1"/>
                      </a:solidFill>
                      <a:prstDash val="solid"/>
                    </a:lnR>
                    <a:lnB w="12700">
                      <a:solidFill>
                        <a:schemeClr val="tx1"/>
                      </a:solidFill>
                      <a:prstDash val="solid"/>
                    </a:lnB>
                  </a:tcPr>
                </a:tc>
                <a:tc>
                  <a:txBody>
                    <a:bodyPr/>
                    <a:p>
                      <a:pPr indent="0" algn="ctr">
                        <a:buNone/>
                      </a:pPr>
                      <a:r>
                        <a:rPr lang="zh-CN" sz="900" b="1">
                          <a:solidFill>
                            <a:srgbClr val="000000"/>
                          </a:solidFill>
                          <a:latin typeface="微软雅黑" panose="020B0503020204020204" charset="-122"/>
                          <a:ea typeface="微软雅黑" panose="020B0503020204020204" charset="-122"/>
                        </a:rPr>
                        <a:t>亮度</a:t>
                      </a:r>
                      <a:endParaRPr lang="zh-CN" altLang="en-US" sz="900" b="1">
                        <a:solidFill>
                          <a:srgbClr val="000000"/>
                        </a:solidFill>
                        <a:latin typeface="微软雅黑" panose="020B0503020204020204" charset="-122"/>
                        <a:ea typeface="微软雅黑" panose="020B0503020204020204" charset="-122"/>
                      </a:endParaRPr>
                    </a:p>
                  </a:txBody>
                  <a:tcPr marL="12700" marR="12700" marT="1270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indent="0" algn="ctr">
                        <a:buNone/>
                      </a:pPr>
                      <a:r>
                        <a:rPr lang="zh-CN" sz="900" b="1">
                          <a:solidFill>
                            <a:srgbClr val="000000"/>
                          </a:solidFill>
                          <a:latin typeface="微软雅黑" panose="020B0503020204020204" charset="-122"/>
                          <a:ea typeface="微软雅黑" panose="020B0503020204020204" charset="-122"/>
                        </a:rPr>
                        <a:t>功率</a:t>
                      </a:r>
                      <a:endParaRPr lang="zh-CN" altLang="en-US" sz="900" b="1">
                        <a:solidFill>
                          <a:srgbClr val="000000"/>
                        </a:solidFill>
                        <a:latin typeface="微软雅黑" panose="020B0503020204020204" charset="-122"/>
                        <a:ea typeface="微软雅黑" panose="020B0503020204020204" charset="-122"/>
                      </a:endParaRPr>
                    </a:p>
                  </a:txBody>
                  <a:tcPr marL="12700" marR="12700" marT="1270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indent="0" algn="ctr">
                        <a:buNone/>
                      </a:pPr>
                      <a:r>
                        <a:rPr lang="zh-CN" sz="900" b="1">
                          <a:solidFill>
                            <a:srgbClr val="000000"/>
                          </a:solidFill>
                          <a:latin typeface="微软雅黑" panose="020B0503020204020204" charset="-122"/>
                          <a:ea typeface="微软雅黑" panose="020B0503020204020204" charset="-122"/>
                        </a:rPr>
                        <a:t>亮度</a:t>
                      </a:r>
                      <a:endParaRPr lang="zh-CN" altLang="en-US" sz="900" b="1">
                        <a:solidFill>
                          <a:srgbClr val="000000"/>
                        </a:solidFill>
                        <a:latin typeface="微软雅黑" panose="020B0503020204020204" charset="-122"/>
                        <a:ea typeface="微软雅黑" panose="020B0503020204020204" charset="-122"/>
                      </a:endParaRPr>
                    </a:p>
                  </a:txBody>
                  <a:tcPr marL="12700" marR="12700" marT="1270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indent="0" algn="ctr">
                        <a:buNone/>
                      </a:pPr>
                      <a:r>
                        <a:rPr lang="zh-CN" sz="900" b="1">
                          <a:solidFill>
                            <a:srgbClr val="000000"/>
                          </a:solidFill>
                          <a:latin typeface="微软雅黑" panose="020B0503020204020204" charset="-122"/>
                          <a:ea typeface="微软雅黑" panose="020B0503020204020204" charset="-122"/>
                        </a:rPr>
                        <a:t>功率</a:t>
                      </a:r>
                      <a:endParaRPr lang="zh-CN" altLang="en-US" sz="900" b="1">
                        <a:solidFill>
                          <a:srgbClr val="000000"/>
                        </a:solidFill>
                        <a:latin typeface="微软雅黑" panose="020B0503020204020204" charset="-122"/>
                        <a:ea typeface="微软雅黑" panose="020B0503020204020204" charset="-122"/>
                      </a:endParaRPr>
                    </a:p>
                  </a:txBody>
                  <a:tcPr marL="12700" marR="12700" marT="1270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212725">
                <a:tc rowSpan="21">
                  <a:txBody>
                    <a:bodyPr/>
                    <a:p>
                      <a:pPr indent="0" algn="ctr">
                        <a:buNone/>
                      </a:pPr>
                      <a:r>
                        <a:rPr lang="zh-CN" sz="900" b="0">
                          <a:solidFill>
                            <a:srgbClr val="000000"/>
                          </a:solidFill>
                          <a:latin typeface="微软雅黑" panose="020B0503020204020204" charset="-122"/>
                          <a:ea typeface="微软雅黑" panose="020B0503020204020204" charset="-122"/>
                          <a:cs typeface="微软雅黑" panose="020B0503020204020204" charset="-122"/>
                        </a:rPr>
                        <a:t>Window（H）size</a:t>
                      </a:r>
                      <a:endParaRPr lang="zh-CN" altLang="en-US" sz="900" b="0">
                        <a:solidFill>
                          <a:srgbClr val="000000"/>
                        </a:solidFill>
                        <a:latin typeface="微软雅黑" panose="020B0503020204020204" charset="-122"/>
                        <a:ea typeface="微软雅黑" panose="020B0503020204020204" charset="-122"/>
                        <a:cs typeface="微软雅黑" panose="020B0503020204020204" charset="-122"/>
                      </a:endParaRPr>
                    </a:p>
                  </a:txBody>
                  <a:tcPr marL="12700" marR="12700" marT="1270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indent="0" algn="ctr">
                        <a:buNone/>
                      </a:pPr>
                      <a:r>
                        <a:rPr lang="en-US" sz="900" b="0">
                          <a:solidFill>
                            <a:srgbClr val="000000"/>
                          </a:solidFill>
                          <a:latin typeface="微软雅黑" panose="020B0503020204020204" charset="-122"/>
                          <a:ea typeface="微软雅黑" panose="020B0503020204020204" charset="-122"/>
                        </a:rPr>
                        <a:t>1</a:t>
                      </a:r>
                      <a:endParaRPr lang="en-US" altLang="en-US" sz="900" b="0">
                        <a:solidFill>
                          <a:srgbClr val="000000"/>
                        </a:solidFill>
                        <a:latin typeface="微软雅黑" panose="020B0503020204020204" charset="-122"/>
                        <a:ea typeface="微软雅黑" panose="020B0503020204020204" charset="-122"/>
                      </a:endParaRPr>
                    </a:p>
                  </a:txBody>
                  <a:tcPr marL="12700" marR="12700" marT="1270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12700" indent="0" algn="r" fontAlgn="ctr"/>
                      <a:r>
                        <a:rPr lang="en-US" altLang="zh-CN" sz="900" b="0" i="0">
                          <a:solidFill>
                            <a:srgbClr val="000000"/>
                          </a:solidFill>
                          <a:latin typeface="微软雅黑" panose="020B0503020204020204" charset="-122"/>
                          <a:ea typeface="微软雅黑" panose="020B0503020204020204" charset="-122"/>
                        </a:rPr>
                        <a:t>796.72</a:t>
                      </a:r>
                      <a:endParaRPr lang="en-US" altLang="zh-CN" sz="900" b="0" i="0">
                        <a:solidFill>
                          <a:srgbClr val="000000"/>
                        </a:solidFill>
                        <a:latin typeface="微软雅黑" panose="020B0503020204020204" charset="-122"/>
                        <a:ea typeface="微软雅黑" panose="020B0503020204020204" charset="-122"/>
                      </a:endParaRPr>
                    </a:p>
                  </a:txBody>
                  <a:tcPr marL="13017" marR="13017" marT="13017"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12700" indent="0" algn="r" fontAlgn="ctr"/>
                      <a:r>
                        <a:rPr lang="en-US" altLang="zh-CN" sz="900" b="0" i="0">
                          <a:solidFill>
                            <a:srgbClr val="000000"/>
                          </a:solidFill>
                          <a:latin typeface="微软雅黑" panose="020B0503020204020204" charset="-122"/>
                          <a:ea typeface="微软雅黑" panose="020B0503020204020204" charset="-122"/>
                        </a:rPr>
                        <a:t>416</a:t>
                      </a:r>
                      <a:endParaRPr lang="en-US" altLang="zh-CN" sz="900" b="0" i="0">
                        <a:solidFill>
                          <a:srgbClr val="000000"/>
                        </a:solidFill>
                        <a:latin typeface="微软雅黑" panose="020B0503020204020204" charset="-122"/>
                        <a:ea typeface="微软雅黑" panose="020B0503020204020204" charset="-122"/>
                      </a:endParaRPr>
                    </a:p>
                  </a:txBody>
                  <a:tcPr marL="13017" marR="13017" marT="13017"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12700" indent="0" algn="r" fontAlgn="ctr"/>
                      <a:r>
                        <a:rPr lang="en-US" altLang="zh-CN" sz="900">
                          <a:latin typeface="微软雅黑" panose="020B0503020204020204" charset="-122"/>
                          <a:ea typeface="微软雅黑" panose="020B0503020204020204" charset="-122"/>
                        </a:rPr>
                        <a:t>737.38</a:t>
                      </a:r>
                      <a:endParaRPr lang="en-US" altLang="zh-CN" sz="900">
                        <a:latin typeface="微软雅黑" panose="020B0503020204020204" charset="-122"/>
                        <a:ea typeface="微软雅黑" panose="020B0503020204020204" charset="-122"/>
                      </a:endParaRPr>
                    </a:p>
                  </a:txBody>
                  <a:tcPr marL="13017" marR="13017" marT="13017"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12700" indent="0" algn="r" fontAlgn="ctr"/>
                      <a:r>
                        <a:rPr lang="en-US" altLang="zh-CN" sz="900">
                          <a:latin typeface="微软雅黑" panose="020B0503020204020204" charset="-122"/>
                          <a:ea typeface="微软雅黑" panose="020B0503020204020204" charset="-122"/>
                        </a:rPr>
                        <a:t>269</a:t>
                      </a:r>
                      <a:endParaRPr lang="en-US" altLang="zh-CN" sz="900">
                        <a:latin typeface="微软雅黑" panose="020B0503020204020204" charset="-122"/>
                        <a:ea typeface="微软雅黑" panose="020B0503020204020204" charset="-122"/>
                      </a:endParaRPr>
                    </a:p>
                  </a:txBody>
                  <a:tcPr marL="13017" marR="13017" marT="13017"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212725">
                <a:tc vMerge="1">
                  <a:tcPr>
                    <a:lnL w="12700">
                      <a:solidFill>
                        <a:schemeClr val="tx1"/>
                      </a:solidFill>
                      <a:prstDash val="solid"/>
                    </a:lnL>
                    <a:lnR w="12700">
                      <a:solidFill>
                        <a:schemeClr val="tx1"/>
                      </a:solidFill>
                      <a:prstDash val="solid"/>
                    </a:lnR>
                  </a:tcPr>
                </a:tc>
                <a:tc>
                  <a:txBody>
                    <a:bodyPr/>
                    <a:p>
                      <a:pPr indent="0" algn="ctr">
                        <a:buNone/>
                      </a:pPr>
                      <a:r>
                        <a:rPr lang="en-US" sz="900" b="0">
                          <a:solidFill>
                            <a:srgbClr val="000000"/>
                          </a:solidFill>
                          <a:latin typeface="微软雅黑" panose="020B0503020204020204" charset="-122"/>
                          <a:ea typeface="微软雅黑" panose="020B0503020204020204" charset="-122"/>
                        </a:rPr>
                        <a:t>0.95</a:t>
                      </a:r>
                      <a:endParaRPr lang="en-US" altLang="en-US" sz="900" b="0">
                        <a:solidFill>
                          <a:srgbClr val="000000"/>
                        </a:solidFill>
                        <a:latin typeface="微软雅黑" panose="020B0503020204020204" charset="-122"/>
                        <a:ea typeface="微软雅黑" panose="020B0503020204020204" charset="-122"/>
                      </a:endParaRPr>
                    </a:p>
                  </a:txBody>
                  <a:tcPr marL="12700" marR="12700" marT="1270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12700" indent="0" algn="r" fontAlgn="ctr"/>
                      <a:r>
                        <a:rPr lang="en-US" altLang="zh-CN" sz="900" b="0" i="0">
                          <a:solidFill>
                            <a:srgbClr val="000000"/>
                          </a:solidFill>
                          <a:latin typeface="微软雅黑" panose="020B0503020204020204" charset="-122"/>
                          <a:ea typeface="微软雅黑" panose="020B0503020204020204" charset="-122"/>
                        </a:rPr>
                        <a:t>819.92</a:t>
                      </a:r>
                      <a:endParaRPr lang="en-US" altLang="zh-CN" sz="900" b="0" i="0">
                        <a:solidFill>
                          <a:srgbClr val="000000"/>
                        </a:solidFill>
                        <a:latin typeface="微软雅黑" panose="020B0503020204020204" charset="-122"/>
                        <a:ea typeface="微软雅黑" panose="020B0503020204020204" charset="-122"/>
                      </a:endParaRPr>
                    </a:p>
                  </a:txBody>
                  <a:tcPr marL="13017" marR="13017" marT="13017"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12700" indent="0" algn="r" fontAlgn="ctr"/>
                      <a:r>
                        <a:rPr lang="en-US" altLang="zh-CN" sz="900" b="0" i="0">
                          <a:solidFill>
                            <a:srgbClr val="000000"/>
                          </a:solidFill>
                          <a:latin typeface="微软雅黑" panose="020B0503020204020204" charset="-122"/>
                          <a:ea typeface="微软雅黑" panose="020B0503020204020204" charset="-122"/>
                        </a:rPr>
                        <a:t>415</a:t>
                      </a:r>
                      <a:endParaRPr lang="en-US" altLang="zh-CN" sz="900" b="0" i="0">
                        <a:solidFill>
                          <a:srgbClr val="000000"/>
                        </a:solidFill>
                        <a:latin typeface="微软雅黑" panose="020B0503020204020204" charset="-122"/>
                        <a:ea typeface="微软雅黑" panose="020B0503020204020204" charset="-122"/>
                      </a:endParaRPr>
                    </a:p>
                  </a:txBody>
                  <a:tcPr marL="13017" marR="13017" marT="13017"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12700" indent="0" algn="r" fontAlgn="ctr"/>
                      <a:r>
                        <a:rPr lang="en-US" altLang="zh-CN" sz="900">
                          <a:latin typeface="微软雅黑" panose="020B0503020204020204" charset="-122"/>
                          <a:ea typeface="微软雅黑" panose="020B0503020204020204" charset="-122"/>
                        </a:rPr>
                        <a:t>767.41</a:t>
                      </a:r>
                      <a:endParaRPr lang="en-US" altLang="zh-CN" sz="900">
                        <a:latin typeface="微软雅黑" panose="020B0503020204020204" charset="-122"/>
                        <a:ea typeface="微软雅黑" panose="020B0503020204020204" charset="-122"/>
                      </a:endParaRPr>
                    </a:p>
                  </a:txBody>
                  <a:tcPr marL="13017" marR="13017" marT="13017"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12700" indent="0" algn="r" fontAlgn="ctr"/>
                      <a:r>
                        <a:rPr lang="en-US" altLang="zh-CN" sz="900">
                          <a:latin typeface="微软雅黑" panose="020B0503020204020204" charset="-122"/>
                          <a:ea typeface="微软雅黑" panose="020B0503020204020204" charset="-122"/>
                        </a:rPr>
                        <a:t>269</a:t>
                      </a:r>
                      <a:endParaRPr lang="en-US" altLang="zh-CN" sz="900">
                        <a:latin typeface="微软雅黑" panose="020B0503020204020204" charset="-122"/>
                        <a:ea typeface="微软雅黑" panose="020B0503020204020204" charset="-122"/>
                      </a:endParaRPr>
                    </a:p>
                  </a:txBody>
                  <a:tcPr marL="13017" marR="13017" marT="13017"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212725">
                <a:tc vMerge="1">
                  <a:tcPr>
                    <a:lnL w="12700">
                      <a:solidFill>
                        <a:schemeClr val="tx1"/>
                      </a:solidFill>
                      <a:prstDash val="solid"/>
                    </a:lnL>
                    <a:lnR w="12700">
                      <a:solidFill>
                        <a:schemeClr val="tx1"/>
                      </a:solidFill>
                      <a:prstDash val="solid"/>
                    </a:lnR>
                  </a:tcPr>
                </a:tc>
                <a:tc>
                  <a:txBody>
                    <a:bodyPr/>
                    <a:p>
                      <a:pPr indent="0" algn="ctr">
                        <a:buNone/>
                      </a:pPr>
                      <a:r>
                        <a:rPr lang="en-US" sz="900" b="0">
                          <a:solidFill>
                            <a:srgbClr val="000000"/>
                          </a:solidFill>
                          <a:latin typeface="微软雅黑" panose="020B0503020204020204" charset="-122"/>
                          <a:ea typeface="微软雅黑" panose="020B0503020204020204" charset="-122"/>
                        </a:rPr>
                        <a:t>0.9</a:t>
                      </a:r>
                      <a:endParaRPr lang="en-US" altLang="en-US" sz="900" b="0">
                        <a:solidFill>
                          <a:srgbClr val="000000"/>
                        </a:solidFill>
                        <a:latin typeface="微软雅黑" panose="020B0503020204020204" charset="-122"/>
                        <a:ea typeface="微软雅黑" panose="020B0503020204020204" charset="-122"/>
                      </a:endParaRPr>
                    </a:p>
                  </a:txBody>
                  <a:tcPr marL="12700" marR="12700" marT="1270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12700" indent="0" algn="r" fontAlgn="ctr"/>
                      <a:r>
                        <a:rPr lang="en-US" altLang="zh-CN" sz="900" b="0" i="0">
                          <a:solidFill>
                            <a:srgbClr val="000000"/>
                          </a:solidFill>
                          <a:latin typeface="微软雅黑" panose="020B0503020204020204" charset="-122"/>
                          <a:ea typeface="微软雅黑" panose="020B0503020204020204" charset="-122"/>
                        </a:rPr>
                        <a:t>867.47</a:t>
                      </a:r>
                      <a:endParaRPr lang="en-US" altLang="zh-CN" sz="900" b="0" i="0">
                        <a:solidFill>
                          <a:srgbClr val="000000"/>
                        </a:solidFill>
                        <a:latin typeface="微软雅黑" panose="020B0503020204020204" charset="-122"/>
                        <a:ea typeface="微软雅黑" panose="020B0503020204020204" charset="-122"/>
                      </a:endParaRPr>
                    </a:p>
                  </a:txBody>
                  <a:tcPr marL="13017" marR="13017" marT="13017"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12700" indent="0" algn="r" fontAlgn="ctr"/>
                      <a:r>
                        <a:rPr lang="en-US" altLang="zh-CN" sz="900" b="0" i="0">
                          <a:solidFill>
                            <a:srgbClr val="000000"/>
                          </a:solidFill>
                          <a:latin typeface="微软雅黑" panose="020B0503020204020204" charset="-122"/>
                          <a:ea typeface="微软雅黑" panose="020B0503020204020204" charset="-122"/>
                        </a:rPr>
                        <a:t>416</a:t>
                      </a:r>
                      <a:endParaRPr lang="en-US" altLang="zh-CN" sz="900" b="0" i="0">
                        <a:solidFill>
                          <a:srgbClr val="000000"/>
                        </a:solidFill>
                        <a:latin typeface="微软雅黑" panose="020B0503020204020204" charset="-122"/>
                        <a:ea typeface="微软雅黑" panose="020B0503020204020204" charset="-122"/>
                      </a:endParaRPr>
                    </a:p>
                  </a:txBody>
                  <a:tcPr marL="13017" marR="13017" marT="13017"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12700" indent="0" algn="r" fontAlgn="ctr"/>
                      <a:r>
                        <a:rPr lang="en-US" altLang="zh-CN" sz="900">
                          <a:latin typeface="微软雅黑" panose="020B0503020204020204" charset="-122"/>
                          <a:ea typeface="微软雅黑" panose="020B0503020204020204" charset="-122"/>
                        </a:rPr>
                        <a:t>814.82</a:t>
                      </a:r>
                      <a:endParaRPr lang="en-US" altLang="zh-CN" sz="900">
                        <a:latin typeface="微软雅黑" panose="020B0503020204020204" charset="-122"/>
                        <a:ea typeface="微软雅黑" panose="020B0503020204020204" charset="-122"/>
                      </a:endParaRPr>
                    </a:p>
                  </a:txBody>
                  <a:tcPr marL="13017" marR="13017" marT="13017"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12700" indent="0" algn="r" fontAlgn="ctr"/>
                      <a:r>
                        <a:rPr lang="en-US" altLang="zh-CN" sz="900">
                          <a:latin typeface="微软雅黑" panose="020B0503020204020204" charset="-122"/>
                          <a:ea typeface="微软雅黑" panose="020B0503020204020204" charset="-122"/>
                        </a:rPr>
                        <a:t>269</a:t>
                      </a:r>
                      <a:endParaRPr lang="en-US" altLang="zh-CN" sz="900">
                        <a:latin typeface="微软雅黑" panose="020B0503020204020204" charset="-122"/>
                        <a:ea typeface="微软雅黑" panose="020B0503020204020204" charset="-122"/>
                      </a:endParaRPr>
                    </a:p>
                  </a:txBody>
                  <a:tcPr marL="13017" marR="13017" marT="13017"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212725">
                <a:tc vMerge="1">
                  <a:tcPr>
                    <a:lnL w="12700">
                      <a:solidFill>
                        <a:schemeClr val="tx1"/>
                      </a:solidFill>
                      <a:prstDash val="solid"/>
                    </a:lnL>
                    <a:lnR w="12700">
                      <a:solidFill>
                        <a:schemeClr val="tx1"/>
                      </a:solidFill>
                      <a:prstDash val="solid"/>
                    </a:lnR>
                  </a:tcPr>
                </a:tc>
                <a:tc>
                  <a:txBody>
                    <a:bodyPr/>
                    <a:p>
                      <a:pPr indent="0" algn="ctr">
                        <a:buNone/>
                      </a:pPr>
                      <a:r>
                        <a:rPr lang="en-US" sz="900" b="0">
                          <a:solidFill>
                            <a:srgbClr val="000000"/>
                          </a:solidFill>
                          <a:latin typeface="微软雅黑" panose="020B0503020204020204" charset="-122"/>
                          <a:ea typeface="微软雅黑" panose="020B0503020204020204" charset="-122"/>
                        </a:rPr>
                        <a:t>0.85</a:t>
                      </a:r>
                      <a:endParaRPr lang="en-US" altLang="en-US" sz="900" b="0">
                        <a:solidFill>
                          <a:srgbClr val="000000"/>
                        </a:solidFill>
                        <a:latin typeface="微软雅黑" panose="020B0503020204020204" charset="-122"/>
                        <a:ea typeface="微软雅黑" panose="020B0503020204020204" charset="-122"/>
                      </a:endParaRPr>
                    </a:p>
                  </a:txBody>
                  <a:tcPr marL="12700" marR="12700" marT="1270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12700" indent="0" algn="r" fontAlgn="ctr"/>
                      <a:r>
                        <a:rPr lang="en-US" altLang="zh-CN" sz="900" b="0" i="0">
                          <a:solidFill>
                            <a:srgbClr val="000000"/>
                          </a:solidFill>
                          <a:latin typeface="微软雅黑" panose="020B0503020204020204" charset="-122"/>
                          <a:ea typeface="微软雅黑" panose="020B0503020204020204" charset="-122"/>
                        </a:rPr>
                        <a:t>916.75</a:t>
                      </a:r>
                      <a:endParaRPr lang="en-US" altLang="zh-CN" sz="900" b="0" i="0">
                        <a:solidFill>
                          <a:srgbClr val="000000"/>
                        </a:solidFill>
                        <a:latin typeface="微软雅黑" panose="020B0503020204020204" charset="-122"/>
                        <a:ea typeface="微软雅黑" panose="020B0503020204020204" charset="-122"/>
                      </a:endParaRPr>
                    </a:p>
                  </a:txBody>
                  <a:tcPr marL="13017" marR="13017" marT="13017"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12700" indent="0" algn="r" fontAlgn="ctr"/>
                      <a:r>
                        <a:rPr lang="en-US" altLang="zh-CN" sz="900" b="0" i="0">
                          <a:solidFill>
                            <a:srgbClr val="000000"/>
                          </a:solidFill>
                          <a:latin typeface="微软雅黑" panose="020B0503020204020204" charset="-122"/>
                          <a:ea typeface="微软雅黑" panose="020B0503020204020204" charset="-122"/>
                        </a:rPr>
                        <a:t>415</a:t>
                      </a:r>
                      <a:endParaRPr lang="en-US" altLang="zh-CN" sz="900" b="0" i="0">
                        <a:solidFill>
                          <a:srgbClr val="000000"/>
                        </a:solidFill>
                        <a:latin typeface="微软雅黑" panose="020B0503020204020204" charset="-122"/>
                        <a:ea typeface="微软雅黑" panose="020B0503020204020204" charset="-122"/>
                      </a:endParaRPr>
                    </a:p>
                  </a:txBody>
                  <a:tcPr marL="13017" marR="13017" marT="13017"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12700" indent="0" algn="r" fontAlgn="ctr"/>
                      <a:r>
                        <a:rPr lang="en-US" altLang="zh-CN" sz="900">
                          <a:latin typeface="微软雅黑" panose="020B0503020204020204" charset="-122"/>
                          <a:ea typeface="微软雅黑" panose="020B0503020204020204" charset="-122"/>
                        </a:rPr>
                        <a:t>839.81</a:t>
                      </a:r>
                      <a:endParaRPr lang="en-US" altLang="zh-CN" sz="900">
                        <a:latin typeface="微软雅黑" panose="020B0503020204020204" charset="-122"/>
                        <a:ea typeface="微软雅黑" panose="020B0503020204020204" charset="-122"/>
                      </a:endParaRPr>
                    </a:p>
                  </a:txBody>
                  <a:tcPr marL="13017" marR="13017" marT="13017"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12700" indent="0" algn="r" fontAlgn="ctr"/>
                      <a:r>
                        <a:rPr lang="en-US" altLang="zh-CN" sz="900">
                          <a:latin typeface="微软雅黑" panose="020B0503020204020204" charset="-122"/>
                          <a:ea typeface="微软雅黑" panose="020B0503020204020204" charset="-122"/>
                        </a:rPr>
                        <a:t>269</a:t>
                      </a:r>
                      <a:endParaRPr lang="en-US" altLang="zh-CN" sz="900">
                        <a:latin typeface="微软雅黑" panose="020B0503020204020204" charset="-122"/>
                        <a:ea typeface="微软雅黑" panose="020B0503020204020204" charset="-122"/>
                      </a:endParaRPr>
                    </a:p>
                  </a:txBody>
                  <a:tcPr marL="13017" marR="13017" marT="13017"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212725">
                <a:tc vMerge="1">
                  <a:tcPr>
                    <a:lnL w="12700">
                      <a:solidFill>
                        <a:schemeClr val="tx1"/>
                      </a:solidFill>
                      <a:prstDash val="solid"/>
                    </a:lnL>
                    <a:lnR w="12700">
                      <a:solidFill>
                        <a:schemeClr val="tx1"/>
                      </a:solidFill>
                      <a:prstDash val="solid"/>
                    </a:lnR>
                  </a:tcPr>
                </a:tc>
                <a:tc>
                  <a:txBody>
                    <a:bodyPr/>
                    <a:p>
                      <a:pPr indent="0" algn="ctr">
                        <a:buNone/>
                      </a:pPr>
                      <a:r>
                        <a:rPr lang="en-US" sz="900" b="0">
                          <a:solidFill>
                            <a:srgbClr val="000000"/>
                          </a:solidFill>
                          <a:latin typeface="微软雅黑" panose="020B0503020204020204" charset="-122"/>
                          <a:ea typeface="微软雅黑" panose="020B0503020204020204" charset="-122"/>
                        </a:rPr>
                        <a:t>0.8</a:t>
                      </a:r>
                      <a:endParaRPr lang="en-US" altLang="en-US" sz="900" b="0">
                        <a:solidFill>
                          <a:srgbClr val="000000"/>
                        </a:solidFill>
                        <a:latin typeface="微软雅黑" panose="020B0503020204020204" charset="-122"/>
                        <a:ea typeface="微软雅黑" panose="020B0503020204020204" charset="-122"/>
                      </a:endParaRPr>
                    </a:p>
                  </a:txBody>
                  <a:tcPr marL="12700" marR="12700" marT="1270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12700" indent="0" algn="r" fontAlgn="ctr"/>
                      <a:r>
                        <a:rPr lang="en-US" altLang="zh-CN" sz="900" b="0" i="0">
                          <a:solidFill>
                            <a:srgbClr val="000000"/>
                          </a:solidFill>
                          <a:latin typeface="微软雅黑" panose="020B0503020204020204" charset="-122"/>
                          <a:ea typeface="微软雅黑" panose="020B0503020204020204" charset="-122"/>
                        </a:rPr>
                        <a:t>970.42</a:t>
                      </a:r>
                      <a:endParaRPr lang="en-US" altLang="zh-CN" sz="900" b="0" i="0">
                        <a:solidFill>
                          <a:srgbClr val="000000"/>
                        </a:solidFill>
                        <a:latin typeface="微软雅黑" panose="020B0503020204020204" charset="-122"/>
                        <a:ea typeface="微软雅黑" panose="020B0503020204020204" charset="-122"/>
                      </a:endParaRPr>
                    </a:p>
                  </a:txBody>
                  <a:tcPr marL="13017" marR="13017" marT="13017"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12700" indent="0" algn="r" fontAlgn="ctr"/>
                      <a:r>
                        <a:rPr lang="en-US" altLang="zh-CN" sz="900" b="0" i="0">
                          <a:solidFill>
                            <a:srgbClr val="000000"/>
                          </a:solidFill>
                          <a:latin typeface="微软雅黑" panose="020B0503020204020204" charset="-122"/>
                          <a:ea typeface="微软雅黑" panose="020B0503020204020204" charset="-122"/>
                        </a:rPr>
                        <a:t>416</a:t>
                      </a:r>
                      <a:endParaRPr lang="en-US" altLang="zh-CN" sz="900" b="0" i="0">
                        <a:solidFill>
                          <a:srgbClr val="000000"/>
                        </a:solidFill>
                        <a:latin typeface="微软雅黑" panose="020B0503020204020204" charset="-122"/>
                        <a:ea typeface="微软雅黑" panose="020B0503020204020204" charset="-122"/>
                      </a:endParaRPr>
                    </a:p>
                  </a:txBody>
                  <a:tcPr marL="13017" marR="13017" marT="13017"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12700" indent="0" algn="r" fontAlgn="ctr"/>
                      <a:r>
                        <a:rPr lang="en-US" altLang="zh-CN" sz="900">
                          <a:latin typeface="微软雅黑" panose="020B0503020204020204" charset="-122"/>
                          <a:ea typeface="微软雅黑" panose="020B0503020204020204" charset="-122"/>
                        </a:rPr>
                        <a:t>893.78</a:t>
                      </a:r>
                      <a:endParaRPr lang="en-US" altLang="zh-CN" sz="900">
                        <a:latin typeface="微软雅黑" panose="020B0503020204020204" charset="-122"/>
                        <a:ea typeface="微软雅黑" panose="020B0503020204020204" charset="-122"/>
                      </a:endParaRPr>
                    </a:p>
                  </a:txBody>
                  <a:tcPr marL="13017" marR="13017" marT="13017"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12700" indent="0" algn="r" fontAlgn="ctr"/>
                      <a:r>
                        <a:rPr lang="en-US" altLang="zh-CN" sz="900">
                          <a:latin typeface="微软雅黑" panose="020B0503020204020204" charset="-122"/>
                          <a:ea typeface="微软雅黑" panose="020B0503020204020204" charset="-122"/>
                        </a:rPr>
                        <a:t>269</a:t>
                      </a:r>
                      <a:endParaRPr lang="en-US" altLang="zh-CN" sz="900">
                        <a:latin typeface="微软雅黑" panose="020B0503020204020204" charset="-122"/>
                        <a:ea typeface="微软雅黑" panose="020B0503020204020204" charset="-122"/>
                      </a:endParaRPr>
                    </a:p>
                  </a:txBody>
                  <a:tcPr marL="13017" marR="13017" marT="13017"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212725">
                <a:tc vMerge="1">
                  <a:tcPr>
                    <a:lnL w="12700">
                      <a:solidFill>
                        <a:schemeClr val="tx1"/>
                      </a:solidFill>
                      <a:prstDash val="solid"/>
                    </a:lnL>
                    <a:lnR w="12700">
                      <a:solidFill>
                        <a:schemeClr val="tx1"/>
                      </a:solidFill>
                      <a:prstDash val="solid"/>
                    </a:lnR>
                  </a:tcPr>
                </a:tc>
                <a:tc>
                  <a:txBody>
                    <a:bodyPr/>
                    <a:p>
                      <a:pPr indent="0" algn="ctr">
                        <a:buNone/>
                      </a:pPr>
                      <a:r>
                        <a:rPr lang="en-US" sz="900" b="0">
                          <a:solidFill>
                            <a:srgbClr val="000000"/>
                          </a:solidFill>
                          <a:latin typeface="微软雅黑" panose="020B0503020204020204" charset="-122"/>
                          <a:ea typeface="微软雅黑" panose="020B0503020204020204" charset="-122"/>
                        </a:rPr>
                        <a:t>0.75</a:t>
                      </a:r>
                      <a:endParaRPr lang="en-US" altLang="en-US" sz="900" b="0">
                        <a:solidFill>
                          <a:srgbClr val="000000"/>
                        </a:solidFill>
                        <a:latin typeface="微软雅黑" panose="020B0503020204020204" charset="-122"/>
                        <a:ea typeface="微软雅黑" panose="020B0503020204020204" charset="-122"/>
                      </a:endParaRPr>
                    </a:p>
                  </a:txBody>
                  <a:tcPr marL="12700" marR="12700" marT="1270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12700" indent="0" algn="r" fontAlgn="ctr"/>
                      <a:r>
                        <a:rPr lang="en-US" altLang="zh-CN" sz="900" b="0" i="0">
                          <a:solidFill>
                            <a:srgbClr val="000000"/>
                          </a:solidFill>
                          <a:latin typeface="微软雅黑" panose="020B0503020204020204" charset="-122"/>
                          <a:ea typeface="微软雅黑" panose="020B0503020204020204" charset="-122"/>
                        </a:rPr>
                        <a:t>1027.8</a:t>
                      </a:r>
                      <a:endParaRPr lang="en-US" altLang="zh-CN" sz="900" b="0" i="0">
                        <a:solidFill>
                          <a:srgbClr val="000000"/>
                        </a:solidFill>
                        <a:latin typeface="微软雅黑" panose="020B0503020204020204" charset="-122"/>
                        <a:ea typeface="微软雅黑" panose="020B0503020204020204" charset="-122"/>
                      </a:endParaRPr>
                    </a:p>
                  </a:txBody>
                  <a:tcPr marL="13017" marR="13017" marT="13017"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12700" indent="0" algn="r" fontAlgn="ctr"/>
                      <a:r>
                        <a:rPr lang="en-US" altLang="zh-CN" sz="900" b="0" i="0">
                          <a:solidFill>
                            <a:srgbClr val="000000"/>
                          </a:solidFill>
                          <a:latin typeface="微软雅黑" panose="020B0503020204020204" charset="-122"/>
                          <a:ea typeface="微软雅黑" panose="020B0503020204020204" charset="-122"/>
                        </a:rPr>
                        <a:t>416</a:t>
                      </a:r>
                      <a:endParaRPr lang="en-US" altLang="zh-CN" sz="900" b="0" i="0">
                        <a:solidFill>
                          <a:srgbClr val="000000"/>
                        </a:solidFill>
                        <a:latin typeface="微软雅黑" panose="020B0503020204020204" charset="-122"/>
                        <a:ea typeface="微软雅黑" panose="020B0503020204020204" charset="-122"/>
                      </a:endParaRPr>
                    </a:p>
                  </a:txBody>
                  <a:tcPr marL="13017" marR="13017" marT="13017"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12700" indent="0" algn="r" fontAlgn="ctr"/>
                      <a:r>
                        <a:rPr lang="en-US" altLang="zh-CN" sz="900">
                          <a:latin typeface="微软雅黑" panose="020B0503020204020204" charset="-122"/>
                          <a:ea typeface="微软雅黑" panose="020B0503020204020204" charset="-122"/>
                        </a:rPr>
                        <a:t>944.59</a:t>
                      </a:r>
                      <a:endParaRPr lang="en-US" altLang="zh-CN" sz="900">
                        <a:latin typeface="微软雅黑" panose="020B0503020204020204" charset="-122"/>
                        <a:ea typeface="微软雅黑" panose="020B0503020204020204" charset="-122"/>
                      </a:endParaRPr>
                    </a:p>
                  </a:txBody>
                  <a:tcPr marL="13017" marR="13017" marT="13017"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12700" indent="0" algn="r" fontAlgn="ctr"/>
                      <a:r>
                        <a:rPr lang="en-US" altLang="zh-CN" sz="900">
                          <a:latin typeface="微软雅黑" panose="020B0503020204020204" charset="-122"/>
                          <a:ea typeface="微软雅黑" panose="020B0503020204020204" charset="-122"/>
                        </a:rPr>
                        <a:t>269</a:t>
                      </a:r>
                      <a:endParaRPr lang="en-US" altLang="zh-CN" sz="900">
                        <a:latin typeface="微软雅黑" panose="020B0503020204020204" charset="-122"/>
                        <a:ea typeface="微软雅黑" panose="020B0503020204020204" charset="-122"/>
                      </a:endParaRPr>
                    </a:p>
                  </a:txBody>
                  <a:tcPr marL="13017" marR="13017" marT="13017"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212725">
                <a:tc vMerge="1">
                  <a:tcPr>
                    <a:lnL w="12700">
                      <a:solidFill>
                        <a:schemeClr val="tx1"/>
                      </a:solidFill>
                      <a:prstDash val="solid"/>
                    </a:lnL>
                    <a:lnR w="12700">
                      <a:solidFill>
                        <a:schemeClr val="tx1"/>
                      </a:solidFill>
                      <a:prstDash val="solid"/>
                    </a:lnR>
                  </a:tcPr>
                </a:tc>
                <a:tc>
                  <a:txBody>
                    <a:bodyPr/>
                    <a:p>
                      <a:pPr indent="0" algn="ctr">
                        <a:buNone/>
                      </a:pPr>
                      <a:r>
                        <a:rPr lang="en-US" sz="900" b="0">
                          <a:solidFill>
                            <a:srgbClr val="000000"/>
                          </a:solidFill>
                          <a:latin typeface="微软雅黑" panose="020B0503020204020204" charset="-122"/>
                          <a:ea typeface="微软雅黑" panose="020B0503020204020204" charset="-122"/>
                        </a:rPr>
                        <a:t>0.7</a:t>
                      </a:r>
                      <a:endParaRPr lang="en-US" altLang="en-US" sz="900" b="0">
                        <a:solidFill>
                          <a:srgbClr val="000000"/>
                        </a:solidFill>
                        <a:latin typeface="微软雅黑" panose="020B0503020204020204" charset="-122"/>
                        <a:ea typeface="微软雅黑" panose="020B0503020204020204" charset="-122"/>
                      </a:endParaRPr>
                    </a:p>
                  </a:txBody>
                  <a:tcPr marL="12700" marR="12700" marT="1270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12700" indent="0" algn="r" fontAlgn="ctr"/>
                      <a:r>
                        <a:rPr lang="en-US" altLang="zh-CN" sz="900" b="0" i="0">
                          <a:solidFill>
                            <a:srgbClr val="000000"/>
                          </a:solidFill>
                          <a:latin typeface="微软雅黑" panose="020B0503020204020204" charset="-122"/>
                          <a:ea typeface="微软雅黑" panose="020B0503020204020204" charset="-122"/>
                        </a:rPr>
                        <a:t>1105.3</a:t>
                      </a:r>
                      <a:endParaRPr lang="en-US" altLang="zh-CN" sz="900" b="0" i="0">
                        <a:solidFill>
                          <a:srgbClr val="000000"/>
                        </a:solidFill>
                        <a:latin typeface="微软雅黑" panose="020B0503020204020204" charset="-122"/>
                        <a:ea typeface="微软雅黑" panose="020B0503020204020204" charset="-122"/>
                      </a:endParaRPr>
                    </a:p>
                  </a:txBody>
                  <a:tcPr marL="13017" marR="13017" marT="13017"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12700" indent="0" algn="r" fontAlgn="ctr"/>
                      <a:r>
                        <a:rPr lang="en-US" altLang="zh-CN" sz="900" b="0" i="0">
                          <a:solidFill>
                            <a:srgbClr val="000000"/>
                          </a:solidFill>
                          <a:latin typeface="微软雅黑" panose="020B0503020204020204" charset="-122"/>
                          <a:ea typeface="微软雅黑" panose="020B0503020204020204" charset="-122"/>
                        </a:rPr>
                        <a:t>416</a:t>
                      </a:r>
                      <a:endParaRPr lang="en-US" altLang="zh-CN" sz="900" b="0" i="0">
                        <a:solidFill>
                          <a:srgbClr val="000000"/>
                        </a:solidFill>
                        <a:latin typeface="微软雅黑" panose="020B0503020204020204" charset="-122"/>
                        <a:ea typeface="微软雅黑" panose="020B0503020204020204" charset="-122"/>
                      </a:endParaRPr>
                    </a:p>
                  </a:txBody>
                  <a:tcPr marL="13017" marR="13017" marT="13017"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12700" indent="0" algn="r" fontAlgn="ctr"/>
                      <a:r>
                        <a:rPr lang="en-US" altLang="zh-CN" sz="900">
                          <a:latin typeface="微软雅黑" panose="020B0503020204020204" charset="-122"/>
                          <a:ea typeface="微软雅黑" panose="020B0503020204020204" charset="-122"/>
                        </a:rPr>
                        <a:t>1012.2</a:t>
                      </a:r>
                      <a:endParaRPr lang="en-US" altLang="zh-CN" sz="900">
                        <a:latin typeface="微软雅黑" panose="020B0503020204020204" charset="-122"/>
                        <a:ea typeface="微软雅黑" panose="020B0503020204020204" charset="-122"/>
                      </a:endParaRPr>
                    </a:p>
                  </a:txBody>
                  <a:tcPr marL="13017" marR="13017" marT="13017"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12700" indent="0" algn="r" fontAlgn="ctr"/>
                      <a:r>
                        <a:rPr lang="en-US" altLang="zh-CN" sz="900">
                          <a:latin typeface="微软雅黑" panose="020B0503020204020204" charset="-122"/>
                          <a:ea typeface="微软雅黑" panose="020B0503020204020204" charset="-122"/>
                        </a:rPr>
                        <a:t>268</a:t>
                      </a:r>
                      <a:endParaRPr lang="en-US" altLang="zh-CN" sz="900">
                        <a:latin typeface="微软雅黑" panose="020B0503020204020204" charset="-122"/>
                        <a:ea typeface="微软雅黑" panose="020B0503020204020204" charset="-122"/>
                      </a:endParaRPr>
                    </a:p>
                  </a:txBody>
                  <a:tcPr marL="13017" marR="13017" marT="13017"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212725">
                <a:tc vMerge="1">
                  <a:tcPr>
                    <a:lnL w="12700">
                      <a:solidFill>
                        <a:schemeClr val="tx1"/>
                      </a:solidFill>
                      <a:prstDash val="solid"/>
                    </a:lnL>
                    <a:lnR w="12700">
                      <a:solidFill>
                        <a:schemeClr val="tx1"/>
                      </a:solidFill>
                      <a:prstDash val="solid"/>
                    </a:lnR>
                  </a:tcPr>
                </a:tc>
                <a:tc>
                  <a:txBody>
                    <a:bodyPr/>
                    <a:p>
                      <a:pPr indent="0" algn="ctr">
                        <a:buNone/>
                      </a:pPr>
                      <a:r>
                        <a:rPr lang="en-US" sz="900" b="0">
                          <a:solidFill>
                            <a:srgbClr val="000000"/>
                          </a:solidFill>
                          <a:latin typeface="微软雅黑" panose="020B0503020204020204" charset="-122"/>
                          <a:ea typeface="微软雅黑" panose="020B0503020204020204" charset="-122"/>
                        </a:rPr>
                        <a:t>0.65</a:t>
                      </a:r>
                      <a:endParaRPr lang="en-US" altLang="en-US" sz="900" b="0">
                        <a:solidFill>
                          <a:srgbClr val="000000"/>
                        </a:solidFill>
                        <a:latin typeface="微软雅黑" panose="020B0503020204020204" charset="-122"/>
                        <a:ea typeface="微软雅黑" panose="020B0503020204020204" charset="-122"/>
                      </a:endParaRPr>
                    </a:p>
                  </a:txBody>
                  <a:tcPr marL="12700" marR="12700" marT="1270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12700" indent="0" algn="r" fontAlgn="ctr"/>
                      <a:r>
                        <a:rPr lang="en-US" altLang="zh-CN" sz="900" b="0" i="0">
                          <a:solidFill>
                            <a:srgbClr val="000000"/>
                          </a:solidFill>
                          <a:latin typeface="微软雅黑" panose="020B0503020204020204" charset="-122"/>
                          <a:ea typeface="微软雅黑" panose="020B0503020204020204" charset="-122"/>
                        </a:rPr>
                        <a:t>1184.2</a:t>
                      </a:r>
                      <a:endParaRPr lang="en-US" altLang="zh-CN" sz="900" b="0" i="0">
                        <a:solidFill>
                          <a:srgbClr val="000000"/>
                        </a:solidFill>
                        <a:latin typeface="微软雅黑" panose="020B0503020204020204" charset="-122"/>
                        <a:ea typeface="微软雅黑" panose="020B0503020204020204" charset="-122"/>
                      </a:endParaRPr>
                    </a:p>
                  </a:txBody>
                  <a:tcPr marL="13017" marR="13017" marT="13017"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12700" indent="0" algn="r" fontAlgn="ctr"/>
                      <a:r>
                        <a:rPr lang="en-US" altLang="zh-CN" sz="900" b="0" i="0">
                          <a:solidFill>
                            <a:srgbClr val="000000"/>
                          </a:solidFill>
                          <a:latin typeface="微软雅黑" panose="020B0503020204020204" charset="-122"/>
                          <a:ea typeface="微软雅黑" panose="020B0503020204020204" charset="-122"/>
                        </a:rPr>
                        <a:t>416</a:t>
                      </a:r>
                      <a:endParaRPr lang="en-US" altLang="zh-CN" sz="900" b="0" i="0">
                        <a:solidFill>
                          <a:srgbClr val="000000"/>
                        </a:solidFill>
                        <a:latin typeface="微软雅黑" panose="020B0503020204020204" charset="-122"/>
                        <a:ea typeface="微软雅黑" panose="020B0503020204020204" charset="-122"/>
                      </a:endParaRPr>
                    </a:p>
                  </a:txBody>
                  <a:tcPr marL="13017" marR="13017" marT="13017"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12700" indent="0" algn="r" fontAlgn="ctr"/>
                      <a:r>
                        <a:rPr lang="en-US" altLang="zh-CN" sz="900">
                          <a:latin typeface="微软雅黑" panose="020B0503020204020204" charset="-122"/>
                          <a:ea typeface="微软雅黑" panose="020B0503020204020204" charset="-122"/>
                        </a:rPr>
                        <a:t>1102.1</a:t>
                      </a:r>
                      <a:endParaRPr lang="en-US" altLang="zh-CN" sz="900">
                        <a:latin typeface="微软雅黑" panose="020B0503020204020204" charset="-122"/>
                        <a:ea typeface="微软雅黑" panose="020B0503020204020204" charset="-122"/>
                      </a:endParaRPr>
                    </a:p>
                  </a:txBody>
                  <a:tcPr marL="13017" marR="13017" marT="13017"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12700" indent="0" algn="r" fontAlgn="ctr"/>
                      <a:r>
                        <a:rPr lang="en-US" altLang="zh-CN" sz="900">
                          <a:latin typeface="微软雅黑" panose="020B0503020204020204" charset="-122"/>
                          <a:ea typeface="微软雅黑" panose="020B0503020204020204" charset="-122"/>
                        </a:rPr>
                        <a:t>270</a:t>
                      </a:r>
                      <a:endParaRPr lang="en-US" altLang="zh-CN" sz="900">
                        <a:latin typeface="微软雅黑" panose="020B0503020204020204" charset="-122"/>
                        <a:ea typeface="微软雅黑" panose="020B0503020204020204" charset="-122"/>
                      </a:endParaRPr>
                    </a:p>
                  </a:txBody>
                  <a:tcPr marL="13017" marR="13017" marT="13017"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212725">
                <a:tc vMerge="1">
                  <a:tcPr>
                    <a:lnL w="12700">
                      <a:solidFill>
                        <a:schemeClr val="tx1"/>
                      </a:solidFill>
                      <a:prstDash val="solid"/>
                    </a:lnL>
                    <a:lnR w="12700">
                      <a:solidFill>
                        <a:schemeClr val="tx1"/>
                      </a:solidFill>
                      <a:prstDash val="solid"/>
                    </a:lnR>
                  </a:tcPr>
                </a:tc>
                <a:tc>
                  <a:txBody>
                    <a:bodyPr/>
                    <a:p>
                      <a:pPr indent="0" algn="ctr">
                        <a:buNone/>
                      </a:pPr>
                      <a:r>
                        <a:rPr lang="en-US" sz="900" b="0">
                          <a:solidFill>
                            <a:srgbClr val="000000"/>
                          </a:solidFill>
                          <a:latin typeface="微软雅黑" panose="020B0503020204020204" charset="-122"/>
                          <a:ea typeface="微软雅黑" panose="020B0503020204020204" charset="-122"/>
                        </a:rPr>
                        <a:t>0.6</a:t>
                      </a:r>
                      <a:endParaRPr lang="en-US" altLang="en-US" sz="900" b="0">
                        <a:solidFill>
                          <a:srgbClr val="000000"/>
                        </a:solidFill>
                        <a:latin typeface="微软雅黑" panose="020B0503020204020204" charset="-122"/>
                        <a:ea typeface="微软雅黑" panose="020B0503020204020204" charset="-122"/>
                      </a:endParaRPr>
                    </a:p>
                  </a:txBody>
                  <a:tcPr marL="12700" marR="12700" marT="1270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12700" indent="0" algn="r" fontAlgn="ctr"/>
                      <a:r>
                        <a:rPr lang="en-US" altLang="zh-CN" sz="900" b="0" i="0">
                          <a:solidFill>
                            <a:srgbClr val="000000"/>
                          </a:solidFill>
                          <a:latin typeface="微软雅黑" panose="020B0503020204020204" charset="-122"/>
                          <a:ea typeface="微软雅黑" panose="020B0503020204020204" charset="-122"/>
                        </a:rPr>
                        <a:t>1294.4</a:t>
                      </a:r>
                      <a:endParaRPr lang="en-US" altLang="zh-CN" sz="900" b="0" i="0">
                        <a:solidFill>
                          <a:srgbClr val="000000"/>
                        </a:solidFill>
                        <a:latin typeface="微软雅黑" panose="020B0503020204020204" charset="-122"/>
                        <a:ea typeface="微软雅黑" panose="020B0503020204020204" charset="-122"/>
                      </a:endParaRPr>
                    </a:p>
                  </a:txBody>
                  <a:tcPr marL="13017" marR="13017" marT="13017"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12700" indent="0" algn="r" fontAlgn="ctr"/>
                      <a:r>
                        <a:rPr lang="en-US" altLang="zh-CN" sz="900" b="0" i="0">
                          <a:solidFill>
                            <a:srgbClr val="000000"/>
                          </a:solidFill>
                          <a:latin typeface="微软雅黑" panose="020B0503020204020204" charset="-122"/>
                          <a:ea typeface="微软雅黑" panose="020B0503020204020204" charset="-122"/>
                        </a:rPr>
                        <a:t>415</a:t>
                      </a:r>
                      <a:endParaRPr lang="en-US" altLang="zh-CN" sz="900" b="0" i="0">
                        <a:solidFill>
                          <a:srgbClr val="000000"/>
                        </a:solidFill>
                        <a:latin typeface="微软雅黑" panose="020B0503020204020204" charset="-122"/>
                        <a:ea typeface="微软雅黑" panose="020B0503020204020204" charset="-122"/>
                      </a:endParaRPr>
                    </a:p>
                  </a:txBody>
                  <a:tcPr marL="13017" marR="13017" marT="13017"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12700" indent="0" algn="r" fontAlgn="ctr"/>
                      <a:r>
                        <a:rPr lang="en-US" altLang="zh-CN" sz="900">
                          <a:latin typeface="微软雅黑" panose="020B0503020204020204" charset="-122"/>
                          <a:ea typeface="微软雅黑" panose="020B0503020204020204" charset="-122"/>
                        </a:rPr>
                        <a:t>1155.3</a:t>
                      </a:r>
                      <a:endParaRPr lang="en-US" altLang="zh-CN" sz="900">
                        <a:latin typeface="微软雅黑" panose="020B0503020204020204" charset="-122"/>
                        <a:ea typeface="微软雅黑" panose="020B0503020204020204" charset="-122"/>
                      </a:endParaRPr>
                    </a:p>
                  </a:txBody>
                  <a:tcPr marL="13017" marR="13017" marT="13017"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12700" indent="0" algn="r" fontAlgn="ctr"/>
                      <a:r>
                        <a:rPr lang="en-US" altLang="zh-CN" sz="900">
                          <a:latin typeface="微软雅黑" panose="020B0503020204020204" charset="-122"/>
                          <a:ea typeface="微软雅黑" panose="020B0503020204020204" charset="-122"/>
                        </a:rPr>
                        <a:t>269</a:t>
                      </a:r>
                      <a:endParaRPr lang="en-US" altLang="zh-CN" sz="900">
                        <a:latin typeface="微软雅黑" panose="020B0503020204020204" charset="-122"/>
                        <a:ea typeface="微软雅黑" panose="020B0503020204020204" charset="-122"/>
                      </a:endParaRPr>
                    </a:p>
                  </a:txBody>
                  <a:tcPr marL="13017" marR="13017" marT="13017"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212725">
                <a:tc vMerge="1">
                  <a:tcPr>
                    <a:lnL w="12700">
                      <a:solidFill>
                        <a:schemeClr val="tx1"/>
                      </a:solidFill>
                      <a:prstDash val="solid"/>
                    </a:lnL>
                    <a:lnR w="12700">
                      <a:solidFill>
                        <a:schemeClr val="tx1"/>
                      </a:solidFill>
                      <a:prstDash val="solid"/>
                    </a:lnR>
                  </a:tcPr>
                </a:tc>
                <a:tc>
                  <a:txBody>
                    <a:bodyPr/>
                    <a:p>
                      <a:pPr indent="0" algn="ctr">
                        <a:buNone/>
                      </a:pPr>
                      <a:r>
                        <a:rPr lang="en-US" sz="900" b="0">
                          <a:solidFill>
                            <a:srgbClr val="000000"/>
                          </a:solidFill>
                          <a:latin typeface="微软雅黑" panose="020B0503020204020204" charset="-122"/>
                          <a:ea typeface="微软雅黑" panose="020B0503020204020204" charset="-122"/>
                        </a:rPr>
                        <a:t>0.55</a:t>
                      </a:r>
                      <a:endParaRPr lang="en-US" altLang="en-US" sz="900" b="0">
                        <a:solidFill>
                          <a:srgbClr val="000000"/>
                        </a:solidFill>
                        <a:latin typeface="微软雅黑" panose="020B0503020204020204" charset="-122"/>
                        <a:ea typeface="微软雅黑" panose="020B0503020204020204" charset="-122"/>
                      </a:endParaRPr>
                    </a:p>
                  </a:txBody>
                  <a:tcPr marL="12700" marR="12700" marT="1270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12700" indent="0" algn="r" fontAlgn="ctr"/>
                      <a:r>
                        <a:rPr lang="en-US" altLang="zh-CN" sz="900" b="0" i="0">
                          <a:solidFill>
                            <a:srgbClr val="000000"/>
                          </a:solidFill>
                          <a:latin typeface="微软雅黑" panose="020B0503020204020204" charset="-122"/>
                          <a:ea typeface="微软雅黑" panose="020B0503020204020204" charset="-122"/>
                        </a:rPr>
                        <a:t>1390.4</a:t>
                      </a:r>
                      <a:endParaRPr lang="en-US" altLang="zh-CN" sz="900" b="0" i="0">
                        <a:solidFill>
                          <a:srgbClr val="000000"/>
                        </a:solidFill>
                        <a:latin typeface="微软雅黑" panose="020B0503020204020204" charset="-122"/>
                        <a:ea typeface="微软雅黑" panose="020B0503020204020204" charset="-122"/>
                      </a:endParaRPr>
                    </a:p>
                  </a:txBody>
                  <a:tcPr marL="13017" marR="13017" marT="13017"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12700" indent="0" algn="r" fontAlgn="ctr"/>
                      <a:r>
                        <a:rPr lang="en-US" altLang="zh-CN" sz="900" b="0" i="0">
                          <a:solidFill>
                            <a:srgbClr val="000000"/>
                          </a:solidFill>
                          <a:latin typeface="微软雅黑" panose="020B0503020204020204" charset="-122"/>
                          <a:ea typeface="微软雅黑" panose="020B0503020204020204" charset="-122"/>
                        </a:rPr>
                        <a:t>418</a:t>
                      </a:r>
                      <a:endParaRPr lang="en-US" altLang="zh-CN" sz="900" b="0" i="0">
                        <a:solidFill>
                          <a:srgbClr val="000000"/>
                        </a:solidFill>
                        <a:latin typeface="微软雅黑" panose="020B0503020204020204" charset="-122"/>
                        <a:ea typeface="微软雅黑" panose="020B0503020204020204" charset="-122"/>
                      </a:endParaRPr>
                    </a:p>
                  </a:txBody>
                  <a:tcPr marL="13017" marR="13017" marT="13017"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12700" indent="0" algn="r" fontAlgn="ctr"/>
                      <a:r>
                        <a:rPr lang="en-US" altLang="zh-CN" sz="900">
                          <a:latin typeface="微软雅黑" panose="020B0503020204020204" charset="-122"/>
                          <a:ea typeface="微软雅黑" panose="020B0503020204020204" charset="-122"/>
                        </a:rPr>
                        <a:t>1244.1</a:t>
                      </a:r>
                      <a:endParaRPr lang="en-US" altLang="zh-CN" sz="900">
                        <a:latin typeface="微软雅黑" panose="020B0503020204020204" charset="-122"/>
                        <a:ea typeface="微软雅黑" panose="020B0503020204020204" charset="-122"/>
                      </a:endParaRPr>
                    </a:p>
                  </a:txBody>
                  <a:tcPr marL="13017" marR="13017" marT="13017"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12700" indent="0" algn="r" fontAlgn="ctr"/>
                      <a:r>
                        <a:rPr lang="en-US" altLang="zh-CN" sz="900">
                          <a:latin typeface="微软雅黑" panose="020B0503020204020204" charset="-122"/>
                          <a:ea typeface="微软雅黑" panose="020B0503020204020204" charset="-122"/>
                        </a:rPr>
                        <a:t>269</a:t>
                      </a:r>
                      <a:endParaRPr lang="en-US" altLang="zh-CN" sz="900">
                        <a:latin typeface="微软雅黑" panose="020B0503020204020204" charset="-122"/>
                        <a:ea typeface="微软雅黑" panose="020B0503020204020204" charset="-122"/>
                      </a:endParaRPr>
                    </a:p>
                  </a:txBody>
                  <a:tcPr marL="13017" marR="13017" marT="13017"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212725">
                <a:tc vMerge="1">
                  <a:tcPr>
                    <a:lnL w="12700">
                      <a:solidFill>
                        <a:schemeClr val="tx1"/>
                      </a:solidFill>
                      <a:prstDash val="solid"/>
                    </a:lnL>
                    <a:lnR w="12700">
                      <a:solidFill>
                        <a:schemeClr val="tx1"/>
                      </a:solidFill>
                      <a:prstDash val="solid"/>
                    </a:lnR>
                  </a:tcPr>
                </a:tc>
                <a:tc>
                  <a:txBody>
                    <a:bodyPr/>
                    <a:p>
                      <a:pPr indent="0" algn="ctr">
                        <a:buNone/>
                      </a:pPr>
                      <a:r>
                        <a:rPr lang="en-US" sz="900" b="0">
                          <a:solidFill>
                            <a:srgbClr val="000000"/>
                          </a:solidFill>
                          <a:latin typeface="微软雅黑" panose="020B0503020204020204" charset="-122"/>
                          <a:ea typeface="微软雅黑" panose="020B0503020204020204" charset="-122"/>
                        </a:rPr>
                        <a:t>0.5</a:t>
                      </a:r>
                      <a:endParaRPr lang="en-US" altLang="en-US" sz="900" b="0">
                        <a:solidFill>
                          <a:srgbClr val="000000"/>
                        </a:solidFill>
                        <a:latin typeface="微软雅黑" panose="020B0503020204020204" charset="-122"/>
                        <a:ea typeface="微软雅黑" panose="020B0503020204020204" charset="-122"/>
                      </a:endParaRPr>
                    </a:p>
                  </a:txBody>
                  <a:tcPr marL="12700" marR="12700" marT="1270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12700" indent="0" algn="r" fontAlgn="ctr"/>
                      <a:r>
                        <a:rPr lang="en-US" altLang="zh-CN" sz="900" b="0" i="0">
                          <a:solidFill>
                            <a:srgbClr val="000000"/>
                          </a:solidFill>
                          <a:latin typeface="微软雅黑" panose="020B0503020204020204" charset="-122"/>
                          <a:ea typeface="微软雅黑" panose="020B0503020204020204" charset="-122"/>
                        </a:rPr>
                        <a:t>1527.1</a:t>
                      </a:r>
                      <a:endParaRPr lang="en-US" altLang="zh-CN" sz="900" b="0" i="0">
                        <a:solidFill>
                          <a:srgbClr val="000000"/>
                        </a:solidFill>
                        <a:latin typeface="微软雅黑" panose="020B0503020204020204" charset="-122"/>
                        <a:ea typeface="微软雅黑" panose="020B0503020204020204" charset="-122"/>
                      </a:endParaRPr>
                    </a:p>
                  </a:txBody>
                  <a:tcPr marL="13017" marR="13017" marT="13017"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12700" indent="0" algn="r" fontAlgn="ctr"/>
                      <a:r>
                        <a:rPr lang="en-US" altLang="zh-CN" sz="900" b="0" i="0">
                          <a:solidFill>
                            <a:srgbClr val="000000"/>
                          </a:solidFill>
                          <a:latin typeface="微软雅黑" panose="020B0503020204020204" charset="-122"/>
                          <a:ea typeface="微软雅黑" panose="020B0503020204020204" charset="-122"/>
                        </a:rPr>
                        <a:t>419</a:t>
                      </a:r>
                      <a:endParaRPr lang="en-US" altLang="zh-CN" sz="900" b="0" i="0">
                        <a:solidFill>
                          <a:srgbClr val="000000"/>
                        </a:solidFill>
                        <a:latin typeface="微软雅黑" panose="020B0503020204020204" charset="-122"/>
                        <a:ea typeface="微软雅黑" panose="020B0503020204020204" charset="-122"/>
                      </a:endParaRPr>
                    </a:p>
                  </a:txBody>
                  <a:tcPr marL="13017" marR="13017" marT="13017"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12700" indent="0" algn="r" fontAlgn="ctr"/>
                      <a:r>
                        <a:rPr lang="en-US" altLang="zh-CN" sz="900">
                          <a:latin typeface="微软雅黑" panose="020B0503020204020204" charset="-122"/>
                          <a:ea typeface="微软雅黑" panose="020B0503020204020204" charset="-122"/>
                        </a:rPr>
                        <a:t>1388.1</a:t>
                      </a:r>
                      <a:endParaRPr lang="en-US" altLang="zh-CN" sz="900">
                        <a:latin typeface="微软雅黑" panose="020B0503020204020204" charset="-122"/>
                        <a:ea typeface="微软雅黑" panose="020B0503020204020204" charset="-122"/>
                      </a:endParaRPr>
                    </a:p>
                  </a:txBody>
                  <a:tcPr marL="13017" marR="13017" marT="13017"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12700" indent="0" algn="r" fontAlgn="ctr"/>
                      <a:r>
                        <a:rPr lang="en-US" altLang="zh-CN" sz="900">
                          <a:latin typeface="微软雅黑" panose="020B0503020204020204" charset="-122"/>
                          <a:ea typeface="微软雅黑" panose="020B0503020204020204" charset="-122"/>
                        </a:rPr>
                        <a:t>269</a:t>
                      </a:r>
                      <a:endParaRPr lang="en-US" altLang="zh-CN" sz="900">
                        <a:latin typeface="微软雅黑" panose="020B0503020204020204" charset="-122"/>
                        <a:ea typeface="微软雅黑" panose="020B0503020204020204" charset="-122"/>
                      </a:endParaRPr>
                    </a:p>
                  </a:txBody>
                  <a:tcPr marL="13017" marR="13017" marT="13017"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212725">
                <a:tc vMerge="1">
                  <a:tcPr>
                    <a:lnL w="12700">
                      <a:solidFill>
                        <a:schemeClr val="tx1"/>
                      </a:solidFill>
                      <a:prstDash val="solid"/>
                    </a:lnL>
                    <a:lnR w="12700">
                      <a:solidFill>
                        <a:schemeClr val="tx1"/>
                      </a:solidFill>
                      <a:prstDash val="solid"/>
                    </a:lnR>
                  </a:tcPr>
                </a:tc>
                <a:tc>
                  <a:txBody>
                    <a:bodyPr/>
                    <a:p>
                      <a:pPr indent="0" algn="ctr">
                        <a:buNone/>
                      </a:pPr>
                      <a:r>
                        <a:rPr lang="en-US" sz="900" b="0">
                          <a:solidFill>
                            <a:srgbClr val="000000"/>
                          </a:solidFill>
                          <a:latin typeface="微软雅黑" panose="020B0503020204020204" charset="-122"/>
                          <a:ea typeface="微软雅黑" panose="020B0503020204020204" charset="-122"/>
                        </a:rPr>
                        <a:t>0.45</a:t>
                      </a:r>
                      <a:endParaRPr lang="en-US" altLang="en-US" sz="900" b="0">
                        <a:solidFill>
                          <a:srgbClr val="000000"/>
                        </a:solidFill>
                        <a:latin typeface="微软雅黑" panose="020B0503020204020204" charset="-122"/>
                        <a:ea typeface="微软雅黑" panose="020B0503020204020204" charset="-122"/>
                      </a:endParaRPr>
                    </a:p>
                  </a:txBody>
                  <a:tcPr marL="12700" marR="12700" marT="1270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12700" indent="0" algn="r" fontAlgn="ctr"/>
                      <a:r>
                        <a:rPr lang="en-US" altLang="zh-CN" sz="900" b="0" i="0">
                          <a:solidFill>
                            <a:srgbClr val="000000"/>
                          </a:solidFill>
                          <a:latin typeface="微软雅黑" panose="020B0503020204020204" charset="-122"/>
                          <a:ea typeface="微软雅黑" panose="020B0503020204020204" charset="-122"/>
                        </a:rPr>
                        <a:t>1589.3</a:t>
                      </a:r>
                      <a:endParaRPr lang="en-US" altLang="zh-CN" sz="900" b="0" i="0">
                        <a:solidFill>
                          <a:srgbClr val="000000"/>
                        </a:solidFill>
                        <a:latin typeface="微软雅黑" panose="020B0503020204020204" charset="-122"/>
                        <a:ea typeface="微软雅黑" panose="020B0503020204020204" charset="-122"/>
                      </a:endParaRPr>
                    </a:p>
                  </a:txBody>
                  <a:tcPr marL="13017" marR="13017" marT="13017"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12700" indent="0" algn="r" fontAlgn="ctr"/>
                      <a:r>
                        <a:rPr lang="en-US" altLang="zh-CN" sz="900" b="0" i="0">
                          <a:solidFill>
                            <a:srgbClr val="000000"/>
                          </a:solidFill>
                          <a:latin typeface="微软雅黑" panose="020B0503020204020204" charset="-122"/>
                          <a:ea typeface="微软雅黑" panose="020B0503020204020204" charset="-122"/>
                        </a:rPr>
                        <a:t>414</a:t>
                      </a:r>
                      <a:endParaRPr lang="en-US" altLang="zh-CN" sz="900" b="0" i="0">
                        <a:solidFill>
                          <a:srgbClr val="000000"/>
                        </a:solidFill>
                        <a:latin typeface="微软雅黑" panose="020B0503020204020204" charset="-122"/>
                        <a:ea typeface="微软雅黑" panose="020B0503020204020204" charset="-122"/>
                      </a:endParaRPr>
                    </a:p>
                  </a:txBody>
                  <a:tcPr marL="13017" marR="13017" marT="13017"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12700" indent="0" algn="r" fontAlgn="ctr"/>
                      <a:r>
                        <a:rPr lang="en-US" altLang="zh-CN" sz="900">
                          <a:latin typeface="微软雅黑" panose="020B0503020204020204" charset="-122"/>
                          <a:ea typeface="微软雅黑" panose="020B0503020204020204" charset="-122"/>
                        </a:rPr>
                        <a:t>1492.6</a:t>
                      </a:r>
                      <a:endParaRPr lang="en-US" altLang="zh-CN" sz="900">
                        <a:latin typeface="微软雅黑" panose="020B0503020204020204" charset="-122"/>
                        <a:ea typeface="微软雅黑" panose="020B0503020204020204" charset="-122"/>
                      </a:endParaRPr>
                    </a:p>
                  </a:txBody>
                  <a:tcPr marL="13017" marR="13017" marT="13017"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12700" indent="0" algn="r" fontAlgn="ctr"/>
                      <a:r>
                        <a:rPr lang="en-US" altLang="zh-CN" sz="900">
                          <a:latin typeface="微软雅黑" panose="020B0503020204020204" charset="-122"/>
                          <a:ea typeface="微软雅黑" panose="020B0503020204020204" charset="-122"/>
                        </a:rPr>
                        <a:t>273</a:t>
                      </a:r>
                      <a:endParaRPr lang="en-US" altLang="zh-CN" sz="900">
                        <a:latin typeface="微软雅黑" panose="020B0503020204020204" charset="-122"/>
                        <a:ea typeface="微软雅黑" panose="020B0503020204020204" charset="-122"/>
                      </a:endParaRPr>
                    </a:p>
                  </a:txBody>
                  <a:tcPr marL="13017" marR="13017" marT="13017"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212725">
                <a:tc vMerge="1">
                  <a:tcPr>
                    <a:lnL w="12700">
                      <a:solidFill>
                        <a:schemeClr val="tx1"/>
                      </a:solidFill>
                      <a:prstDash val="solid"/>
                    </a:lnL>
                    <a:lnR w="12700">
                      <a:solidFill>
                        <a:schemeClr val="tx1"/>
                      </a:solidFill>
                      <a:prstDash val="solid"/>
                    </a:lnR>
                  </a:tcPr>
                </a:tc>
                <a:tc>
                  <a:txBody>
                    <a:bodyPr/>
                    <a:p>
                      <a:pPr indent="0" algn="ctr">
                        <a:buNone/>
                      </a:pPr>
                      <a:r>
                        <a:rPr lang="en-US" sz="900" b="0">
                          <a:solidFill>
                            <a:srgbClr val="000000"/>
                          </a:solidFill>
                          <a:latin typeface="微软雅黑" panose="020B0503020204020204" charset="-122"/>
                          <a:ea typeface="微软雅黑" panose="020B0503020204020204" charset="-122"/>
                        </a:rPr>
                        <a:t>0.4</a:t>
                      </a:r>
                      <a:endParaRPr lang="en-US" altLang="en-US" sz="900" b="0">
                        <a:solidFill>
                          <a:srgbClr val="000000"/>
                        </a:solidFill>
                        <a:latin typeface="微软雅黑" panose="020B0503020204020204" charset="-122"/>
                        <a:ea typeface="微软雅黑" panose="020B0503020204020204" charset="-122"/>
                      </a:endParaRPr>
                    </a:p>
                  </a:txBody>
                  <a:tcPr marL="12700" marR="12700" marT="1270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12700" indent="0" algn="r" fontAlgn="ctr"/>
                      <a:r>
                        <a:rPr lang="en-US" altLang="zh-CN" sz="900" b="0" i="0">
                          <a:solidFill>
                            <a:srgbClr val="000000"/>
                          </a:solidFill>
                          <a:latin typeface="微软雅黑" panose="020B0503020204020204" charset="-122"/>
                          <a:ea typeface="微软雅黑" panose="020B0503020204020204" charset="-122"/>
                        </a:rPr>
                        <a:t>1510.6</a:t>
                      </a:r>
                      <a:endParaRPr lang="en-US" altLang="zh-CN" sz="900" b="0" i="0">
                        <a:solidFill>
                          <a:srgbClr val="000000"/>
                        </a:solidFill>
                        <a:latin typeface="微软雅黑" panose="020B0503020204020204" charset="-122"/>
                        <a:ea typeface="微软雅黑" panose="020B0503020204020204" charset="-122"/>
                      </a:endParaRPr>
                    </a:p>
                  </a:txBody>
                  <a:tcPr marL="13017" marR="13017" marT="13017"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12700" indent="0" algn="r" fontAlgn="ctr"/>
                      <a:r>
                        <a:rPr lang="en-US" altLang="zh-CN" sz="900" b="0" i="0">
                          <a:solidFill>
                            <a:srgbClr val="000000"/>
                          </a:solidFill>
                          <a:latin typeface="微软雅黑" panose="020B0503020204020204" charset="-122"/>
                          <a:ea typeface="微软雅黑" panose="020B0503020204020204" charset="-122"/>
                        </a:rPr>
                        <a:t>422</a:t>
                      </a:r>
                      <a:endParaRPr lang="en-US" altLang="zh-CN" sz="900" b="0" i="0">
                        <a:solidFill>
                          <a:srgbClr val="000000"/>
                        </a:solidFill>
                        <a:latin typeface="微软雅黑" panose="020B0503020204020204" charset="-122"/>
                        <a:ea typeface="微软雅黑" panose="020B0503020204020204" charset="-122"/>
                      </a:endParaRPr>
                    </a:p>
                  </a:txBody>
                  <a:tcPr marL="13017" marR="13017" marT="13017"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12700" indent="0" algn="r" fontAlgn="ctr"/>
                      <a:r>
                        <a:rPr lang="en-US" altLang="zh-CN" sz="900">
                          <a:latin typeface="微软雅黑" panose="020B0503020204020204" charset="-122"/>
                          <a:ea typeface="微软雅黑" panose="020B0503020204020204" charset="-122"/>
                        </a:rPr>
                        <a:t>1653.1</a:t>
                      </a:r>
                      <a:endParaRPr lang="en-US" altLang="zh-CN" sz="900">
                        <a:latin typeface="微软雅黑" panose="020B0503020204020204" charset="-122"/>
                        <a:ea typeface="微软雅黑" panose="020B0503020204020204" charset="-122"/>
                      </a:endParaRPr>
                    </a:p>
                  </a:txBody>
                  <a:tcPr marL="13017" marR="13017" marT="13017"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12700" indent="0" algn="r" fontAlgn="ctr"/>
                      <a:r>
                        <a:rPr lang="en-US" altLang="zh-CN" sz="900">
                          <a:latin typeface="微软雅黑" panose="020B0503020204020204" charset="-122"/>
                          <a:ea typeface="微软雅黑" panose="020B0503020204020204" charset="-122"/>
                        </a:rPr>
                        <a:t>273</a:t>
                      </a:r>
                      <a:endParaRPr lang="en-US" altLang="zh-CN" sz="900">
                        <a:latin typeface="微软雅黑" panose="020B0503020204020204" charset="-122"/>
                        <a:ea typeface="微软雅黑" panose="020B0503020204020204" charset="-122"/>
                      </a:endParaRPr>
                    </a:p>
                  </a:txBody>
                  <a:tcPr marL="13017" marR="13017" marT="13017"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212725">
                <a:tc vMerge="1">
                  <a:tcPr>
                    <a:lnL w="12700">
                      <a:solidFill>
                        <a:schemeClr val="tx1"/>
                      </a:solidFill>
                      <a:prstDash val="solid"/>
                    </a:lnL>
                    <a:lnR w="12700">
                      <a:solidFill>
                        <a:schemeClr val="tx1"/>
                      </a:solidFill>
                      <a:prstDash val="solid"/>
                    </a:lnR>
                  </a:tcPr>
                </a:tc>
                <a:tc>
                  <a:txBody>
                    <a:bodyPr/>
                    <a:p>
                      <a:pPr indent="0" algn="ctr">
                        <a:buNone/>
                      </a:pPr>
                      <a:r>
                        <a:rPr lang="en-US" sz="900" b="0">
                          <a:solidFill>
                            <a:srgbClr val="000000"/>
                          </a:solidFill>
                          <a:latin typeface="微软雅黑" panose="020B0503020204020204" charset="-122"/>
                          <a:ea typeface="微软雅黑" panose="020B0503020204020204" charset="-122"/>
                        </a:rPr>
                        <a:t>0.35</a:t>
                      </a:r>
                      <a:endParaRPr lang="en-US" altLang="en-US" sz="900" b="0">
                        <a:solidFill>
                          <a:srgbClr val="000000"/>
                        </a:solidFill>
                        <a:latin typeface="微软雅黑" panose="020B0503020204020204" charset="-122"/>
                        <a:ea typeface="微软雅黑" panose="020B0503020204020204" charset="-122"/>
                      </a:endParaRPr>
                    </a:p>
                  </a:txBody>
                  <a:tcPr marL="12700" marR="12700" marT="1270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12700" indent="0" algn="r" fontAlgn="ctr"/>
                      <a:r>
                        <a:rPr lang="en-US" altLang="zh-CN" sz="900" b="0" i="0">
                          <a:solidFill>
                            <a:srgbClr val="000000"/>
                          </a:solidFill>
                          <a:latin typeface="微软雅黑" panose="020B0503020204020204" charset="-122"/>
                          <a:ea typeface="微软雅黑" panose="020B0503020204020204" charset="-122"/>
                        </a:rPr>
                        <a:t>1678.3</a:t>
                      </a:r>
                      <a:endParaRPr lang="en-US" altLang="zh-CN" sz="900" b="0" i="0">
                        <a:solidFill>
                          <a:srgbClr val="000000"/>
                        </a:solidFill>
                        <a:latin typeface="微软雅黑" panose="020B0503020204020204" charset="-122"/>
                        <a:ea typeface="微软雅黑" panose="020B0503020204020204" charset="-122"/>
                      </a:endParaRPr>
                    </a:p>
                  </a:txBody>
                  <a:tcPr marL="13017" marR="13017" marT="13017"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12700" indent="0" algn="r" fontAlgn="ctr"/>
                      <a:r>
                        <a:rPr lang="en-US" altLang="zh-CN" sz="900" b="0" i="0">
                          <a:solidFill>
                            <a:srgbClr val="000000"/>
                          </a:solidFill>
                          <a:latin typeface="微软雅黑" panose="020B0503020204020204" charset="-122"/>
                          <a:ea typeface="微软雅黑" panose="020B0503020204020204" charset="-122"/>
                        </a:rPr>
                        <a:t>420</a:t>
                      </a:r>
                      <a:endParaRPr lang="en-US" altLang="zh-CN" sz="900" b="0" i="0">
                        <a:solidFill>
                          <a:srgbClr val="000000"/>
                        </a:solidFill>
                        <a:latin typeface="微软雅黑" panose="020B0503020204020204" charset="-122"/>
                        <a:ea typeface="微软雅黑" panose="020B0503020204020204" charset="-122"/>
                      </a:endParaRPr>
                    </a:p>
                  </a:txBody>
                  <a:tcPr marL="13017" marR="13017" marT="13017"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12700" indent="0" algn="r" fontAlgn="ctr"/>
                      <a:r>
                        <a:rPr lang="en-US" altLang="zh-CN" sz="900">
                          <a:latin typeface="微软雅黑" panose="020B0503020204020204" charset="-122"/>
                          <a:ea typeface="微软雅黑" panose="020B0503020204020204" charset="-122"/>
                        </a:rPr>
                        <a:t>1810.1</a:t>
                      </a:r>
                      <a:endParaRPr lang="en-US" altLang="zh-CN" sz="900">
                        <a:latin typeface="微软雅黑" panose="020B0503020204020204" charset="-122"/>
                        <a:ea typeface="微软雅黑" panose="020B0503020204020204" charset="-122"/>
                      </a:endParaRPr>
                    </a:p>
                  </a:txBody>
                  <a:tcPr marL="13017" marR="13017" marT="13017"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12700" indent="0" algn="r" fontAlgn="ctr"/>
                      <a:r>
                        <a:rPr lang="en-US" altLang="zh-CN" sz="900">
                          <a:latin typeface="微软雅黑" panose="020B0503020204020204" charset="-122"/>
                          <a:ea typeface="微软雅黑" panose="020B0503020204020204" charset="-122"/>
                        </a:rPr>
                        <a:t>272</a:t>
                      </a:r>
                      <a:endParaRPr lang="en-US" altLang="zh-CN" sz="900">
                        <a:latin typeface="微软雅黑" panose="020B0503020204020204" charset="-122"/>
                        <a:ea typeface="微软雅黑" panose="020B0503020204020204" charset="-122"/>
                      </a:endParaRPr>
                    </a:p>
                  </a:txBody>
                  <a:tcPr marL="13017" marR="13017" marT="13017"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212725">
                <a:tc vMerge="1">
                  <a:tcPr>
                    <a:lnL w="12700">
                      <a:solidFill>
                        <a:schemeClr val="tx1"/>
                      </a:solidFill>
                      <a:prstDash val="solid"/>
                    </a:lnL>
                    <a:lnR w="12700">
                      <a:solidFill>
                        <a:schemeClr val="tx1"/>
                      </a:solidFill>
                      <a:prstDash val="solid"/>
                    </a:lnR>
                  </a:tcPr>
                </a:tc>
                <a:tc>
                  <a:txBody>
                    <a:bodyPr/>
                    <a:p>
                      <a:pPr indent="0" algn="ctr">
                        <a:buNone/>
                      </a:pPr>
                      <a:r>
                        <a:rPr lang="en-US" sz="900" b="0">
                          <a:solidFill>
                            <a:srgbClr val="000000"/>
                          </a:solidFill>
                          <a:latin typeface="微软雅黑" panose="020B0503020204020204" charset="-122"/>
                          <a:ea typeface="微软雅黑" panose="020B0503020204020204" charset="-122"/>
                        </a:rPr>
                        <a:t>0.3</a:t>
                      </a:r>
                      <a:endParaRPr lang="en-US" altLang="en-US" sz="900" b="0">
                        <a:solidFill>
                          <a:srgbClr val="000000"/>
                        </a:solidFill>
                        <a:latin typeface="微软雅黑" panose="020B0503020204020204" charset="-122"/>
                        <a:ea typeface="微软雅黑" panose="020B0503020204020204" charset="-122"/>
                      </a:endParaRPr>
                    </a:p>
                  </a:txBody>
                  <a:tcPr marL="12700" marR="12700" marT="1270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12700" indent="0" algn="r" fontAlgn="ctr"/>
                      <a:r>
                        <a:rPr lang="en-US" altLang="zh-CN" sz="900" b="0" i="0">
                          <a:solidFill>
                            <a:srgbClr val="000000"/>
                          </a:solidFill>
                          <a:latin typeface="微软雅黑" panose="020B0503020204020204" charset="-122"/>
                          <a:ea typeface="微软雅黑" panose="020B0503020204020204" charset="-122"/>
                        </a:rPr>
                        <a:t>1777.5</a:t>
                      </a:r>
                      <a:endParaRPr lang="en-US" altLang="zh-CN" sz="900" b="0" i="0">
                        <a:solidFill>
                          <a:srgbClr val="000000"/>
                        </a:solidFill>
                        <a:latin typeface="微软雅黑" panose="020B0503020204020204" charset="-122"/>
                        <a:ea typeface="微软雅黑" panose="020B0503020204020204" charset="-122"/>
                      </a:endParaRPr>
                    </a:p>
                  </a:txBody>
                  <a:tcPr marL="13017" marR="13017" marT="13017"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12700" indent="0" algn="r" fontAlgn="ctr"/>
                      <a:r>
                        <a:rPr lang="en-US" altLang="zh-CN" sz="900" b="0" i="0">
                          <a:solidFill>
                            <a:srgbClr val="000000"/>
                          </a:solidFill>
                          <a:latin typeface="微软雅黑" panose="020B0503020204020204" charset="-122"/>
                          <a:ea typeface="微软雅黑" panose="020B0503020204020204" charset="-122"/>
                        </a:rPr>
                        <a:t>422</a:t>
                      </a:r>
                      <a:endParaRPr lang="en-US" altLang="zh-CN" sz="900" b="0" i="0">
                        <a:solidFill>
                          <a:srgbClr val="000000"/>
                        </a:solidFill>
                        <a:latin typeface="微软雅黑" panose="020B0503020204020204" charset="-122"/>
                        <a:ea typeface="微软雅黑" panose="020B0503020204020204" charset="-122"/>
                      </a:endParaRPr>
                    </a:p>
                  </a:txBody>
                  <a:tcPr marL="13017" marR="13017" marT="13017"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12700" indent="0" algn="r" fontAlgn="ctr"/>
                      <a:r>
                        <a:rPr lang="en-US" altLang="zh-CN" sz="900">
                          <a:latin typeface="微软雅黑" panose="020B0503020204020204" charset="-122"/>
                          <a:ea typeface="微软雅黑" panose="020B0503020204020204" charset="-122"/>
                        </a:rPr>
                        <a:t>1881.2</a:t>
                      </a:r>
                      <a:endParaRPr lang="en-US" altLang="zh-CN" sz="900">
                        <a:latin typeface="微软雅黑" panose="020B0503020204020204" charset="-122"/>
                        <a:ea typeface="微软雅黑" panose="020B0503020204020204" charset="-122"/>
                      </a:endParaRPr>
                    </a:p>
                  </a:txBody>
                  <a:tcPr marL="13017" marR="13017" marT="13017"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12700" indent="0" algn="r" fontAlgn="ctr"/>
                      <a:r>
                        <a:rPr lang="en-US" altLang="zh-CN" sz="900">
                          <a:latin typeface="微软雅黑" panose="020B0503020204020204" charset="-122"/>
                          <a:ea typeface="微软雅黑" panose="020B0503020204020204" charset="-122"/>
                        </a:rPr>
                        <a:t>266</a:t>
                      </a:r>
                      <a:endParaRPr lang="en-US" altLang="zh-CN" sz="900">
                        <a:latin typeface="微软雅黑" panose="020B0503020204020204" charset="-122"/>
                        <a:ea typeface="微软雅黑" panose="020B0503020204020204" charset="-122"/>
                      </a:endParaRPr>
                    </a:p>
                  </a:txBody>
                  <a:tcPr marL="13017" marR="13017" marT="13017"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212725">
                <a:tc vMerge="1">
                  <a:tcPr>
                    <a:lnL w="12700">
                      <a:solidFill>
                        <a:schemeClr val="tx1"/>
                      </a:solidFill>
                      <a:prstDash val="solid"/>
                    </a:lnL>
                    <a:lnR w="12700">
                      <a:solidFill>
                        <a:schemeClr val="tx1"/>
                      </a:solidFill>
                      <a:prstDash val="solid"/>
                    </a:lnR>
                  </a:tcPr>
                </a:tc>
                <a:tc>
                  <a:txBody>
                    <a:bodyPr/>
                    <a:p>
                      <a:pPr indent="0" algn="ctr">
                        <a:buNone/>
                      </a:pPr>
                      <a:r>
                        <a:rPr lang="en-US" sz="900" b="0">
                          <a:solidFill>
                            <a:srgbClr val="000000"/>
                          </a:solidFill>
                          <a:latin typeface="微软雅黑" panose="020B0503020204020204" charset="-122"/>
                          <a:ea typeface="微软雅黑" panose="020B0503020204020204" charset="-122"/>
                        </a:rPr>
                        <a:t>0.25</a:t>
                      </a:r>
                      <a:endParaRPr lang="en-US" altLang="en-US" sz="900" b="0">
                        <a:solidFill>
                          <a:srgbClr val="000000"/>
                        </a:solidFill>
                        <a:latin typeface="微软雅黑" panose="020B0503020204020204" charset="-122"/>
                        <a:ea typeface="微软雅黑" panose="020B0503020204020204" charset="-122"/>
                      </a:endParaRPr>
                    </a:p>
                  </a:txBody>
                  <a:tcPr marL="12700" marR="12700" marT="1270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12700" indent="0" algn="r" fontAlgn="ctr"/>
                      <a:r>
                        <a:rPr lang="en-US" altLang="zh-CN" sz="900" b="0" i="0">
                          <a:solidFill>
                            <a:srgbClr val="000000"/>
                          </a:solidFill>
                          <a:latin typeface="微软雅黑" panose="020B0503020204020204" charset="-122"/>
                          <a:ea typeface="微软雅黑" panose="020B0503020204020204" charset="-122"/>
                        </a:rPr>
                        <a:t>2035.2</a:t>
                      </a:r>
                      <a:endParaRPr lang="en-US" altLang="zh-CN" sz="900" b="0" i="0">
                        <a:solidFill>
                          <a:srgbClr val="000000"/>
                        </a:solidFill>
                        <a:latin typeface="微软雅黑" panose="020B0503020204020204" charset="-122"/>
                        <a:ea typeface="微软雅黑" panose="020B0503020204020204" charset="-122"/>
                      </a:endParaRPr>
                    </a:p>
                  </a:txBody>
                  <a:tcPr marL="13017" marR="13017" marT="13017"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12700" indent="0" algn="r" fontAlgn="ctr"/>
                      <a:r>
                        <a:rPr lang="en-US" altLang="zh-CN" sz="900" b="0" i="0">
                          <a:solidFill>
                            <a:srgbClr val="000000"/>
                          </a:solidFill>
                          <a:latin typeface="微软雅黑" panose="020B0503020204020204" charset="-122"/>
                          <a:ea typeface="微软雅黑" panose="020B0503020204020204" charset="-122"/>
                        </a:rPr>
                        <a:t>430</a:t>
                      </a:r>
                      <a:endParaRPr lang="en-US" altLang="zh-CN" sz="900" b="0" i="0">
                        <a:solidFill>
                          <a:srgbClr val="000000"/>
                        </a:solidFill>
                        <a:latin typeface="微软雅黑" panose="020B0503020204020204" charset="-122"/>
                        <a:ea typeface="微软雅黑" panose="020B0503020204020204" charset="-122"/>
                      </a:endParaRPr>
                    </a:p>
                  </a:txBody>
                  <a:tcPr marL="13017" marR="13017" marT="13017"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12700" indent="0" algn="r" fontAlgn="ctr"/>
                      <a:r>
                        <a:rPr lang="en-US" altLang="zh-CN" sz="900" b="1">
                          <a:highlight>
                            <a:srgbClr val="FFFF00"/>
                          </a:highlight>
                          <a:latin typeface="微软雅黑" panose="020B0503020204020204" charset="-122"/>
                          <a:ea typeface="微软雅黑" panose="020B0503020204020204" charset="-122"/>
                        </a:rPr>
                        <a:t>2057.1</a:t>
                      </a:r>
                      <a:endParaRPr lang="en-US" altLang="zh-CN" sz="900" b="1">
                        <a:highlight>
                          <a:srgbClr val="FFFF00"/>
                        </a:highlight>
                        <a:latin typeface="微软雅黑" panose="020B0503020204020204" charset="-122"/>
                        <a:ea typeface="微软雅黑" panose="020B0503020204020204" charset="-122"/>
                      </a:endParaRPr>
                    </a:p>
                  </a:txBody>
                  <a:tcPr marL="13017" marR="13017" marT="13017"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12700" indent="0" algn="r" fontAlgn="ctr"/>
                      <a:r>
                        <a:rPr lang="en-US" altLang="zh-CN" sz="900">
                          <a:latin typeface="微软雅黑" panose="020B0503020204020204" charset="-122"/>
                          <a:ea typeface="微软雅黑" panose="020B0503020204020204" charset="-122"/>
                        </a:rPr>
                        <a:t>238</a:t>
                      </a:r>
                      <a:endParaRPr lang="en-US" altLang="zh-CN" sz="900">
                        <a:latin typeface="微软雅黑" panose="020B0503020204020204" charset="-122"/>
                        <a:ea typeface="微软雅黑" panose="020B0503020204020204" charset="-122"/>
                      </a:endParaRPr>
                    </a:p>
                  </a:txBody>
                  <a:tcPr marL="13017" marR="13017" marT="13017"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212725">
                <a:tc vMerge="1">
                  <a:tcPr>
                    <a:lnL w="12700">
                      <a:solidFill>
                        <a:schemeClr val="tx1"/>
                      </a:solidFill>
                      <a:prstDash val="solid"/>
                    </a:lnL>
                    <a:lnR w="12700">
                      <a:solidFill>
                        <a:schemeClr val="tx1"/>
                      </a:solidFill>
                      <a:prstDash val="solid"/>
                    </a:lnR>
                  </a:tcPr>
                </a:tc>
                <a:tc>
                  <a:txBody>
                    <a:bodyPr/>
                    <a:p>
                      <a:pPr indent="0" algn="ctr">
                        <a:buNone/>
                      </a:pPr>
                      <a:r>
                        <a:rPr lang="en-US" sz="900" b="0">
                          <a:solidFill>
                            <a:schemeClr val="tx1"/>
                          </a:solidFill>
                          <a:latin typeface="微软雅黑" panose="020B0503020204020204" charset="-122"/>
                          <a:ea typeface="微软雅黑" panose="020B0503020204020204" charset="-122"/>
                        </a:rPr>
                        <a:t>0.2</a:t>
                      </a:r>
                      <a:endParaRPr lang="en-US" altLang="en-US" sz="900" b="0">
                        <a:solidFill>
                          <a:schemeClr val="tx1"/>
                        </a:solidFill>
                        <a:latin typeface="微软雅黑" panose="020B0503020204020204" charset="-122"/>
                        <a:ea typeface="微软雅黑" panose="020B0503020204020204" charset="-122"/>
                      </a:endParaRPr>
                    </a:p>
                  </a:txBody>
                  <a:tcPr marL="12700" marR="12700" marT="1270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12700" indent="0" algn="r" fontAlgn="ctr"/>
                      <a:r>
                        <a:rPr lang="en-US" altLang="zh-CN" sz="900" b="0" i="0">
                          <a:solidFill>
                            <a:srgbClr val="000000"/>
                          </a:solidFill>
                          <a:latin typeface="微软雅黑" panose="020B0503020204020204" charset="-122"/>
                          <a:ea typeface="微软雅黑" panose="020B0503020204020204" charset="-122"/>
                        </a:rPr>
                        <a:t>2278.8</a:t>
                      </a:r>
                      <a:endParaRPr lang="en-US" altLang="zh-CN" sz="900" b="0" i="0">
                        <a:solidFill>
                          <a:srgbClr val="000000"/>
                        </a:solidFill>
                        <a:latin typeface="微软雅黑" panose="020B0503020204020204" charset="-122"/>
                        <a:ea typeface="微软雅黑" panose="020B0503020204020204" charset="-122"/>
                      </a:endParaRPr>
                    </a:p>
                  </a:txBody>
                  <a:tcPr marL="13017" marR="13017" marT="13017"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12700" indent="0" algn="r" fontAlgn="ctr"/>
                      <a:r>
                        <a:rPr lang="en-US" altLang="zh-CN" sz="900" b="0" i="0">
                          <a:solidFill>
                            <a:srgbClr val="000000"/>
                          </a:solidFill>
                          <a:latin typeface="微软雅黑" panose="020B0503020204020204" charset="-122"/>
                          <a:ea typeface="微软雅黑" panose="020B0503020204020204" charset="-122"/>
                        </a:rPr>
                        <a:t>431</a:t>
                      </a:r>
                      <a:endParaRPr lang="en-US" altLang="zh-CN" sz="900" b="0" i="0">
                        <a:solidFill>
                          <a:srgbClr val="000000"/>
                        </a:solidFill>
                        <a:latin typeface="微软雅黑" panose="020B0503020204020204" charset="-122"/>
                        <a:ea typeface="微软雅黑" panose="020B0503020204020204" charset="-122"/>
                      </a:endParaRPr>
                    </a:p>
                  </a:txBody>
                  <a:tcPr marL="13017" marR="13017" marT="13017"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12700" indent="0" algn="r" fontAlgn="ctr"/>
                      <a:r>
                        <a:rPr lang="en-US" altLang="zh-CN" sz="900">
                          <a:latin typeface="微软雅黑" panose="020B0503020204020204" charset="-122"/>
                          <a:ea typeface="微软雅黑" panose="020B0503020204020204" charset="-122"/>
                        </a:rPr>
                        <a:t>1990.1</a:t>
                      </a:r>
                      <a:endParaRPr lang="en-US" altLang="zh-CN" sz="900">
                        <a:latin typeface="微软雅黑" panose="020B0503020204020204" charset="-122"/>
                        <a:ea typeface="微软雅黑" panose="020B0503020204020204" charset="-122"/>
                      </a:endParaRPr>
                    </a:p>
                  </a:txBody>
                  <a:tcPr marL="13017" marR="13017" marT="13017"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12700" indent="0" algn="r" fontAlgn="ctr"/>
                      <a:r>
                        <a:rPr lang="en-US" altLang="zh-CN" sz="900">
                          <a:latin typeface="微软雅黑" panose="020B0503020204020204" charset="-122"/>
                          <a:ea typeface="微软雅黑" panose="020B0503020204020204" charset="-122"/>
                        </a:rPr>
                        <a:t>199</a:t>
                      </a:r>
                      <a:endParaRPr lang="en-US" altLang="zh-CN" sz="900">
                        <a:latin typeface="微软雅黑" panose="020B0503020204020204" charset="-122"/>
                        <a:ea typeface="微软雅黑" panose="020B0503020204020204" charset="-122"/>
                      </a:endParaRPr>
                    </a:p>
                  </a:txBody>
                  <a:tcPr marL="13017" marR="13017" marT="13017"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212725">
                <a:tc vMerge="1">
                  <a:tcPr>
                    <a:lnL w="12700">
                      <a:solidFill>
                        <a:schemeClr val="tx1"/>
                      </a:solidFill>
                      <a:prstDash val="solid"/>
                    </a:lnL>
                    <a:lnR w="12700">
                      <a:solidFill>
                        <a:schemeClr val="tx1"/>
                      </a:solidFill>
                      <a:prstDash val="solid"/>
                    </a:lnR>
                  </a:tcPr>
                </a:tc>
                <a:tc>
                  <a:txBody>
                    <a:bodyPr/>
                    <a:p>
                      <a:pPr indent="0" algn="ctr">
                        <a:buNone/>
                      </a:pPr>
                      <a:r>
                        <a:rPr lang="en-US" sz="900" b="0">
                          <a:solidFill>
                            <a:srgbClr val="000000"/>
                          </a:solidFill>
                          <a:latin typeface="微软雅黑" panose="020B0503020204020204" charset="-122"/>
                          <a:ea typeface="微软雅黑" panose="020B0503020204020204" charset="-122"/>
                        </a:rPr>
                        <a:t>0.15</a:t>
                      </a:r>
                      <a:endParaRPr lang="en-US" altLang="en-US" sz="900" b="0">
                        <a:solidFill>
                          <a:srgbClr val="000000"/>
                        </a:solidFill>
                        <a:latin typeface="微软雅黑" panose="020B0503020204020204" charset="-122"/>
                        <a:ea typeface="微软雅黑" panose="020B0503020204020204" charset="-122"/>
                      </a:endParaRPr>
                    </a:p>
                  </a:txBody>
                  <a:tcPr marL="12700" marR="12700" marT="1270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12700" indent="0" algn="r" fontAlgn="ctr"/>
                      <a:r>
                        <a:rPr lang="en-US" altLang="zh-CN" sz="900" b="1" i="0">
                          <a:solidFill>
                            <a:srgbClr val="000000"/>
                          </a:solidFill>
                          <a:highlight>
                            <a:srgbClr val="FFFF00"/>
                          </a:highlight>
                          <a:latin typeface="微软雅黑" panose="020B0503020204020204" charset="-122"/>
                          <a:ea typeface="微软雅黑" panose="020B0503020204020204" charset="-122"/>
                        </a:rPr>
                        <a:t>2373.4</a:t>
                      </a:r>
                      <a:endParaRPr lang="en-US" altLang="zh-CN" sz="900" b="1" i="0">
                        <a:solidFill>
                          <a:srgbClr val="000000"/>
                        </a:solidFill>
                        <a:highlight>
                          <a:srgbClr val="FFFF00"/>
                        </a:highlight>
                        <a:latin typeface="微软雅黑" panose="020B0503020204020204" charset="-122"/>
                        <a:ea typeface="微软雅黑" panose="020B0503020204020204" charset="-122"/>
                      </a:endParaRPr>
                    </a:p>
                  </a:txBody>
                  <a:tcPr marL="13017" marR="13017" marT="13017"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12700" indent="0" algn="r" fontAlgn="ctr"/>
                      <a:r>
                        <a:rPr lang="en-US" altLang="zh-CN" sz="900" b="0" i="0">
                          <a:solidFill>
                            <a:srgbClr val="000000"/>
                          </a:solidFill>
                          <a:latin typeface="微软雅黑" panose="020B0503020204020204" charset="-122"/>
                          <a:ea typeface="微软雅黑" panose="020B0503020204020204" charset="-122"/>
                        </a:rPr>
                        <a:t>357</a:t>
                      </a:r>
                      <a:endParaRPr lang="en-US" altLang="zh-CN" sz="900" b="0" i="0">
                        <a:solidFill>
                          <a:srgbClr val="000000"/>
                        </a:solidFill>
                        <a:latin typeface="微软雅黑" panose="020B0503020204020204" charset="-122"/>
                        <a:ea typeface="微软雅黑" panose="020B0503020204020204" charset="-122"/>
                      </a:endParaRPr>
                    </a:p>
                  </a:txBody>
                  <a:tcPr marL="13017" marR="13017" marT="13017"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12700" indent="0" algn="r" fontAlgn="ctr"/>
                      <a:r>
                        <a:rPr lang="en-US" altLang="zh-CN" sz="900">
                          <a:latin typeface="微软雅黑" panose="020B0503020204020204" charset="-122"/>
                          <a:ea typeface="微软雅黑" panose="020B0503020204020204" charset="-122"/>
                        </a:rPr>
                        <a:t>1897.2</a:t>
                      </a:r>
                      <a:endParaRPr lang="en-US" altLang="zh-CN" sz="900">
                        <a:latin typeface="微软雅黑" panose="020B0503020204020204" charset="-122"/>
                        <a:ea typeface="微软雅黑" panose="020B0503020204020204" charset="-122"/>
                      </a:endParaRPr>
                    </a:p>
                  </a:txBody>
                  <a:tcPr marL="13017" marR="13017" marT="13017"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12700" indent="0" algn="r" fontAlgn="ctr"/>
                      <a:r>
                        <a:rPr lang="en-US" altLang="zh-CN" sz="900">
                          <a:latin typeface="微软雅黑" panose="020B0503020204020204" charset="-122"/>
                          <a:ea typeface="微软雅黑" panose="020B0503020204020204" charset="-122"/>
                        </a:rPr>
                        <a:t>160</a:t>
                      </a:r>
                      <a:endParaRPr lang="en-US" altLang="zh-CN" sz="900">
                        <a:latin typeface="微软雅黑" panose="020B0503020204020204" charset="-122"/>
                        <a:ea typeface="微软雅黑" panose="020B0503020204020204" charset="-122"/>
                      </a:endParaRPr>
                    </a:p>
                  </a:txBody>
                  <a:tcPr marL="13017" marR="13017" marT="13017"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212725">
                <a:tc vMerge="1">
                  <a:tcPr>
                    <a:lnL w="12700">
                      <a:solidFill>
                        <a:schemeClr val="tx1"/>
                      </a:solidFill>
                      <a:prstDash val="solid"/>
                    </a:lnL>
                    <a:lnR w="12700">
                      <a:solidFill>
                        <a:schemeClr val="tx1"/>
                      </a:solidFill>
                      <a:prstDash val="solid"/>
                    </a:lnR>
                  </a:tcPr>
                </a:tc>
                <a:tc>
                  <a:txBody>
                    <a:bodyPr/>
                    <a:p>
                      <a:pPr indent="0" algn="ctr">
                        <a:buNone/>
                      </a:pPr>
                      <a:r>
                        <a:rPr lang="en-US" sz="900" b="0">
                          <a:solidFill>
                            <a:srgbClr val="000000"/>
                          </a:solidFill>
                          <a:latin typeface="微软雅黑" panose="020B0503020204020204" charset="-122"/>
                          <a:ea typeface="微软雅黑" panose="020B0503020204020204" charset="-122"/>
                        </a:rPr>
                        <a:t>0.1</a:t>
                      </a:r>
                      <a:endParaRPr lang="en-US" altLang="en-US" sz="900" b="0">
                        <a:solidFill>
                          <a:srgbClr val="000000"/>
                        </a:solidFill>
                        <a:latin typeface="微软雅黑" panose="020B0503020204020204" charset="-122"/>
                        <a:ea typeface="微软雅黑" panose="020B0503020204020204" charset="-122"/>
                      </a:endParaRPr>
                    </a:p>
                  </a:txBody>
                  <a:tcPr marL="12700" marR="12700" marT="1270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12700" indent="0" algn="r" fontAlgn="ctr"/>
                      <a:r>
                        <a:rPr lang="en-US" altLang="zh-CN" sz="900" b="0" i="0">
                          <a:solidFill>
                            <a:srgbClr val="000000"/>
                          </a:solidFill>
                          <a:latin typeface="微软雅黑" panose="020B0503020204020204" charset="-122"/>
                          <a:ea typeface="微软雅黑" panose="020B0503020204020204" charset="-122"/>
                        </a:rPr>
                        <a:t>2355.1</a:t>
                      </a:r>
                      <a:endParaRPr lang="en-US" altLang="zh-CN" sz="900" b="0" i="0">
                        <a:solidFill>
                          <a:srgbClr val="000000"/>
                        </a:solidFill>
                        <a:latin typeface="微软雅黑" panose="020B0503020204020204" charset="-122"/>
                        <a:ea typeface="微软雅黑" panose="020B0503020204020204" charset="-122"/>
                      </a:endParaRPr>
                    </a:p>
                  </a:txBody>
                  <a:tcPr marL="13017" marR="13017" marT="13017"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12700" indent="0" algn="r" fontAlgn="ctr"/>
                      <a:r>
                        <a:rPr lang="en-US" altLang="zh-CN" sz="900" b="0" i="0">
                          <a:solidFill>
                            <a:srgbClr val="000000"/>
                          </a:solidFill>
                          <a:latin typeface="微软雅黑" panose="020B0503020204020204" charset="-122"/>
                          <a:ea typeface="微软雅黑" panose="020B0503020204020204" charset="-122"/>
                        </a:rPr>
                        <a:t>246</a:t>
                      </a:r>
                      <a:endParaRPr lang="en-US" altLang="zh-CN" sz="900" b="0" i="0">
                        <a:solidFill>
                          <a:srgbClr val="000000"/>
                        </a:solidFill>
                        <a:latin typeface="微软雅黑" panose="020B0503020204020204" charset="-122"/>
                        <a:ea typeface="微软雅黑" panose="020B0503020204020204" charset="-122"/>
                      </a:endParaRPr>
                    </a:p>
                  </a:txBody>
                  <a:tcPr marL="13017" marR="13017" marT="13017"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12700" indent="0" algn="r" fontAlgn="ctr"/>
                      <a:r>
                        <a:rPr lang="en-US" altLang="zh-CN" sz="900">
                          <a:latin typeface="微软雅黑" panose="020B0503020204020204" charset="-122"/>
                          <a:ea typeface="微软雅黑" panose="020B0503020204020204" charset="-122"/>
                        </a:rPr>
                        <a:t>1740.8</a:t>
                      </a:r>
                      <a:endParaRPr lang="en-US" altLang="zh-CN" sz="900">
                        <a:latin typeface="微软雅黑" panose="020B0503020204020204" charset="-122"/>
                        <a:ea typeface="微软雅黑" panose="020B0503020204020204" charset="-122"/>
                      </a:endParaRPr>
                    </a:p>
                  </a:txBody>
                  <a:tcPr marL="13017" marR="13017" marT="13017"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12700" indent="0" algn="r" fontAlgn="ctr"/>
                      <a:r>
                        <a:rPr lang="en-US" altLang="zh-CN" sz="900">
                          <a:latin typeface="微软雅黑" panose="020B0503020204020204" charset="-122"/>
                          <a:ea typeface="微软雅黑" panose="020B0503020204020204" charset="-122"/>
                        </a:rPr>
                        <a:t>116</a:t>
                      </a:r>
                      <a:endParaRPr lang="en-US" altLang="zh-CN" sz="900">
                        <a:latin typeface="微软雅黑" panose="020B0503020204020204" charset="-122"/>
                        <a:ea typeface="微软雅黑" panose="020B0503020204020204" charset="-122"/>
                      </a:endParaRPr>
                    </a:p>
                  </a:txBody>
                  <a:tcPr marL="13017" marR="13017" marT="13017"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212725">
                <a:tc vMerge="1">
                  <a:tcPr>
                    <a:lnL w="12700">
                      <a:solidFill>
                        <a:schemeClr val="tx1"/>
                      </a:solidFill>
                      <a:prstDash val="solid"/>
                    </a:lnL>
                    <a:lnR w="12700">
                      <a:solidFill>
                        <a:schemeClr val="tx1"/>
                      </a:solidFill>
                      <a:prstDash val="solid"/>
                    </a:lnR>
                  </a:tcPr>
                </a:tc>
                <a:tc>
                  <a:txBody>
                    <a:bodyPr/>
                    <a:p>
                      <a:pPr indent="0" algn="ctr">
                        <a:buNone/>
                      </a:pPr>
                      <a:r>
                        <a:rPr lang="en-US" sz="900" b="0">
                          <a:solidFill>
                            <a:srgbClr val="000000"/>
                          </a:solidFill>
                          <a:latin typeface="微软雅黑" panose="020B0503020204020204" charset="-122"/>
                          <a:ea typeface="微软雅黑" panose="020B0503020204020204" charset="-122"/>
                        </a:rPr>
                        <a:t>0.05</a:t>
                      </a:r>
                      <a:endParaRPr lang="en-US" altLang="en-US" sz="900" b="0">
                        <a:solidFill>
                          <a:srgbClr val="000000"/>
                        </a:solidFill>
                        <a:latin typeface="微软雅黑" panose="020B0503020204020204" charset="-122"/>
                        <a:ea typeface="微软雅黑" panose="020B0503020204020204" charset="-122"/>
                      </a:endParaRPr>
                    </a:p>
                  </a:txBody>
                  <a:tcPr marL="12700" marR="12700" marT="1270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12700" indent="0" algn="r" fontAlgn="ctr"/>
                      <a:r>
                        <a:rPr lang="en-US" altLang="zh-CN" sz="900" b="0" i="0">
                          <a:solidFill>
                            <a:srgbClr val="000000"/>
                          </a:solidFill>
                          <a:latin typeface="微软雅黑" panose="020B0503020204020204" charset="-122"/>
                          <a:ea typeface="微软雅黑" panose="020B0503020204020204" charset="-122"/>
                        </a:rPr>
                        <a:t>1712.3</a:t>
                      </a:r>
                      <a:endParaRPr lang="en-US" altLang="zh-CN" sz="900" b="0" i="0">
                        <a:solidFill>
                          <a:srgbClr val="000000"/>
                        </a:solidFill>
                        <a:latin typeface="微软雅黑" panose="020B0503020204020204" charset="-122"/>
                        <a:ea typeface="微软雅黑" panose="020B0503020204020204" charset="-122"/>
                      </a:endParaRPr>
                    </a:p>
                  </a:txBody>
                  <a:tcPr marL="13017" marR="13017" marT="13017"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12700" indent="0" algn="r" fontAlgn="ctr"/>
                      <a:r>
                        <a:rPr lang="en-US" altLang="zh-CN" sz="900" b="0" i="0">
                          <a:solidFill>
                            <a:srgbClr val="000000"/>
                          </a:solidFill>
                          <a:latin typeface="微软雅黑" panose="020B0503020204020204" charset="-122"/>
                          <a:ea typeface="微软雅黑" panose="020B0503020204020204" charset="-122"/>
                        </a:rPr>
                        <a:t>138</a:t>
                      </a:r>
                      <a:endParaRPr lang="en-US" altLang="zh-CN" sz="900" b="0" i="0">
                        <a:solidFill>
                          <a:srgbClr val="000000"/>
                        </a:solidFill>
                        <a:latin typeface="微软雅黑" panose="020B0503020204020204" charset="-122"/>
                        <a:ea typeface="微软雅黑" panose="020B0503020204020204" charset="-122"/>
                      </a:endParaRPr>
                    </a:p>
                  </a:txBody>
                  <a:tcPr marL="13017" marR="13017" marT="13017"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12700" indent="0" algn="r" fontAlgn="ctr"/>
                      <a:r>
                        <a:rPr lang="en-US" altLang="zh-CN" sz="900">
                          <a:latin typeface="微软雅黑" panose="020B0503020204020204" charset="-122"/>
                          <a:ea typeface="微软雅黑" panose="020B0503020204020204" charset="-122"/>
                        </a:rPr>
                        <a:t>1459.4</a:t>
                      </a:r>
                      <a:endParaRPr lang="en-US" altLang="zh-CN" sz="900">
                        <a:latin typeface="微软雅黑" panose="020B0503020204020204" charset="-122"/>
                        <a:ea typeface="微软雅黑" panose="020B0503020204020204" charset="-122"/>
                      </a:endParaRPr>
                    </a:p>
                  </a:txBody>
                  <a:tcPr marL="13017" marR="13017" marT="13017"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12700" indent="0" algn="r" fontAlgn="ctr"/>
                      <a:r>
                        <a:rPr lang="en-US" altLang="zh-CN" sz="900">
                          <a:latin typeface="微软雅黑" panose="020B0503020204020204" charset="-122"/>
                          <a:ea typeface="微软雅黑" panose="020B0503020204020204" charset="-122"/>
                        </a:rPr>
                        <a:t>73</a:t>
                      </a:r>
                      <a:endParaRPr lang="en-US" altLang="zh-CN" sz="900">
                        <a:latin typeface="微软雅黑" panose="020B0503020204020204" charset="-122"/>
                        <a:ea typeface="微软雅黑" panose="020B0503020204020204" charset="-122"/>
                      </a:endParaRPr>
                    </a:p>
                  </a:txBody>
                  <a:tcPr marL="13017" marR="13017" marT="13017"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212725">
                <a:tc vMerge="1">
                  <a:tcPr>
                    <a:lnL w="12700">
                      <a:solidFill>
                        <a:schemeClr val="tx1"/>
                      </a:solidFill>
                      <a:prstDash val="solid"/>
                    </a:lnL>
                    <a:lnR w="12700">
                      <a:solidFill>
                        <a:schemeClr val="tx1"/>
                      </a:solidFill>
                      <a:prstDash val="solid"/>
                    </a:lnR>
                    <a:lnB w="12700">
                      <a:solidFill>
                        <a:schemeClr val="tx1"/>
                      </a:solidFill>
                      <a:prstDash val="solid"/>
                    </a:lnB>
                  </a:tcPr>
                </a:tc>
                <a:tc>
                  <a:txBody>
                    <a:bodyPr/>
                    <a:p>
                      <a:pPr indent="0" algn="ctr">
                        <a:buNone/>
                      </a:pPr>
                      <a:r>
                        <a:rPr lang="en-US" sz="900" b="0">
                          <a:solidFill>
                            <a:srgbClr val="000000"/>
                          </a:solidFill>
                          <a:latin typeface="微软雅黑" panose="020B0503020204020204" charset="-122"/>
                          <a:ea typeface="微软雅黑" panose="020B0503020204020204" charset="-122"/>
                        </a:rPr>
                        <a:t>0.02</a:t>
                      </a:r>
                      <a:endParaRPr lang="en-US" altLang="en-US" sz="900" b="0">
                        <a:solidFill>
                          <a:srgbClr val="000000"/>
                        </a:solidFill>
                        <a:latin typeface="微软雅黑" panose="020B0503020204020204" charset="-122"/>
                        <a:ea typeface="微软雅黑" panose="020B0503020204020204" charset="-122"/>
                      </a:endParaRPr>
                    </a:p>
                  </a:txBody>
                  <a:tcPr marL="12700" marR="12700" marT="1270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12700" indent="0" algn="r" fontAlgn="ctr"/>
                      <a:r>
                        <a:rPr lang="en-US" altLang="zh-CN" sz="900" b="0" i="0">
                          <a:solidFill>
                            <a:srgbClr val="000000"/>
                          </a:solidFill>
                          <a:latin typeface="微软雅黑" panose="020B0503020204020204" charset="-122"/>
                          <a:ea typeface="微软雅黑" panose="020B0503020204020204" charset="-122"/>
                        </a:rPr>
                        <a:t>1279.2</a:t>
                      </a:r>
                      <a:endParaRPr lang="en-US" altLang="zh-CN" sz="900" b="0" i="0">
                        <a:solidFill>
                          <a:srgbClr val="000000"/>
                        </a:solidFill>
                        <a:latin typeface="微软雅黑" panose="020B0503020204020204" charset="-122"/>
                        <a:ea typeface="微软雅黑" panose="020B0503020204020204" charset="-122"/>
                      </a:endParaRPr>
                    </a:p>
                  </a:txBody>
                  <a:tcPr marL="13017" marR="13017" marT="13017"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12700" indent="0" algn="r" fontAlgn="ctr"/>
                      <a:r>
                        <a:rPr lang="en-US" altLang="zh-CN" sz="900" b="0" i="0">
                          <a:solidFill>
                            <a:srgbClr val="000000"/>
                          </a:solidFill>
                          <a:latin typeface="微软雅黑" panose="020B0503020204020204" charset="-122"/>
                          <a:ea typeface="微软雅黑" panose="020B0503020204020204" charset="-122"/>
                        </a:rPr>
                        <a:t>64</a:t>
                      </a:r>
                      <a:endParaRPr lang="en-US" altLang="zh-CN" sz="900" b="0" i="0">
                        <a:solidFill>
                          <a:srgbClr val="000000"/>
                        </a:solidFill>
                        <a:latin typeface="微软雅黑" panose="020B0503020204020204" charset="-122"/>
                        <a:ea typeface="微软雅黑" panose="020B0503020204020204" charset="-122"/>
                      </a:endParaRPr>
                    </a:p>
                  </a:txBody>
                  <a:tcPr marL="13017" marR="13017" marT="13017"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12700" indent="0" algn="r" fontAlgn="ctr"/>
                      <a:r>
                        <a:rPr lang="en-US" altLang="zh-CN" sz="900">
                          <a:latin typeface="微软雅黑" panose="020B0503020204020204" charset="-122"/>
                          <a:ea typeface="微软雅黑" panose="020B0503020204020204" charset="-122"/>
                        </a:rPr>
                        <a:t>1079.1</a:t>
                      </a:r>
                      <a:endParaRPr lang="en-US" altLang="zh-CN" sz="900">
                        <a:latin typeface="微软雅黑" panose="020B0503020204020204" charset="-122"/>
                        <a:ea typeface="微软雅黑" panose="020B0503020204020204" charset="-122"/>
                      </a:endParaRPr>
                    </a:p>
                  </a:txBody>
                  <a:tcPr marL="13017" marR="13017" marT="13017"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12700" indent="0" algn="r" fontAlgn="ctr"/>
                      <a:r>
                        <a:rPr lang="en-US" altLang="zh-CN" sz="900">
                          <a:latin typeface="微软雅黑" panose="020B0503020204020204" charset="-122"/>
                          <a:ea typeface="微软雅黑" panose="020B0503020204020204" charset="-122"/>
                        </a:rPr>
                        <a:t>49</a:t>
                      </a:r>
                      <a:endParaRPr lang="en-US" altLang="zh-CN" sz="900">
                        <a:latin typeface="微软雅黑" panose="020B0503020204020204" charset="-122"/>
                        <a:ea typeface="微软雅黑" panose="020B0503020204020204" charset="-122"/>
                      </a:endParaRPr>
                    </a:p>
                  </a:txBody>
                  <a:tcPr marL="13017" marR="13017" marT="13017"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bl>
          </a:graphicData>
        </a:graphic>
      </p:graphicFrame>
      <p:sp>
        <p:nvSpPr>
          <p:cNvPr id="10" name="文本框 9"/>
          <p:cNvSpPr txBox="1"/>
          <p:nvPr>
            <p:custDataLst>
              <p:tags r:id="rId5"/>
            </p:custDataLst>
          </p:nvPr>
        </p:nvSpPr>
        <p:spPr>
          <a:xfrm>
            <a:off x="384810" y="675640"/>
            <a:ext cx="11011535" cy="430530"/>
          </a:xfrm>
          <a:prstGeom prst="rect">
            <a:avLst/>
          </a:prstGeom>
          <a:noFill/>
        </p:spPr>
        <p:txBody>
          <a:bodyPr wrap="square" lIns="0" tIns="0" rIns="0" bIns="0" rtlCol="0">
            <a:spAutoFit/>
          </a:bodyPr>
          <a:p>
            <a:r>
              <a:rPr lang="zh-CN" altLang="en-US" sz="2800" b="1">
                <a:latin typeface="微软雅黑" panose="020B0503020204020204" charset="-122"/>
                <a:ea typeface="微软雅黑" panose="020B0503020204020204" charset="-122"/>
                <a:cs typeface="微软雅黑" panose="020B0503020204020204" charset="-122"/>
              </a:rPr>
              <a:t>客观数据细节项对比</a:t>
            </a:r>
            <a:r>
              <a:rPr lang="en-US" sz="2800" b="1">
                <a:latin typeface="微软雅黑" panose="020B0503020204020204" charset="-122"/>
                <a:ea typeface="微软雅黑" panose="020B0503020204020204" charset="-122"/>
                <a:cs typeface="微软雅黑" panose="020B0503020204020204" charset="-122"/>
              </a:rPr>
              <a:t>:</a:t>
            </a:r>
            <a:r>
              <a:rPr lang="en-US" sz="2800">
                <a:latin typeface="微软雅黑" panose="020B0503020204020204" charset="-122"/>
                <a:ea typeface="微软雅黑" panose="020B0503020204020204" charset="-122"/>
                <a:cs typeface="微软雅黑" panose="020B0503020204020204" charset="-122"/>
              </a:rPr>
              <a:t> </a:t>
            </a:r>
            <a:r>
              <a:rPr lang="zh-CN" altLang="en-US" sz="2400">
                <a:solidFill>
                  <a:schemeClr val="accent1"/>
                </a:solidFill>
                <a:latin typeface="微软雅黑" panose="020B0503020204020204" charset="-122"/>
                <a:ea typeface="微软雅黑" panose="020B0503020204020204" charset="-122"/>
                <a:cs typeface="微软雅黑" panose="020B0503020204020204" charset="-122"/>
              </a:rPr>
              <a:t>SDR鲜艳默认模式亮度功率对比</a:t>
            </a:r>
            <a:endParaRPr lang="zh-CN" altLang="en-US" sz="1200">
              <a:solidFill>
                <a:schemeClr val="accent1"/>
              </a:solidFill>
              <a:latin typeface="微软雅黑" panose="020B0503020204020204" charset="-122"/>
              <a:ea typeface="微软雅黑" panose="020B0503020204020204" charset="-122"/>
              <a:cs typeface="微软雅黑" panose="020B0503020204020204" charset="-122"/>
            </a:endParaRPr>
          </a:p>
        </p:txBody>
      </p:sp>
      <p:graphicFrame>
        <p:nvGraphicFramePr>
          <p:cNvPr id="12" name="图表 11"/>
          <p:cNvGraphicFramePr/>
          <p:nvPr/>
        </p:nvGraphicFramePr>
        <p:xfrm>
          <a:off x="4595495" y="1640840"/>
          <a:ext cx="6800215" cy="4514850"/>
        </p:xfrm>
        <a:graphic>
          <a:graphicData uri="http://schemas.openxmlformats.org/drawingml/2006/chart">
            <c:chart xmlns:c="http://schemas.openxmlformats.org/drawingml/2006/chart" xmlns:r="http://schemas.openxmlformats.org/officeDocument/2006/relationships" r:id="rId1"/>
          </a:graphicData>
        </a:graphic>
      </p:graphicFrame>
      <p:sp>
        <p:nvSpPr>
          <p:cNvPr id="18" name="文本框 17"/>
          <p:cNvSpPr txBox="1"/>
          <p:nvPr/>
        </p:nvSpPr>
        <p:spPr>
          <a:xfrm>
            <a:off x="9408795" y="2845435"/>
            <a:ext cx="619125" cy="245110"/>
          </a:xfrm>
          <a:prstGeom prst="rect">
            <a:avLst/>
          </a:prstGeom>
          <a:noFill/>
        </p:spPr>
        <p:txBody>
          <a:bodyPr wrap="square" rtlCol="0">
            <a:spAutoFit/>
          </a:bodyPr>
          <a:p>
            <a:r>
              <a:rPr lang="en-US" altLang="zh-CN" sz="1000" b="1">
                <a:solidFill>
                  <a:schemeClr val="accent1">
                    <a:lumMod val="75000"/>
                  </a:schemeClr>
                </a:solidFill>
                <a:latin typeface="微软雅黑" panose="020B0503020204020204" charset="-122"/>
                <a:ea typeface="微软雅黑" panose="020B0503020204020204" charset="-122"/>
              </a:rPr>
              <a:t>2057.1</a:t>
            </a:r>
            <a:endParaRPr lang="en-US" altLang="zh-CN" sz="1000" b="1">
              <a:solidFill>
                <a:schemeClr val="accent1">
                  <a:lumMod val="75000"/>
                </a:schemeClr>
              </a:solidFill>
              <a:latin typeface="微软雅黑" panose="020B0503020204020204" charset="-122"/>
              <a:ea typeface="微软雅黑" panose="020B0503020204020204" charset="-122"/>
            </a:endParaRPr>
          </a:p>
        </p:txBody>
      </p:sp>
      <p:sp>
        <p:nvSpPr>
          <p:cNvPr id="21" name="文本框 20"/>
          <p:cNvSpPr txBox="1"/>
          <p:nvPr/>
        </p:nvSpPr>
        <p:spPr>
          <a:xfrm>
            <a:off x="10027920" y="1905000"/>
            <a:ext cx="721360" cy="245110"/>
          </a:xfrm>
          <a:prstGeom prst="rect">
            <a:avLst/>
          </a:prstGeom>
          <a:noFill/>
        </p:spPr>
        <p:txBody>
          <a:bodyPr wrap="square" rtlCol="0">
            <a:spAutoFit/>
          </a:bodyPr>
          <a:p>
            <a:r>
              <a:rPr lang="en-US" altLang="zh-CN" sz="1000" b="1">
                <a:solidFill>
                  <a:srgbClr val="990000"/>
                </a:solidFill>
                <a:latin typeface="微软雅黑" panose="020B0503020204020204" charset="-122"/>
                <a:ea typeface="微软雅黑" panose="020B0503020204020204" charset="-122"/>
              </a:rPr>
              <a:t>2373.4</a:t>
            </a:r>
            <a:endParaRPr lang="en-US" altLang="zh-CN" sz="1000" b="1">
              <a:solidFill>
                <a:srgbClr val="990000"/>
              </a:solidFill>
              <a:latin typeface="微软雅黑" panose="020B0503020204020204" charset="-122"/>
              <a:ea typeface="微软雅黑" panose="020B0503020204020204" charset="-122"/>
            </a:endParaRPr>
          </a:p>
        </p:txBody>
      </p:sp>
      <p:sp>
        <p:nvSpPr>
          <p:cNvPr id="8" name="文本框 7"/>
          <p:cNvSpPr txBox="1"/>
          <p:nvPr>
            <p:custDataLst>
              <p:tags r:id="rId6"/>
            </p:custDataLst>
          </p:nvPr>
        </p:nvSpPr>
        <p:spPr>
          <a:xfrm>
            <a:off x="466725" y="1083310"/>
            <a:ext cx="10103485" cy="368300"/>
          </a:xfrm>
          <a:prstGeom prst="rect">
            <a:avLst/>
          </a:prstGeom>
          <a:noFill/>
        </p:spPr>
        <p:txBody>
          <a:bodyPr wrap="square" rtlCol="0">
            <a:spAutoFit/>
          </a:bodyPr>
          <a:p>
            <a:pPr indent="0" algn="l">
              <a:lnSpc>
                <a:spcPct val="150000"/>
              </a:lnSpc>
              <a:buFont typeface="Arial" panose="020B0604020202020204" pitchFamily="34" charset="0"/>
              <a:buNone/>
            </a:pPr>
            <a:r>
              <a:rPr lang="zh-CN" altLang="en-US" sz="1200">
                <a:solidFill>
                  <a:schemeClr val="bg1">
                    <a:lumMod val="50000"/>
                  </a:schemeClr>
                </a:solidFill>
                <a:latin typeface="微软雅黑" panose="020B0503020204020204" charset="-122"/>
                <a:ea typeface="微软雅黑" panose="020B0503020204020204" charset="-122"/>
                <a:cs typeface="微软雅黑" panose="020B0503020204020204" charset="-122"/>
                <a:sym typeface="+mn-ea"/>
              </a:rPr>
              <a:t>稳态峰值亮度</a:t>
            </a:r>
            <a:r>
              <a:rPr lang="en-US" altLang="zh-CN" sz="1200">
                <a:solidFill>
                  <a:schemeClr val="bg1">
                    <a:lumMod val="50000"/>
                  </a:schemeClr>
                </a:solidFill>
                <a:latin typeface="微软雅黑" panose="020B0503020204020204" charset="-122"/>
                <a:ea typeface="微软雅黑" panose="020B0503020204020204" charset="-122"/>
                <a:cs typeface="微软雅黑" panose="020B0503020204020204" charset="-122"/>
                <a:sym typeface="+mn-ea"/>
              </a:rPr>
              <a:t>: </a:t>
            </a:r>
            <a:r>
              <a:rPr lang="zh-CN" altLang="en-US" sz="1200" u="sng">
                <a:solidFill>
                  <a:schemeClr val="bg1">
                    <a:lumMod val="50000"/>
                  </a:schemeClr>
                </a:solidFill>
                <a:latin typeface="微软雅黑" panose="020B0503020204020204" charset="-122"/>
                <a:ea typeface="微软雅黑" panose="020B0503020204020204" charset="-122"/>
                <a:cs typeface="微软雅黑" panose="020B0503020204020204" charset="-122"/>
                <a:sym typeface="+mn-ea"/>
              </a:rPr>
              <a:t>小窗口亮度稳定并持续</a:t>
            </a:r>
            <a:r>
              <a:rPr lang="en-US" altLang="zh-CN" sz="1200" u="sng">
                <a:solidFill>
                  <a:schemeClr val="bg1">
                    <a:lumMod val="50000"/>
                  </a:schemeClr>
                </a:solidFill>
                <a:latin typeface="微软雅黑" panose="020B0503020204020204" charset="-122"/>
                <a:ea typeface="微软雅黑" panose="020B0503020204020204" charset="-122"/>
                <a:cs typeface="微软雅黑" panose="020B0503020204020204" charset="-122"/>
                <a:sym typeface="+mn-ea"/>
              </a:rPr>
              <a:t>20</a:t>
            </a:r>
            <a:r>
              <a:rPr lang="zh-CN" altLang="en-US" sz="1200" u="sng">
                <a:solidFill>
                  <a:schemeClr val="bg1">
                    <a:lumMod val="50000"/>
                  </a:schemeClr>
                </a:solidFill>
                <a:latin typeface="微软雅黑" panose="020B0503020204020204" charset="-122"/>
                <a:ea typeface="微软雅黑" panose="020B0503020204020204" charset="-122"/>
                <a:cs typeface="微软雅黑" panose="020B0503020204020204" charset="-122"/>
                <a:sym typeface="+mn-ea"/>
              </a:rPr>
              <a:t>分钟后的亮度</a:t>
            </a:r>
            <a:endParaRPr lang="zh-CN" altLang="en-US" sz="1200" u="sng">
              <a:solidFill>
                <a:schemeClr val="bg1">
                  <a:lumMod val="50000"/>
                </a:schemeClr>
              </a:solidFill>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custDataLst>
              <p:tags r:id="rId1"/>
            </p:custDataLst>
          </p:nvPr>
        </p:nvSpPr>
        <p:spPr>
          <a:xfrm>
            <a:off x="361950" y="698500"/>
            <a:ext cx="8889365" cy="430530"/>
          </a:xfrm>
          <a:prstGeom prst="rect">
            <a:avLst/>
          </a:prstGeom>
          <a:noFill/>
        </p:spPr>
        <p:txBody>
          <a:bodyPr wrap="square" lIns="0" tIns="0" rIns="0" bIns="0" rtlCol="0">
            <a:spAutoFit/>
          </a:bodyPr>
          <a:lstStyle/>
          <a:p>
            <a:r>
              <a:rPr lang="zh-CN" altLang="en-US" sz="2800" b="1">
                <a:solidFill>
                  <a:schemeClr val="tx1"/>
                </a:solidFill>
                <a:latin typeface="微软雅黑" panose="020B0503020204020204" charset="-122"/>
                <a:ea typeface="微软雅黑" panose="020B0503020204020204" charset="-122"/>
                <a:cs typeface="微软雅黑" panose="020B0503020204020204" charset="-122"/>
              </a:rPr>
              <a:t>客观数据细节项对比</a:t>
            </a:r>
            <a:r>
              <a:rPr lang="en-US" sz="2800" b="1">
                <a:solidFill>
                  <a:schemeClr val="tx1"/>
                </a:solidFill>
                <a:latin typeface="微软雅黑" panose="020B0503020204020204" charset="-122"/>
                <a:ea typeface="微软雅黑" panose="020B0503020204020204" charset="-122"/>
                <a:cs typeface="微软雅黑" panose="020B0503020204020204" charset="-122"/>
              </a:rPr>
              <a:t>:</a:t>
            </a:r>
            <a:r>
              <a:rPr lang="en-US" sz="2800">
                <a:solidFill>
                  <a:schemeClr val="tx1"/>
                </a:solidFill>
                <a:latin typeface="微软雅黑" panose="020B0503020204020204" charset="-122"/>
                <a:ea typeface="微软雅黑" panose="020B0503020204020204" charset="-122"/>
                <a:cs typeface="微软雅黑" panose="020B0503020204020204" charset="-122"/>
              </a:rPr>
              <a:t> </a:t>
            </a:r>
            <a:r>
              <a:rPr lang="zh-CN" altLang="en-US" sz="2400">
                <a:solidFill>
                  <a:schemeClr val="accent1"/>
                </a:solidFill>
                <a:latin typeface="微软雅黑" panose="020B0503020204020204" charset="-122"/>
                <a:ea typeface="微软雅黑" panose="020B0503020204020204" charset="-122"/>
                <a:cs typeface="微软雅黑" panose="020B0503020204020204" charset="-122"/>
                <a:sym typeface="+mn-ea"/>
              </a:rPr>
              <a:t>TCL瞬态峰值亮度设计</a:t>
            </a:r>
            <a:endParaRPr lang="en-US" altLang="zh-CN">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5" name="矩形 4"/>
          <p:cNvSpPr/>
          <p:nvPr>
            <p:custDataLst>
              <p:tags r:id="rId2"/>
            </p:custDataLst>
          </p:nvPr>
        </p:nvSpPr>
        <p:spPr>
          <a:xfrm>
            <a:off x="-1905" y="574675"/>
            <a:ext cx="159385" cy="6318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7" name="表格 16"/>
          <p:cNvGraphicFramePr/>
          <p:nvPr>
            <p:custDataLst>
              <p:tags r:id="rId3"/>
            </p:custDataLst>
          </p:nvPr>
        </p:nvGraphicFramePr>
        <p:xfrm>
          <a:off x="549910" y="2258060"/>
          <a:ext cx="11235690" cy="4112260"/>
        </p:xfrm>
        <a:graphic>
          <a:graphicData uri="http://schemas.openxmlformats.org/drawingml/2006/table">
            <a:tbl>
              <a:tblPr firstRow="1" bandRow="1">
                <a:tableStyleId>{5940675A-B579-460E-94D1-54222C63F5DA}</a:tableStyleId>
              </a:tblPr>
              <a:tblGrid>
                <a:gridCol w="1226820"/>
                <a:gridCol w="748665"/>
                <a:gridCol w="998855"/>
                <a:gridCol w="1959610"/>
                <a:gridCol w="1725930"/>
                <a:gridCol w="4575810"/>
              </a:tblGrid>
              <a:tr h="353060">
                <a:tc>
                  <a:txBody>
                    <a:bodyPr/>
                    <a:p>
                      <a:pPr algn="ctr">
                        <a:buNone/>
                      </a:pPr>
                      <a:endParaRPr lang="zh-CN" altLang="en-US" sz="1000">
                        <a:latin typeface="微软雅黑" panose="020B0503020204020204" charset="-122"/>
                        <a:ea typeface="微软雅黑" panose="020B0503020204020204" charset="-122"/>
                      </a:endParaRPr>
                    </a:p>
                  </a:txBody>
                  <a:tcPr anchor="ctr" anchorCtr="0"/>
                </a:tc>
                <a:tc>
                  <a:txBody>
                    <a:bodyPr/>
                    <a:p>
                      <a:pPr algn="ctr">
                        <a:buNone/>
                      </a:pPr>
                      <a:r>
                        <a:rPr lang="zh-CN" altLang="en-US" sz="1000" b="1">
                          <a:latin typeface="微软雅黑" panose="020B0503020204020204" charset="-122"/>
                          <a:ea typeface="微软雅黑" panose="020B0503020204020204" charset="-122"/>
                        </a:rPr>
                        <a:t>窗口大小</a:t>
                      </a:r>
                      <a:endParaRPr lang="zh-CN" altLang="en-US" sz="1000" b="1">
                        <a:latin typeface="微软雅黑" panose="020B0503020204020204" charset="-122"/>
                        <a:ea typeface="微软雅黑" panose="020B0503020204020204" charset="-122"/>
                      </a:endParaRPr>
                    </a:p>
                  </a:txBody>
                  <a:tcPr anchor="ctr" anchorCtr="0"/>
                </a:tc>
                <a:tc>
                  <a:txBody>
                    <a:bodyPr/>
                    <a:p>
                      <a:pPr marL="0" indent="0" algn="ctr" fontAlgn="t">
                        <a:spcAft>
                          <a:spcPct val="0"/>
                        </a:spcAft>
                      </a:pPr>
                      <a:r>
                        <a:rPr lang="zh-CN" altLang="en-US" sz="1000" b="1">
                          <a:latin typeface="微软雅黑" panose="020B0503020204020204" charset="-122"/>
                          <a:ea typeface="微软雅黑" panose="020B0503020204020204" charset="-122"/>
                          <a:cs typeface="微软雅黑" panose="020B0503020204020204" charset="-122"/>
                        </a:rPr>
                        <a:t>瞬态峰值</a:t>
                      </a:r>
                      <a:endParaRPr lang="zh-CN" altLang="en-US" sz="1000" b="1">
                        <a:latin typeface="微软雅黑" panose="020B0503020204020204" charset="-122"/>
                        <a:ea typeface="微软雅黑" panose="020B0503020204020204" charset="-122"/>
                        <a:cs typeface="微软雅黑" panose="020B0503020204020204" charset="-122"/>
                      </a:endParaRPr>
                    </a:p>
                  </a:txBody>
                  <a:tcPr marL="101917" marR="101917" marT="51117" marB="51117" anchor="ctr" anchorCtr="0"/>
                </a:tc>
                <a:tc>
                  <a:txBody>
                    <a:bodyPr/>
                    <a:p>
                      <a:pPr marL="0" indent="0" algn="ctr" fontAlgn="t">
                        <a:spcAft>
                          <a:spcPct val="0"/>
                        </a:spcAft>
                      </a:pPr>
                      <a:r>
                        <a:rPr lang="zh-CN" altLang="en-US" sz="1000" b="1">
                          <a:latin typeface="微软雅黑" panose="020B0503020204020204" charset="-122"/>
                          <a:ea typeface="微软雅黑" panose="020B0503020204020204" charset="-122"/>
                        </a:rPr>
                        <a:t>瞬态</a:t>
                      </a:r>
                      <a:r>
                        <a:rPr lang="zh-CN" altLang="en-US" sz="1000" b="1">
                          <a:latin typeface="微软雅黑" panose="020B0503020204020204" charset="-122"/>
                          <a:ea typeface="微软雅黑" panose="020B0503020204020204" charset="-122"/>
                        </a:rPr>
                        <a:t>持续时间</a:t>
                      </a:r>
                      <a:endParaRPr lang="zh-CN" altLang="en-US" sz="1000" b="1">
                        <a:latin typeface="微软雅黑" panose="020B0503020204020204" charset="-122"/>
                        <a:ea typeface="微软雅黑" panose="020B0503020204020204" charset="-122"/>
                      </a:endParaRPr>
                    </a:p>
                  </a:txBody>
                  <a:tcPr marL="101917" marR="101917" marT="51117" marB="51117" anchor="ctr" anchorCtr="0"/>
                </a:tc>
                <a:tc>
                  <a:txBody>
                    <a:bodyPr/>
                    <a:p>
                      <a:pPr marL="0" indent="0" algn="ctr" fontAlgn="t">
                        <a:spcAft>
                          <a:spcPct val="0"/>
                        </a:spcAft>
                      </a:pPr>
                      <a:r>
                        <a:rPr lang="zh-CN" altLang="en-US" sz="1000" b="1">
                          <a:latin typeface="微软雅黑" panose="020B0503020204020204" charset="-122"/>
                          <a:ea typeface="微软雅黑" panose="020B0503020204020204" charset="-122"/>
                        </a:rPr>
                        <a:t>瞬态差值</a:t>
                      </a:r>
                      <a:endParaRPr lang="zh-CN" altLang="en-US" sz="1000" b="1">
                        <a:latin typeface="微软雅黑" panose="020B0503020204020204" charset="-122"/>
                        <a:ea typeface="微软雅黑" panose="020B0503020204020204" charset="-122"/>
                      </a:endParaRPr>
                    </a:p>
                  </a:txBody>
                  <a:tcPr marL="101917" marR="101917" marT="51117" marB="51117" anchor="ctr" anchorCtr="0"/>
                </a:tc>
                <a:tc>
                  <a:txBody>
                    <a:bodyPr/>
                    <a:p>
                      <a:pPr marL="0" indent="0" algn="ctr" fontAlgn="t">
                        <a:spcAft>
                          <a:spcPct val="0"/>
                        </a:spcAft>
                        <a:buNone/>
                      </a:pPr>
                      <a:endParaRPr lang="zh-CN" altLang="en-US" sz="1000">
                        <a:latin typeface="微软雅黑" panose="020B0503020204020204" charset="-122"/>
                        <a:ea typeface="微软雅黑" panose="020B0503020204020204" charset="-122"/>
                      </a:endParaRPr>
                    </a:p>
                  </a:txBody>
                  <a:tcPr marL="101917" marR="101917" marT="51117" marB="51117" anchor="ctr" anchorCtr="0"/>
                </a:tc>
              </a:tr>
              <a:tr h="624840">
                <a:tc rowSpan="2">
                  <a:txBody>
                    <a:bodyPr/>
                    <a:p>
                      <a:pPr algn="ctr">
                        <a:buNone/>
                      </a:pPr>
                      <a:r>
                        <a:rPr lang="en-US" altLang="zh-CN" sz="1000" b="1">
                          <a:latin typeface="微软雅黑" panose="020B0503020204020204" charset="-122"/>
                          <a:ea typeface="微软雅黑" panose="020B0503020204020204" charset="-122"/>
                        </a:rPr>
                        <a:t>10%</a:t>
                      </a:r>
                      <a:r>
                        <a:rPr lang="zh-CN" altLang="en-US" sz="1000" b="1">
                          <a:latin typeface="微软雅黑" panose="020B0503020204020204" charset="-122"/>
                          <a:ea typeface="微软雅黑" panose="020B0503020204020204" charset="-122"/>
                        </a:rPr>
                        <a:t>以下</a:t>
                      </a:r>
                      <a:r>
                        <a:rPr lang="zh-CN" altLang="en-US" sz="1000" b="1">
                          <a:latin typeface="微软雅黑" panose="020B0503020204020204" charset="-122"/>
                          <a:ea typeface="微软雅黑" panose="020B0503020204020204" charset="-122"/>
                        </a:rPr>
                        <a:t>窗口</a:t>
                      </a:r>
                      <a:endParaRPr lang="zh-CN" altLang="en-US" sz="1000" b="1">
                        <a:latin typeface="微软雅黑" panose="020B0503020204020204" charset="-122"/>
                        <a:ea typeface="微软雅黑" panose="020B0503020204020204" charset="-122"/>
                      </a:endParaRPr>
                    </a:p>
                  </a:txBody>
                  <a:tcPr anchor="ctr" anchorCtr="0"/>
                </a:tc>
                <a:tc>
                  <a:txBody>
                    <a:bodyPr/>
                    <a:p>
                      <a:pPr algn="ctr">
                        <a:buNone/>
                      </a:pPr>
                      <a:r>
                        <a:rPr lang="en-US" altLang="zh-CN" sz="1000">
                          <a:latin typeface="微软雅黑" panose="020B0503020204020204" charset="-122"/>
                          <a:ea typeface="微软雅黑" panose="020B0503020204020204" charset="-122"/>
                        </a:rPr>
                        <a:t>2%</a:t>
                      </a:r>
                      <a:endParaRPr lang="en-US" altLang="zh-CN" sz="1000">
                        <a:latin typeface="微软雅黑" panose="020B0503020204020204" charset="-122"/>
                        <a:ea typeface="微软雅黑" panose="020B0503020204020204" charset="-122"/>
                      </a:endParaRPr>
                    </a:p>
                  </a:txBody>
                  <a:tcPr anchor="ctr" anchorCtr="0"/>
                </a:tc>
                <a:tc>
                  <a:txBody>
                    <a:bodyPr/>
                    <a:p>
                      <a:pPr marL="101600" indent="0" algn="ctr" fontAlgn="t">
                        <a:spcAft>
                          <a:spcPct val="0"/>
                        </a:spcAft>
                      </a:pPr>
                      <a:r>
                        <a:rPr lang="en-US" altLang="zh-CN" sz="1000">
                          <a:latin typeface="微软雅黑" panose="020B0503020204020204" charset="-122"/>
                          <a:ea typeface="微软雅黑" panose="020B0503020204020204" charset="-122"/>
                        </a:rPr>
                        <a:t>4530nit</a:t>
                      </a:r>
                      <a:endParaRPr lang="en-US" altLang="zh-CN" sz="1000">
                        <a:latin typeface="微软雅黑" panose="020B0503020204020204" charset="-122"/>
                        <a:ea typeface="微软雅黑" panose="020B0503020204020204" charset="-122"/>
                      </a:endParaRPr>
                    </a:p>
                  </a:txBody>
                  <a:tcPr marL="101917" marR="101917" marT="51117" marB="51117" anchor="ctr" anchorCtr="0"/>
                </a:tc>
                <a:tc>
                  <a:txBody>
                    <a:bodyPr/>
                    <a:p>
                      <a:pPr algn="ctr">
                        <a:buNone/>
                      </a:pPr>
                      <a:r>
                        <a:rPr lang="en-US" altLang="zh-CN" sz="1000" b="1">
                          <a:solidFill>
                            <a:srgbClr val="FF0000"/>
                          </a:solidFill>
                          <a:latin typeface="微软雅黑" panose="020B0503020204020204" charset="-122"/>
                          <a:ea typeface="微软雅黑" panose="020B0503020204020204" charset="-122"/>
                        </a:rPr>
                        <a:t>181s</a:t>
                      </a:r>
                      <a:endParaRPr lang="en-US" altLang="zh-CN" sz="1000" b="1">
                        <a:solidFill>
                          <a:srgbClr val="FF0000"/>
                        </a:solidFill>
                        <a:latin typeface="微软雅黑" panose="020B0503020204020204" charset="-122"/>
                        <a:ea typeface="微软雅黑" panose="020B0503020204020204" charset="-122"/>
                      </a:endParaRPr>
                    </a:p>
                  </a:txBody>
                  <a:tcPr anchor="ctr" anchorCtr="0"/>
                </a:tc>
                <a:tc>
                  <a:txBody>
                    <a:bodyPr/>
                    <a:p>
                      <a:pPr algn="ctr">
                        <a:buNone/>
                      </a:pPr>
                      <a:r>
                        <a:rPr lang="en-US" altLang="zh-CN" sz="1000">
                          <a:latin typeface="微软雅黑" panose="020B0503020204020204" charset="-122"/>
                          <a:ea typeface="微软雅黑" panose="020B0503020204020204" charset="-122"/>
                        </a:rPr>
                        <a:t>1858 (</a:t>
                      </a:r>
                      <a:r>
                        <a:rPr lang="en-US" altLang="zh-CN" sz="1000">
                          <a:latin typeface="微软雅黑" panose="020B0503020204020204" charset="-122"/>
                          <a:ea typeface="微软雅黑" panose="020B0503020204020204" charset="-122"/>
                          <a:sym typeface="+mn-ea"/>
                        </a:rPr>
                        <a:t>4530-2672)</a:t>
                      </a:r>
                      <a:endParaRPr lang="en-US" altLang="zh-CN" sz="1000">
                        <a:latin typeface="微软雅黑" panose="020B0503020204020204" charset="-122"/>
                        <a:ea typeface="微软雅黑" panose="020B0503020204020204" charset="-122"/>
                      </a:endParaRPr>
                    </a:p>
                  </a:txBody>
                  <a:tcPr anchor="ctr" anchorCtr="0"/>
                </a:tc>
                <a:tc rowSpan="2">
                  <a:txBody>
                    <a:bodyPr/>
                    <a:p>
                      <a:pPr algn="l">
                        <a:buNone/>
                      </a:pPr>
                      <a:endParaRPr lang="zh-CN" altLang="en-US" sz="1000">
                        <a:latin typeface="微软雅黑" panose="020B0503020204020204" charset="-122"/>
                        <a:ea typeface="微软雅黑" panose="020B0503020204020204" charset="-122"/>
                      </a:endParaRPr>
                    </a:p>
                  </a:txBody>
                  <a:tcPr anchor="ctr" anchorCtr="0"/>
                </a:tc>
              </a:tr>
              <a:tr h="643255">
                <a:tc vMerge="1">
                  <a:tcPr anchor="ctr" anchorCtr="0"/>
                </a:tc>
                <a:tc>
                  <a:txBody>
                    <a:bodyPr/>
                    <a:p>
                      <a:pPr algn="ctr">
                        <a:buNone/>
                      </a:pPr>
                      <a:r>
                        <a:rPr lang="en-US" altLang="zh-CN" sz="1000">
                          <a:latin typeface="微软雅黑" panose="020B0503020204020204" charset="-122"/>
                          <a:ea typeface="微软雅黑" panose="020B0503020204020204" charset="-122"/>
                          <a:sym typeface="+mn-ea"/>
                        </a:rPr>
                        <a:t>10%</a:t>
                      </a:r>
                      <a:endParaRPr lang="en-US" altLang="zh-CN" sz="1000">
                        <a:latin typeface="微软雅黑" panose="020B0503020204020204" charset="-122"/>
                        <a:ea typeface="微软雅黑" panose="020B0503020204020204" charset="-122"/>
                        <a:sym typeface="+mn-ea"/>
                      </a:endParaRPr>
                    </a:p>
                  </a:txBody>
                  <a:tcPr anchor="ctr" anchorCtr="0"/>
                </a:tc>
                <a:tc>
                  <a:txBody>
                    <a:bodyPr/>
                    <a:p>
                      <a:pPr algn="ctr">
                        <a:buNone/>
                      </a:pPr>
                      <a:r>
                        <a:rPr lang="en-US" altLang="zh-CN" sz="1000">
                          <a:latin typeface="微软雅黑" panose="020B0503020204020204" charset="-122"/>
                          <a:ea typeface="微软雅黑" panose="020B0503020204020204" charset="-122"/>
                        </a:rPr>
                        <a:t>5000+</a:t>
                      </a:r>
                      <a:r>
                        <a:rPr lang="en-US" altLang="zh-CN" sz="1000">
                          <a:latin typeface="微软雅黑" panose="020B0503020204020204" charset="-122"/>
                          <a:ea typeface="微软雅黑" panose="020B0503020204020204" charset="-122"/>
                          <a:sym typeface="+mn-ea"/>
                        </a:rPr>
                        <a:t>nit</a:t>
                      </a:r>
                      <a:endParaRPr lang="en-US" altLang="zh-CN" sz="1000">
                        <a:latin typeface="微软雅黑" panose="020B0503020204020204" charset="-122"/>
                        <a:ea typeface="微软雅黑" panose="020B0503020204020204" charset="-122"/>
                      </a:endParaRPr>
                    </a:p>
                  </a:txBody>
                  <a:tcPr anchor="ctr" anchorCtr="0"/>
                </a:tc>
                <a:tc>
                  <a:txBody>
                    <a:bodyPr/>
                    <a:p>
                      <a:pPr algn="ctr">
                        <a:buNone/>
                      </a:pPr>
                      <a:r>
                        <a:rPr lang="en-US" altLang="zh-CN" sz="1000" b="1">
                          <a:solidFill>
                            <a:srgbClr val="FF0000"/>
                          </a:solidFill>
                          <a:latin typeface="微软雅黑" panose="020B0503020204020204" charset="-122"/>
                          <a:ea typeface="微软雅黑" panose="020B0503020204020204" charset="-122"/>
                        </a:rPr>
                        <a:t>177</a:t>
                      </a:r>
                      <a:r>
                        <a:rPr lang="en-US" altLang="zh-CN" sz="1000" b="1">
                          <a:solidFill>
                            <a:srgbClr val="FF0000"/>
                          </a:solidFill>
                          <a:latin typeface="微软雅黑" panose="020B0503020204020204" charset="-122"/>
                          <a:ea typeface="微软雅黑" panose="020B0503020204020204" charset="-122"/>
                          <a:sym typeface="+mn-ea"/>
                        </a:rPr>
                        <a:t>s</a:t>
                      </a:r>
                      <a:endParaRPr lang="en-US" altLang="zh-CN" sz="1000" b="1">
                        <a:solidFill>
                          <a:srgbClr val="FF0000"/>
                        </a:solidFill>
                        <a:latin typeface="微软雅黑" panose="020B0503020204020204" charset="-122"/>
                        <a:ea typeface="微软雅黑" panose="020B0503020204020204" charset="-122"/>
                        <a:sym typeface="+mn-ea"/>
                      </a:endParaRPr>
                    </a:p>
                  </a:txBody>
                  <a:tcPr anchor="ctr" anchorCtr="0"/>
                </a:tc>
                <a:tc>
                  <a:txBody>
                    <a:bodyPr/>
                    <a:p>
                      <a:pPr algn="ctr">
                        <a:buNone/>
                      </a:pPr>
                      <a:r>
                        <a:rPr lang="en-US" altLang="zh-CN" sz="1000">
                          <a:latin typeface="微软雅黑" panose="020B0503020204020204" charset="-122"/>
                          <a:ea typeface="微软雅黑" panose="020B0503020204020204" charset="-122"/>
                        </a:rPr>
                        <a:t>1470（5000-3530）</a:t>
                      </a:r>
                      <a:endParaRPr lang="en-US" altLang="zh-CN" sz="1000">
                        <a:latin typeface="微软雅黑" panose="020B0503020204020204" charset="-122"/>
                        <a:ea typeface="微软雅黑" panose="020B0503020204020204" charset="-122"/>
                      </a:endParaRPr>
                    </a:p>
                  </a:txBody>
                  <a:tcPr anchor="ctr" anchorCtr="0"/>
                </a:tc>
                <a:tc vMerge="1">
                  <a:tcPr anchor="ctr" anchorCtr="0"/>
                </a:tc>
              </a:tr>
              <a:tr h="690245">
                <a:tc rowSpan="2">
                  <a:txBody>
                    <a:bodyPr/>
                    <a:p>
                      <a:pPr algn="ctr">
                        <a:buNone/>
                      </a:pPr>
                      <a:r>
                        <a:rPr lang="en-US" altLang="zh-CN" sz="1000" b="1">
                          <a:solidFill>
                            <a:schemeClr val="tx1"/>
                          </a:solidFill>
                          <a:latin typeface="微软雅黑" panose="020B0503020204020204" charset="-122"/>
                          <a:ea typeface="微软雅黑" panose="020B0503020204020204" charset="-122"/>
                          <a:sym typeface="+mn-ea"/>
                        </a:rPr>
                        <a:t>10%~25%</a:t>
                      </a:r>
                      <a:r>
                        <a:rPr lang="zh-CN" altLang="en-US" sz="1000" b="1">
                          <a:solidFill>
                            <a:schemeClr val="tx1"/>
                          </a:solidFill>
                          <a:latin typeface="微软雅黑" panose="020B0503020204020204" charset="-122"/>
                          <a:ea typeface="微软雅黑" panose="020B0503020204020204" charset="-122"/>
                          <a:sym typeface="+mn-ea"/>
                        </a:rPr>
                        <a:t>窗口</a:t>
                      </a:r>
                      <a:endParaRPr lang="zh-CN" altLang="en-US" sz="1000" b="1">
                        <a:solidFill>
                          <a:schemeClr val="tx1"/>
                        </a:solidFill>
                        <a:latin typeface="微软雅黑" panose="020B0503020204020204" charset="-122"/>
                        <a:ea typeface="微软雅黑" panose="020B0503020204020204" charset="-122"/>
                        <a:sym typeface="+mn-ea"/>
                      </a:endParaRPr>
                    </a:p>
                  </a:txBody>
                  <a:tcPr anchor="ctr" anchorCtr="0"/>
                </a:tc>
                <a:tc>
                  <a:txBody>
                    <a:bodyPr/>
                    <a:p>
                      <a:pPr algn="ctr">
                        <a:buNone/>
                      </a:pPr>
                      <a:r>
                        <a:rPr lang="en-US" altLang="zh-CN" sz="1000">
                          <a:solidFill>
                            <a:schemeClr val="tx1"/>
                          </a:solidFill>
                          <a:latin typeface="微软雅黑" panose="020B0503020204020204" charset="-122"/>
                          <a:ea typeface="微软雅黑" panose="020B0503020204020204" charset="-122"/>
                        </a:rPr>
                        <a:t>15%</a:t>
                      </a:r>
                      <a:endParaRPr lang="en-US" altLang="zh-CN" sz="1000">
                        <a:solidFill>
                          <a:schemeClr val="tx1"/>
                        </a:solidFill>
                        <a:latin typeface="微软雅黑" panose="020B0503020204020204" charset="-122"/>
                        <a:ea typeface="微软雅黑" panose="020B0503020204020204" charset="-122"/>
                      </a:endParaRPr>
                    </a:p>
                  </a:txBody>
                  <a:tcPr anchor="ctr" anchorCtr="0"/>
                </a:tc>
                <a:tc>
                  <a:txBody>
                    <a:bodyPr/>
                    <a:p>
                      <a:pPr algn="ctr">
                        <a:buNone/>
                      </a:pPr>
                      <a:r>
                        <a:rPr lang="en-US" altLang="zh-CN" sz="1000" b="0">
                          <a:solidFill>
                            <a:schemeClr val="tx1"/>
                          </a:solidFill>
                          <a:latin typeface="微软雅黑" panose="020B0503020204020204" charset="-122"/>
                          <a:ea typeface="微软雅黑" panose="020B0503020204020204" charset="-122"/>
                        </a:rPr>
                        <a:t>3910</a:t>
                      </a:r>
                      <a:r>
                        <a:rPr lang="en-US" altLang="zh-CN" sz="1000">
                          <a:latin typeface="微软雅黑" panose="020B0503020204020204" charset="-122"/>
                          <a:ea typeface="微软雅黑" panose="020B0503020204020204" charset="-122"/>
                          <a:sym typeface="+mn-ea"/>
                        </a:rPr>
                        <a:t>nit</a:t>
                      </a:r>
                      <a:endParaRPr lang="en-US" altLang="zh-CN" sz="1000" b="0">
                        <a:solidFill>
                          <a:schemeClr val="tx1"/>
                        </a:solidFill>
                        <a:latin typeface="微软雅黑" panose="020B0503020204020204" charset="-122"/>
                        <a:ea typeface="微软雅黑" panose="020B0503020204020204" charset="-122"/>
                      </a:endParaRPr>
                    </a:p>
                  </a:txBody>
                  <a:tcPr anchor="ctr" anchorCtr="0"/>
                </a:tc>
                <a:tc>
                  <a:txBody>
                    <a:bodyPr/>
                    <a:p>
                      <a:pPr algn="ctr">
                        <a:buNone/>
                      </a:pPr>
                      <a:r>
                        <a:rPr lang="en-US" altLang="zh-CN" sz="1000" b="1">
                          <a:solidFill>
                            <a:srgbClr val="FF0000"/>
                          </a:solidFill>
                          <a:latin typeface="微软雅黑" panose="020B0503020204020204" charset="-122"/>
                          <a:ea typeface="微软雅黑" panose="020B0503020204020204" charset="-122"/>
                        </a:rPr>
                        <a:t>223</a:t>
                      </a:r>
                      <a:r>
                        <a:rPr lang="en-US" altLang="zh-CN" sz="1000" b="1">
                          <a:solidFill>
                            <a:srgbClr val="FF0000"/>
                          </a:solidFill>
                          <a:latin typeface="微软雅黑" panose="020B0503020204020204" charset="-122"/>
                          <a:ea typeface="微软雅黑" panose="020B0503020204020204" charset="-122"/>
                          <a:sym typeface="+mn-ea"/>
                        </a:rPr>
                        <a:t>s</a:t>
                      </a:r>
                      <a:endParaRPr lang="en-US" altLang="zh-CN" sz="1000" b="1">
                        <a:solidFill>
                          <a:srgbClr val="FF0000"/>
                        </a:solidFill>
                        <a:latin typeface="微软雅黑" panose="020B0503020204020204" charset="-122"/>
                        <a:ea typeface="微软雅黑" panose="020B0503020204020204" charset="-122"/>
                        <a:sym typeface="+mn-ea"/>
                      </a:endParaRPr>
                    </a:p>
                  </a:txBody>
                  <a:tcPr anchor="ctr" anchorCtr="0"/>
                </a:tc>
                <a:tc>
                  <a:txBody>
                    <a:bodyPr/>
                    <a:p>
                      <a:pPr algn="ctr">
                        <a:buNone/>
                      </a:pPr>
                      <a:r>
                        <a:rPr lang="en-US" altLang="zh-CN" sz="1000">
                          <a:solidFill>
                            <a:schemeClr val="tx1"/>
                          </a:solidFill>
                          <a:latin typeface="微软雅黑" panose="020B0503020204020204" charset="-122"/>
                          <a:ea typeface="微软雅黑" panose="020B0503020204020204" charset="-122"/>
                        </a:rPr>
                        <a:t>362（3910-3548）</a:t>
                      </a:r>
                      <a:endParaRPr lang="en-US" altLang="zh-CN" sz="1000">
                        <a:solidFill>
                          <a:schemeClr val="tx1"/>
                        </a:solidFill>
                        <a:latin typeface="微软雅黑" panose="020B0503020204020204" charset="-122"/>
                        <a:ea typeface="微软雅黑" panose="020B0503020204020204" charset="-122"/>
                      </a:endParaRPr>
                    </a:p>
                  </a:txBody>
                  <a:tcPr anchor="ctr" anchorCtr="0"/>
                </a:tc>
                <a:tc rowSpan="2">
                  <a:txBody>
                    <a:bodyPr/>
                    <a:p>
                      <a:pPr algn="l">
                        <a:buNone/>
                      </a:pPr>
                      <a:endParaRPr lang="en-US" altLang="zh-CN" sz="1000">
                        <a:solidFill>
                          <a:schemeClr val="tx1"/>
                        </a:solidFill>
                        <a:latin typeface="微软雅黑" panose="020B0503020204020204" charset="-122"/>
                        <a:ea typeface="微软雅黑" panose="020B0503020204020204" charset="-122"/>
                        <a:sym typeface="+mn-ea"/>
                      </a:endParaRPr>
                    </a:p>
                  </a:txBody>
                  <a:tcPr anchor="t" anchorCtr="0"/>
                </a:tc>
              </a:tr>
              <a:tr h="688975">
                <a:tc vMerge="1">
                  <a:tcPr anchor="ctr" anchorCtr="0"/>
                </a:tc>
                <a:tc>
                  <a:txBody>
                    <a:bodyPr/>
                    <a:p>
                      <a:pPr algn="ctr">
                        <a:buNone/>
                      </a:pPr>
                      <a:r>
                        <a:rPr lang="en-US" altLang="zh-CN" sz="1000">
                          <a:latin typeface="微软雅黑" panose="020B0503020204020204" charset="-122"/>
                          <a:ea typeface="微软雅黑" panose="020B0503020204020204" charset="-122"/>
                          <a:sym typeface="+mn-ea"/>
                        </a:rPr>
                        <a:t>20%</a:t>
                      </a:r>
                      <a:endParaRPr lang="en-US" altLang="zh-CN" sz="1000">
                        <a:solidFill>
                          <a:schemeClr val="tx1"/>
                        </a:solidFill>
                        <a:latin typeface="微软雅黑" panose="020B0503020204020204" charset="-122"/>
                        <a:ea typeface="微软雅黑" panose="020B0503020204020204" charset="-122"/>
                      </a:endParaRPr>
                    </a:p>
                  </a:txBody>
                  <a:tcPr anchor="ctr" anchorCtr="0"/>
                </a:tc>
                <a:tc>
                  <a:txBody>
                    <a:bodyPr/>
                    <a:p>
                      <a:pPr algn="ctr">
                        <a:buNone/>
                      </a:pPr>
                      <a:r>
                        <a:rPr lang="en-US" altLang="zh-CN" sz="1000" b="0">
                          <a:solidFill>
                            <a:schemeClr val="tx1"/>
                          </a:solidFill>
                          <a:latin typeface="微软雅黑" panose="020B0503020204020204" charset="-122"/>
                          <a:ea typeface="微软雅黑" panose="020B0503020204020204" charset="-122"/>
                        </a:rPr>
                        <a:t>3159</a:t>
                      </a:r>
                      <a:r>
                        <a:rPr lang="en-US" altLang="zh-CN" sz="1000">
                          <a:latin typeface="微软雅黑" panose="020B0503020204020204" charset="-122"/>
                          <a:ea typeface="微软雅黑" panose="020B0503020204020204" charset="-122"/>
                          <a:sym typeface="+mn-ea"/>
                        </a:rPr>
                        <a:t>nit</a:t>
                      </a:r>
                      <a:endParaRPr lang="en-US" altLang="zh-CN" sz="1000" b="0">
                        <a:solidFill>
                          <a:schemeClr val="tx1"/>
                        </a:solidFill>
                        <a:latin typeface="微软雅黑" panose="020B0503020204020204" charset="-122"/>
                        <a:ea typeface="微软雅黑" panose="020B0503020204020204" charset="-122"/>
                      </a:endParaRPr>
                    </a:p>
                  </a:txBody>
                  <a:tcPr anchor="ctr" anchorCtr="0"/>
                </a:tc>
                <a:tc>
                  <a:txBody>
                    <a:bodyPr/>
                    <a:p>
                      <a:pPr algn="ctr">
                        <a:buNone/>
                      </a:pPr>
                      <a:r>
                        <a:rPr lang="en-US" altLang="zh-CN" sz="1000" b="1">
                          <a:solidFill>
                            <a:srgbClr val="FF0000"/>
                          </a:solidFill>
                          <a:latin typeface="微软雅黑" panose="020B0503020204020204" charset="-122"/>
                          <a:ea typeface="微软雅黑" panose="020B0503020204020204" charset="-122"/>
                        </a:rPr>
                        <a:t>683s</a:t>
                      </a:r>
                      <a:endParaRPr lang="en-US" altLang="zh-CN" sz="1000" b="1">
                        <a:solidFill>
                          <a:srgbClr val="FF0000"/>
                        </a:solidFill>
                        <a:latin typeface="微软雅黑" panose="020B0503020204020204" charset="-122"/>
                        <a:ea typeface="微软雅黑" panose="020B0503020204020204" charset="-122"/>
                      </a:endParaRPr>
                    </a:p>
                  </a:txBody>
                  <a:tcPr anchor="ctr" anchorCtr="0"/>
                </a:tc>
                <a:tc>
                  <a:txBody>
                    <a:bodyPr/>
                    <a:p>
                      <a:pPr algn="ctr">
                        <a:buNone/>
                      </a:pPr>
                      <a:r>
                        <a:rPr lang="en-US" altLang="zh-CN" sz="1000">
                          <a:solidFill>
                            <a:schemeClr val="tx1"/>
                          </a:solidFill>
                          <a:latin typeface="微软雅黑" panose="020B0503020204020204" charset="-122"/>
                          <a:ea typeface="微软雅黑" panose="020B0503020204020204" charset="-122"/>
                          <a:sym typeface="+mn-ea"/>
                        </a:rPr>
                        <a:t>614（3159-2545）</a:t>
                      </a:r>
                      <a:endParaRPr lang="en-US" altLang="zh-CN" sz="1000">
                        <a:solidFill>
                          <a:schemeClr val="tx1"/>
                        </a:solidFill>
                        <a:latin typeface="微软雅黑" panose="020B0503020204020204" charset="-122"/>
                        <a:ea typeface="微软雅黑" panose="020B0503020204020204" charset="-122"/>
                        <a:sym typeface="+mn-ea"/>
                      </a:endParaRPr>
                    </a:p>
                  </a:txBody>
                  <a:tcPr anchor="ctr" anchorCtr="0"/>
                </a:tc>
                <a:tc vMerge="1">
                  <a:tcPr anchor="ctr" anchorCtr="0"/>
                </a:tc>
              </a:tr>
              <a:tr h="1111885">
                <a:tc>
                  <a:txBody>
                    <a:bodyPr/>
                    <a:p>
                      <a:pPr algn="ctr">
                        <a:buNone/>
                      </a:pPr>
                      <a:r>
                        <a:rPr lang="en-US" altLang="zh-CN" sz="1000" b="1">
                          <a:solidFill>
                            <a:schemeClr val="tx1"/>
                          </a:solidFill>
                          <a:latin typeface="微软雅黑" panose="020B0503020204020204" charset="-122"/>
                          <a:ea typeface="微软雅黑" panose="020B0503020204020204" charset="-122"/>
                          <a:sym typeface="+mn-ea"/>
                        </a:rPr>
                        <a:t>25%</a:t>
                      </a:r>
                      <a:r>
                        <a:rPr lang="zh-CN" altLang="en-US" sz="1000" b="1">
                          <a:solidFill>
                            <a:schemeClr val="tx1"/>
                          </a:solidFill>
                          <a:latin typeface="微软雅黑" panose="020B0503020204020204" charset="-122"/>
                          <a:ea typeface="微软雅黑" panose="020B0503020204020204" charset="-122"/>
                          <a:sym typeface="+mn-ea"/>
                        </a:rPr>
                        <a:t>以上</a:t>
                      </a:r>
                      <a:r>
                        <a:rPr lang="zh-CN" altLang="en-US" sz="1000" b="1">
                          <a:solidFill>
                            <a:schemeClr val="tx1"/>
                          </a:solidFill>
                          <a:latin typeface="微软雅黑" panose="020B0503020204020204" charset="-122"/>
                          <a:ea typeface="微软雅黑" panose="020B0503020204020204" charset="-122"/>
                          <a:sym typeface="+mn-ea"/>
                        </a:rPr>
                        <a:t>窗口</a:t>
                      </a:r>
                      <a:endParaRPr lang="zh-CN" altLang="en-US" sz="1000" b="1">
                        <a:solidFill>
                          <a:schemeClr val="tx1"/>
                        </a:solidFill>
                        <a:latin typeface="微软雅黑" panose="020B0503020204020204" charset="-122"/>
                        <a:ea typeface="微软雅黑" panose="020B0503020204020204" charset="-122"/>
                        <a:sym typeface="+mn-ea"/>
                      </a:endParaRPr>
                    </a:p>
                  </a:txBody>
                  <a:tcPr anchor="ctr" anchorCtr="0"/>
                </a:tc>
                <a:tc>
                  <a:txBody>
                    <a:bodyPr/>
                    <a:p>
                      <a:pPr algn="ctr">
                        <a:buNone/>
                      </a:pPr>
                      <a:r>
                        <a:rPr lang="en-US" altLang="zh-CN" sz="1000">
                          <a:solidFill>
                            <a:schemeClr val="tx1"/>
                          </a:solidFill>
                          <a:latin typeface="微软雅黑" panose="020B0503020204020204" charset="-122"/>
                          <a:ea typeface="微软雅黑" panose="020B0503020204020204" charset="-122"/>
                        </a:rPr>
                        <a:t>25%</a:t>
                      </a:r>
                      <a:endParaRPr lang="en-US" altLang="zh-CN" sz="1000">
                        <a:solidFill>
                          <a:schemeClr val="tx1"/>
                        </a:solidFill>
                        <a:latin typeface="微软雅黑" panose="020B0503020204020204" charset="-122"/>
                        <a:ea typeface="微软雅黑" panose="020B0503020204020204" charset="-122"/>
                      </a:endParaRPr>
                    </a:p>
                  </a:txBody>
                  <a:tcPr anchor="ctr" anchorCtr="0"/>
                </a:tc>
                <a:tc gridSpan="3">
                  <a:txBody>
                    <a:bodyPr/>
                    <a:p>
                      <a:pPr algn="ctr">
                        <a:buNone/>
                      </a:pPr>
                      <a:r>
                        <a:rPr lang="zh-CN" altLang="en-US" sz="1000" b="0">
                          <a:solidFill>
                            <a:schemeClr val="tx1"/>
                          </a:solidFill>
                          <a:latin typeface="微软雅黑" panose="020B0503020204020204" charset="-122"/>
                          <a:ea typeface="微软雅黑" panose="020B0503020204020204" charset="-122"/>
                        </a:rPr>
                        <a:t>无瞬态</a:t>
                      </a:r>
                      <a:endParaRPr lang="zh-CN" altLang="en-US" sz="1000" b="0">
                        <a:solidFill>
                          <a:schemeClr val="tx1"/>
                        </a:solidFill>
                        <a:latin typeface="微软雅黑" panose="020B0503020204020204" charset="-122"/>
                        <a:ea typeface="微软雅黑" panose="020B0503020204020204" charset="-122"/>
                      </a:endParaRPr>
                    </a:p>
                  </a:txBody>
                  <a:tcPr anchor="ctr" anchorCtr="0"/>
                </a:tc>
                <a:tc hMerge="1">
                  <a:tcPr anchor="ctr" anchorCtr="0"/>
                </a:tc>
                <a:tc hMerge="1">
                  <a:tcPr anchor="ctr" anchorCtr="0"/>
                </a:tc>
                <a:tc>
                  <a:txBody>
                    <a:bodyPr/>
                    <a:p>
                      <a:pPr algn="l">
                        <a:buNone/>
                      </a:pPr>
                      <a:r>
                        <a:rPr lang="en-US" altLang="zh-CN" sz="1000" b="0">
                          <a:solidFill>
                            <a:schemeClr val="tx1"/>
                          </a:solidFill>
                          <a:latin typeface="微软雅黑" panose="020B0503020204020204" charset="-122"/>
                          <a:ea typeface="微软雅黑" panose="020B0503020204020204" charset="-122"/>
                        </a:rPr>
                        <a:t>25%</a:t>
                      </a:r>
                      <a:r>
                        <a:rPr lang="zh-CN" altLang="en-US" sz="1000" b="0">
                          <a:solidFill>
                            <a:schemeClr val="tx1"/>
                          </a:solidFill>
                          <a:latin typeface="微软雅黑" panose="020B0503020204020204" charset="-122"/>
                          <a:ea typeface="微软雅黑" panose="020B0503020204020204" charset="-122"/>
                        </a:rPr>
                        <a:t>窗口</a:t>
                      </a:r>
                      <a:r>
                        <a:rPr lang="zh-CN" altLang="en-US" sz="1000" b="0">
                          <a:solidFill>
                            <a:schemeClr val="tx1"/>
                          </a:solidFill>
                          <a:latin typeface="微软雅黑" panose="020B0503020204020204" charset="-122"/>
                          <a:ea typeface="微软雅黑" panose="020B0503020204020204" charset="-122"/>
                        </a:rPr>
                        <a:t>为例</a:t>
                      </a:r>
                      <a:endParaRPr lang="zh-CN" altLang="en-US" sz="1000" b="0">
                        <a:solidFill>
                          <a:schemeClr val="tx1"/>
                        </a:solidFill>
                        <a:latin typeface="微软雅黑" panose="020B0503020204020204" charset="-122"/>
                        <a:ea typeface="微软雅黑" panose="020B0503020204020204" charset="-122"/>
                      </a:endParaRPr>
                    </a:p>
                  </a:txBody>
                  <a:tcPr anchor="ctr" anchorCtr="0"/>
                </a:tc>
              </a:tr>
            </a:tbl>
          </a:graphicData>
        </a:graphic>
      </p:graphicFrame>
      <p:pic>
        <p:nvPicPr>
          <p:cNvPr id="10" name="图片 9" descr="组 1@1x"/>
          <p:cNvPicPr>
            <a:picLocks noChangeAspect="1"/>
          </p:cNvPicPr>
          <p:nvPr/>
        </p:nvPicPr>
        <p:blipFill>
          <a:blip r:embed="rId4"/>
          <a:stretch>
            <a:fillRect/>
          </a:stretch>
        </p:blipFill>
        <p:spPr>
          <a:xfrm>
            <a:off x="9418320" y="2630170"/>
            <a:ext cx="2118995" cy="1202055"/>
          </a:xfrm>
          <a:prstGeom prst="rect">
            <a:avLst/>
          </a:prstGeom>
        </p:spPr>
      </p:pic>
      <p:pic>
        <p:nvPicPr>
          <p:cNvPr id="11" name="图片 10" descr="1"/>
          <p:cNvPicPr>
            <a:picLocks noChangeAspect="1"/>
          </p:cNvPicPr>
          <p:nvPr/>
        </p:nvPicPr>
        <p:blipFill>
          <a:blip r:embed="rId5"/>
          <a:srcRect r="13805"/>
          <a:stretch>
            <a:fillRect/>
          </a:stretch>
        </p:blipFill>
        <p:spPr>
          <a:xfrm>
            <a:off x="7259955" y="4121150"/>
            <a:ext cx="2315210" cy="1089660"/>
          </a:xfrm>
          <a:prstGeom prst="rect">
            <a:avLst/>
          </a:prstGeom>
        </p:spPr>
      </p:pic>
      <p:pic>
        <p:nvPicPr>
          <p:cNvPr id="12" name="图片 11" descr="2"/>
          <p:cNvPicPr>
            <a:picLocks noChangeAspect="1"/>
          </p:cNvPicPr>
          <p:nvPr/>
        </p:nvPicPr>
        <p:blipFill>
          <a:blip r:embed="rId6"/>
          <a:srcRect r="12341"/>
          <a:stretch>
            <a:fillRect/>
          </a:stretch>
        </p:blipFill>
        <p:spPr>
          <a:xfrm>
            <a:off x="9629775" y="4038600"/>
            <a:ext cx="2089150" cy="1183005"/>
          </a:xfrm>
          <a:prstGeom prst="rect">
            <a:avLst/>
          </a:prstGeom>
        </p:spPr>
      </p:pic>
      <p:pic>
        <p:nvPicPr>
          <p:cNvPr id="15" name="图片 14" descr="77"/>
          <p:cNvPicPr>
            <a:picLocks noChangeAspect="1"/>
          </p:cNvPicPr>
          <p:nvPr/>
        </p:nvPicPr>
        <p:blipFill>
          <a:blip r:embed="rId7"/>
          <a:stretch>
            <a:fillRect/>
          </a:stretch>
        </p:blipFill>
        <p:spPr>
          <a:xfrm>
            <a:off x="8797290" y="5304155"/>
            <a:ext cx="1951990" cy="1049020"/>
          </a:xfrm>
          <a:prstGeom prst="rect">
            <a:avLst/>
          </a:prstGeom>
        </p:spPr>
      </p:pic>
      <p:sp>
        <p:nvSpPr>
          <p:cNvPr id="19" name="文本框 18"/>
          <p:cNvSpPr txBox="1"/>
          <p:nvPr>
            <p:custDataLst>
              <p:tags r:id="rId8"/>
            </p:custDataLst>
          </p:nvPr>
        </p:nvSpPr>
        <p:spPr>
          <a:xfrm>
            <a:off x="532765" y="1231265"/>
            <a:ext cx="10103485" cy="922020"/>
          </a:xfrm>
          <a:prstGeom prst="rect">
            <a:avLst/>
          </a:prstGeom>
          <a:noFill/>
        </p:spPr>
        <p:txBody>
          <a:bodyPr wrap="square" rtlCol="0">
            <a:spAutoFit/>
          </a:bodyPr>
          <a:p>
            <a:pPr indent="0" algn="l">
              <a:lnSpc>
                <a:spcPct val="150000"/>
              </a:lnSpc>
              <a:buFont typeface="Arial" panose="020B0604020202020204" pitchFamily="34" charset="0"/>
              <a:buNone/>
            </a:pPr>
            <a:r>
              <a:rPr lang="zh-CN" altLang="en-US" sz="1200" b="1">
                <a:solidFill>
                  <a:schemeClr val="tx1"/>
                </a:solidFill>
                <a:latin typeface="微软雅黑" panose="020B0503020204020204" charset="-122"/>
                <a:ea typeface="微软雅黑" panose="020B0503020204020204" charset="-122"/>
                <a:cs typeface="微软雅黑" panose="020B0503020204020204" charset="-122"/>
                <a:sym typeface="+mn-ea"/>
              </a:rPr>
              <a:t>趋势一</a:t>
            </a:r>
            <a:r>
              <a:rPr lang="en-US" altLang="zh-CN" sz="1200" b="1">
                <a:solidFill>
                  <a:schemeClr val="tx1"/>
                </a:solidFill>
                <a:latin typeface="微软雅黑" panose="020B0503020204020204" charset="-122"/>
                <a:ea typeface="微软雅黑" panose="020B0503020204020204" charset="-122"/>
                <a:cs typeface="微软雅黑" panose="020B0503020204020204" charset="-122"/>
                <a:sym typeface="+mn-ea"/>
              </a:rPr>
              <a:t>: </a:t>
            </a:r>
            <a:r>
              <a:rPr lang="en-US" sz="1200">
                <a:solidFill>
                  <a:schemeClr val="tx1"/>
                </a:solidFill>
                <a:latin typeface="微软雅黑" panose="020B0503020204020204" charset="-122"/>
                <a:ea typeface="微软雅黑" panose="020B0503020204020204" charset="-122"/>
                <a:cs typeface="微软雅黑" panose="020B0503020204020204" charset="-122"/>
                <a:sym typeface="+mn-ea"/>
              </a:rPr>
              <a:t>10% </a:t>
            </a:r>
            <a:r>
              <a:rPr lang="zh-CN" altLang="en-US" sz="1200">
                <a:solidFill>
                  <a:schemeClr val="tx1"/>
                </a:solidFill>
                <a:latin typeface="微软雅黑" panose="020B0503020204020204" charset="-122"/>
                <a:ea typeface="微软雅黑" panose="020B0503020204020204" charset="-122"/>
                <a:cs typeface="微软雅黑" panose="020B0503020204020204" charset="-122"/>
                <a:sym typeface="+mn-ea"/>
              </a:rPr>
              <a:t>以下窗口</a:t>
            </a:r>
            <a:r>
              <a:rPr lang="en-US" altLang="zh-CN" sz="1200">
                <a:latin typeface="微软雅黑" panose="020B0503020204020204" charset="-122"/>
                <a:ea typeface="微软雅黑" panose="020B0503020204020204" charset="-122"/>
                <a:cs typeface="微软雅黑" panose="020B0503020204020204" charset="-122"/>
                <a:sym typeface="+mn-ea"/>
              </a:rPr>
              <a:t>瞬态</a:t>
            </a:r>
            <a:r>
              <a:rPr lang="zh-CN" altLang="en-US" sz="1200">
                <a:latin typeface="微软雅黑" panose="020B0503020204020204" charset="-122"/>
                <a:ea typeface="微软雅黑" panose="020B0503020204020204" charset="-122"/>
                <a:cs typeface="微软雅黑" panose="020B0503020204020204" charset="-122"/>
                <a:sym typeface="+mn-ea"/>
              </a:rPr>
              <a:t>持续</a:t>
            </a:r>
            <a:r>
              <a:rPr lang="en-US" altLang="zh-CN" sz="1200">
                <a:latin typeface="微软雅黑" panose="020B0503020204020204" charset="-122"/>
                <a:ea typeface="微软雅黑" panose="020B0503020204020204" charset="-122"/>
                <a:cs typeface="微软雅黑" panose="020B0503020204020204" charset="-122"/>
                <a:sym typeface="+mn-ea"/>
              </a:rPr>
              <a:t>时间</a:t>
            </a:r>
            <a:r>
              <a:rPr lang="zh-CN" altLang="en-US" sz="1200">
                <a:latin typeface="微软雅黑" panose="020B0503020204020204" charset="-122"/>
                <a:ea typeface="微软雅黑" panose="020B0503020204020204" charset="-122"/>
                <a:cs typeface="微软雅黑" panose="020B0503020204020204" charset="-122"/>
                <a:sym typeface="+mn-ea"/>
              </a:rPr>
              <a:t>均</a:t>
            </a:r>
            <a:r>
              <a:rPr lang="en-US" altLang="zh-CN" sz="1200">
                <a:latin typeface="微软雅黑" panose="020B0503020204020204" charset="-122"/>
                <a:ea typeface="微软雅黑" panose="020B0503020204020204" charset="-122"/>
                <a:cs typeface="微软雅黑" panose="020B0503020204020204" charset="-122"/>
                <a:sym typeface="+mn-ea"/>
              </a:rPr>
              <a:t>在3分钟左右,</a:t>
            </a:r>
            <a:r>
              <a:rPr lang="zh-CN" altLang="en-US" sz="1200">
                <a:latin typeface="微软雅黑" panose="020B0503020204020204" charset="-122"/>
                <a:ea typeface="微软雅黑" panose="020B0503020204020204" charset="-122"/>
                <a:cs typeface="微软雅黑" panose="020B0503020204020204" charset="-122"/>
                <a:sym typeface="+mn-ea"/>
              </a:rPr>
              <a:t>且</a:t>
            </a:r>
            <a:r>
              <a:rPr lang="zh-CN" altLang="en-US" sz="1200">
                <a:latin typeface="微软雅黑" panose="020B0503020204020204" charset="-122"/>
                <a:ea typeface="微软雅黑" panose="020B0503020204020204" charset="-122"/>
                <a:cs typeface="微软雅黑" panose="020B0503020204020204" charset="-122"/>
                <a:sym typeface="+mn-ea"/>
              </a:rPr>
              <a:t>各窗口</a:t>
            </a:r>
            <a:r>
              <a:rPr lang="zh-CN" altLang="en-US" sz="1200">
                <a:solidFill>
                  <a:schemeClr val="tx1"/>
                </a:solidFill>
                <a:latin typeface="微软雅黑" panose="020B0503020204020204" charset="-122"/>
                <a:ea typeface="微软雅黑" panose="020B0503020204020204" charset="-122"/>
                <a:cs typeface="微软雅黑" panose="020B0503020204020204" charset="-122"/>
                <a:sym typeface="+mn-ea"/>
              </a:rPr>
              <a:t>会有一个</a:t>
            </a:r>
            <a:r>
              <a:rPr lang="zh-CN" altLang="en-US" sz="1200">
                <a:latin typeface="微软雅黑" panose="020B0503020204020204" charset="-122"/>
                <a:ea typeface="微软雅黑" panose="020B0503020204020204" charset="-122"/>
                <a:cs typeface="微软雅黑" panose="020B0503020204020204" charset="-122"/>
                <a:sym typeface="+mn-ea"/>
              </a:rPr>
              <a:t>冲到最高亮度值的小高峰</a:t>
            </a:r>
            <a:r>
              <a:rPr lang="en-US" altLang="zh-CN" sz="1200">
                <a:latin typeface="微软雅黑" panose="020B0503020204020204" charset="-122"/>
                <a:ea typeface="微软雅黑" panose="020B0503020204020204" charset="-122"/>
                <a:sym typeface="+mn-ea"/>
              </a:rPr>
              <a:t>。</a:t>
            </a:r>
            <a:endParaRPr lang="zh-CN" altLang="en-US" sz="1200">
              <a:latin typeface="微软雅黑" panose="020B0503020204020204" charset="-122"/>
              <a:ea typeface="微软雅黑" panose="020B0503020204020204" charset="-122"/>
              <a:cs typeface="微软雅黑" panose="020B0503020204020204" charset="-122"/>
              <a:sym typeface="+mn-ea"/>
            </a:endParaRPr>
          </a:p>
          <a:p>
            <a:pPr indent="0" algn="l">
              <a:lnSpc>
                <a:spcPct val="150000"/>
              </a:lnSpc>
              <a:buFont typeface="Arial" panose="020B0604020202020204" pitchFamily="34" charset="0"/>
              <a:buNone/>
            </a:pPr>
            <a:r>
              <a:rPr lang="zh-CN" altLang="en-US" sz="1200" b="1">
                <a:latin typeface="微软雅黑" panose="020B0503020204020204" charset="-122"/>
                <a:ea typeface="微软雅黑" panose="020B0503020204020204" charset="-122"/>
                <a:cs typeface="微软雅黑" panose="020B0503020204020204" charset="-122"/>
                <a:sym typeface="+mn-ea"/>
              </a:rPr>
              <a:t>趋势二</a:t>
            </a:r>
            <a:r>
              <a:rPr lang="en-US" altLang="zh-CN" sz="1200" b="1">
                <a:latin typeface="微软雅黑" panose="020B0503020204020204" charset="-122"/>
                <a:ea typeface="微软雅黑" panose="020B0503020204020204" charset="-122"/>
                <a:cs typeface="微软雅黑" panose="020B0503020204020204" charset="-122"/>
                <a:sym typeface="+mn-ea"/>
              </a:rPr>
              <a:t>: </a:t>
            </a:r>
            <a:r>
              <a:rPr lang="en-US" altLang="zh-CN" sz="1200">
                <a:latin typeface="微软雅黑" panose="020B0503020204020204" charset="-122"/>
                <a:ea typeface="微软雅黑" panose="020B0503020204020204" charset="-122"/>
                <a:sym typeface="+mn-ea"/>
              </a:rPr>
              <a:t>10%~25% 随着窗口变大</a:t>
            </a:r>
            <a:r>
              <a:rPr lang="zh-CN" altLang="en-US" sz="1200">
                <a:latin typeface="微软雅黑" panose="020B0503020204020204" charset="-122"/>
                <a:ea typeface="微软雅黑" panose="020B0503020204020204" charset="-122"/>
                <a:sym typeface="+mn-ea"/>
              </a:rPr>
              <a:t>峰值亮度逐渐变小</a:t>
            </a:r>
            <a:r>
              <a:rPr lang="en-US" altLang="zh-CN" sz="1200">
                <a:latin typeface="微软雅黑" panose="020B0503020204020204" charset="-122"/>
                <a:ea typeface="微软雅黑" panose="020B0503020204020204" charset="-122"/>
                <a:sym typeface="+mn-ea"/>
              </a:rPr>
              <a:t>,</a:t>
            </a:r>
            <a:r>
              <a:rPr lang="zh-CN" altLang="en-US" sz="1200">
                <a:latin typeface="微软雅黑" panose="020B0503020204020204" charset="-122"/>
                <a:ea typeface="微软雅黑" panose="020B0503020204020204" charset="-122"/>
                <a:sym typeface="+mn-ea"/>
              </a:rPr>
              <a:t>但瞬态持续</a:t>
            </a:r>
            <a:r>
              <a:rPr lang="en-US" altLang="zh-CN" sz="1200">
                <a:latin typeface="微软雅黑" panose="020B0503020204020204" charset="-122"/>
                <a:ea typeface="微软雅黑" panose="020B0503020204020204" charset="-122"/>
                <a:sym typeface="+mn-ea"/>
              </a:rPr>
              <a:t>时间变长。</a:t>
            </a:r>
            <a:endParaRPr lang="en-US" altLang="zh-CN" sz="1200">
              <a:latin typeface="微软雅黑" panose="020B0503020204020204" charset="-122"/>
              <a:ea typeface="微软雅黑" panose="020B0503020204020204" charset="-122"/>
              <a:sym typeface="+mn-ea"/>
            </a:endParaRPr>
          </a:p>
          <a:p>
            <a:pPr indent="0" algn="l">
              <a:lnSpc>
                <a:spcPct val="150000"/>
              </a:lnSpc>
              <a:buFont typeface="Arial" panose="020B0604020202020204" pitchFamily="34" charset="0"/>
              <a:buNone/>
            </a:pPr>
            <a:r>
              <a:rPr lang="zh-CN" altLang="en-US" sz="1200" b="1">
                <a:latin typeface="微软雅黑" panose="020B0503020204020204" charset="-122"/>
                <a:ea typeface="微软雅黑" panose="020B0503020204020204" charset="-122"/>
                <a:cs typeface="微软雅黑" panose="020B0503020204020204" charset="-122"/>
                <a:sym typeface="+mn-ea"/>
              </a:rPr>
              <a:t>趋势三</a:t>
            </a:r>
            <a:r>
              <a:rPr lang="en-US" altLang="zh-CN" sz="1200" b="1">
                <a:latin typeface="微软雅黑" panose="020B0503020204020204" charset="-122"/>
                <a:ea typeface="微软雅黑" panose="020B0503020204020204" charset="-122"/>
                <a:cs typeface="微软雅黑" panose="020B0503020204020204" charset="-122"/>
                <a:sym typeface="+mn-ea"/>
              </a:rPr>
              <a:t>: </a:t>
            </a:r>
            <a:r>
              <a:rPr lang="en-US" altLang="zh-CN" sz="1200">
                <a:latin typeface="微软雅黑" panose="020B0503020204020204" charset="-122"/>
                <a:ea typeface="微软雅黑" panose="020B0503020204020204" charset="-122"/>
                <a:sym typeface="+mn-ea"/>
              </a:rPr>
              <a:t>25% </a:t>
            </a:r>
            <a:r>
              <a:rPr lang="zh-CN" altLang="en-US" sz="1200">
                <a:latin typeface="微软雅黑" panose="020B0503020204020204" charset="-122"/>
                <a:ea typeface="微软雅黑" panose="020B0503020204020204" charset="-122"/>
                <a:sym typeface="+mn-ea"/>
              </a:rPr>
              <a:t>以上窗口无</a:t>
            </a:r>
            <a:r>
              <a:rPr lang="en-US" altLang="zh-CN" sz="1200">
                <a:latin typeface="微软雅黑" panose="020B0503020204020204" charset="-122"/>
                <a:ea typeface="微软雅黑" panose="020B0503020204020204" charset="-122"/>
                <a:sym typeface="+mn-ea"/>
              </a:rPr>
              <a:t>瞬态。</a:t>
            </a:r>
            <a:endParaRPr lang="en-US" altLang="zh-CN" sz="1200">
              <a:latin typeface="微软雅黑" panose="020B0503020204020204" charset="-122"/>
              <a:ea typeface="微软雅黑" panose="020B0503020204020204" charset="-122"/>
              <a:sym typeface="+mn-ea"/>
            </a:endParaRPr>
          </a:p>
        </p:txBody>
      </p:sp>
      <p:pic>
        <p:nvPicPr>
          <p:cNvPr id="2" name="图片 1" descr="55"/>
          <p:cNvPicPr>
            <a:picLocks noChangeAspect="1"/>
          </p:cNvPicPr>
          <p:nvPr/>
        </p:nvPicPr>
        <p:blipFill>
          <a:blip r:embed="rId9"/>
          <a:stretch>
            <a:fillRect/>
          </a:stretch>
        </p:blipFill>
        <p:spPr>
          <a:xfrm>
            <a:off x="7281545" y="2665730"/>
            <a:ext cx="2008505" cy="116522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custDataLst>
              <p:tags r:id="rId1"/>
            </p:custDataLst>
          </p:nvPr>
        </p:nvSpPr>
        <p:spPr>
          <a:xfrm>
            <a:off x="361950" y="698500"/>
            <a:ext cx="8889365" cy="430530"/>
          </a:xfrm>
          <a:prstGeom prst="rect">
            <a:avLst/>
          </a:prstGeom>
          <a:noFill/>
        </p:spPr>
        <p:txBody>
          <a:bodyPr wrap="square" lIns="0" tIns="0" rIns="0" bIns="0" rtlCol="0">
            <a:spAutoFit/>
          </a:bodyPr>
          <a:lstStyle/>
          <a:p>
            <a:r>
              <a:rPr lang="zh-CN" altLang="en-US" sz="2800" b="1">
                <a:solidFill>
                  <a:schemeClr val="tx1"/>
                </a:solidFill>
                <a:latin typeface="微软雅黑" panose="020B0503020204020204" charset="-122"/>
                <a:ea typeface="微软雅黑" panose="020B0503020204020204" charset="-122"/>
                <a:cs typeface="微软雅黑" panose="020B0503020204020204" charset="-122"/>
              </a:rPr>
              <a:t>客观数据细节项对比</a:t>
            </a:r>
            <a:r>
              <a:rPr lang="en-US" sz="2800" b="1">
                <a:solidFill>
                  <a:schemeClr val="tx1"/>
                </a:solidFill>
                <a:latin typeface="微软雅黑" panose="020B0503020204020204" charset="-122"/>
                <a:ea typeface="微软雅黑" panose="020B0503020204020204" charset="-122"/>
                <a:cs typeface="微软雅黑" panose="020B0503020204020204" charset="-122"/>
              </a:rPr>
              <a:t>:</a:t>
            </a:r>
            <a:r>
              <a:rPr lang="en-US" sz="2800">
                <a:solidFill>
                  <a:schemeClr val="tx1"/>
                </a:solidFill>
                <a:latin typeface="微软雅黑" panose="020B0503020204020204" charset="-122"/>
                <a:ea typeface="微软雅黑" panose="020B0503020204020204" charset="-122"/>
                <a:cs typeface="微软雅黑" panose="020B0503020204020204" charset="-122"/>
              </a:rPr>
              <a:t> </a:t>
            </a:r>
            <a:r>
              <a:rPr lang="zh-CN" altLang="en-US" sz="2400">
                <a:solidFill>
                  <a:schemeClr val="accent1"/>
                </a:solidFill>
                <a:latin typeface="微软雅黑" panose="020B0503020204020204" charset="-122"/>
                <a:ea typeface="微软雅黑" panose="020B0503020204020204" charset="-122"/>
                <a:cs typeface="微软雅黑" panose="020B0503020204020204" charset="-122"/>
                <a:sym typeface="+mn-ea"/>
              </a:rPr>
              <a:t>创维瞬态峰值亮度设计</a:t>
            </a:r>
            <a:endParaRPr lang="en-US" altLang="zh-CN">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5" name="矩形 4"/>
          <p:cNvSpPr/>
          <p:nvPr>
            <p:custDataLst>
              <p:tags r:id="rId2"/>
            </p:custDataLst>
          </p:nvPr>
        </p:nvSpPr>
        <p:spPr>
          <a:xfrm>
            <a:off x="-1905" y="574675"/>
            <a:ext cx="159385" cy="6318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7" name="表格 16"/>
          <p:cNvGraphicFramePr/>
          <p:nvPr>
            <p:custDataLst>
              <p:tags r:id="rId3"/>
            </p:custDataLst>
          </p:nvPr>
        </p:nvGraphicFramePr>
        <p:xfrm>
          <a:off x="582295" y="2082165"/>
          <a:ext cx="8399780" cy="4112260"/>
        </p:xfrm>
        <a:graphic>
          <a:graphicData uri="http://schemas.openxmlformats.org/drawingml/2006/table">
            <a:tbl>
              <a:tblPr firstRow="1" bandRow="1">
                <a:tableStyleId>{5940675A-B579-460E-94D1-54222C63F5DA}</a:tableStyleId>
              </a:tblPr>
              <a:tblGrid>
                <a:gridCol w="816610"/>
                <a:gridCol w="702310"/>
                <a:gridCol w="920115"/>
                <a:gridCol w="995680"/>
                <a:gridCol w="820420"/>
                <a:gridCol w="4144645"/>
              </a:tblGrid>
              <a:tr h="353060">
                <a:tc>
                  <a:txBody>
                    <a:bodyPr/>
                    <a:p>
                      <a:pPr algn="ctr">
                        <a:buNone/>
                      </a:pPr>
                      <a:endParaRPr lang="zh-CN" altLang="en-US" sz="1000">
                        <a:latin typeface="微软雅黑" panose="020B0503020204020204" charset="-122"/>
                        <a:ea typeface="微软雅黑" panose="020B0503020204020204" charset="-122"/>
                      </a:endParaRPr>
                    </a:p>
                  </a:txBody>
                  <a:tcPr anchor="ctr" anchorCtr="0"/>
                </a:tc>
                <a:tc>
                  <a:txBody>
                    <a:bodyPr/>
                    <a:p>
                      <a:pPr algn="ctr">
                        <a:buNone/>
                      </a:pPr>
                      <a:r>
                        <a:rPr lang="zh-CN" altLang="en-US" sz="1000" b="1">
                          <a:latin typeface="微软雅黑" panose="020B0503020204020204" charset="-122"/>
                          <a:ea typeface="微软雅黑" panose="020B0503020204020204" charset="-122"/>
                        </a:rPr>
                        <a:t>窗口大小</a:t>
                      </a:r>
                      <a:endParaRPr lang="zh-CN" altLang="en-US" sz="1000" b="1">
                        <a:latin typeface="微软雅黑" panose="020B0503020204020204" charset="-122"/>
                        <a:ea typeface="微软雅黑" panose="020B0503020204020204" charset="-122"/>
                      </a:endParaRPr>
                    </a:p>
                  </a:txBody>
                  <a:tcPr anchor="ctr" anchorCtr="0"/>
                </a:tc>
                <a:tc>
                  <a:txBody>
                    <a:bodyPr/>
                    <a:p>
                      <a:pPr marL="0" indent="0" algn="ctr" fontAlgn="t">
                        <a:spcAft>
                          <a:spcPct val="0"/>
                        </a:spcAft>
                      </a:pPr>
                      <a:r>
                        <a:rPr lang="zh-CN" altLang="en-US" sz="1000" b="1">
                          <a:latin typeface="微软雅黑" panose="020B0503020204020204" charset="-122"/>
                          <a:ea typeface="微软雅黑" panose="020B0503020204020204" charset="-122"/>
                          <a:cs typeface="微软雅黑" panose="020B0503020204020204" charset="-122"/>
                        </a:rPr>
                        <a:t>瞬态峰值</a:t>
                      </a:r>
                      <a:endParaRPr lang="zh-CN" altLang="en-US" sz="1000" b="1">
                        <a:latin typeface="微软雅黑" panose="020B0503020204020204" charset="-122"/>
                        <a:ea typeface="微软雅黑" panose="020B0503020204020204" charset="-122"/>
                        <a:cs typeface="微软雅黑" panose="020B0503020204020204" charset="-122"/>
                      </a:endParaRPr>
                    </a:p>
                  </a:txBody>
                  <a:tcPr marL="101917" marR="101917" marT="51117" marB="51117" anchor="ctr" anchorCtr="0"/>
                </a:tc>
                <a:tc>
                  <a:txBody>
                    <a:bodyPr/>
                    <a:p>
                      <a:pPr marL="0" indent="0" algn="ctr" fontAlgn="t">
                        <a:spcAft>
                          <a:spcPct val="0"/>
                        </a:spcAft>
                      </a:pPr>
                      <a:r>
                        <a:rPr lang="zh-CN" altLang="en-US" sz="1000" b="1">
                          <a:latin typeface="微软雅黑" panose="020B0503020204020204" charset="-122"/>
                          <a:ea typeface="微软雅黑" panose="020B0503020204020204" charset="-122"/>
                        </a:rPr>
                        <a:t>瞬态</a:t>
                      </a:r>
                      <a:r>
                        <a:rPr lang="zh-CN" altLang="en-US" sz="1000" b="1">
                          <a:latin typeface="微软雅黑" panose="020B0503020204020204" charset="-122"/>
                          <a:ea typeface="微软雅黑" panose="020B0503020204020204" charset="-122"/>
                        </a:rPr>
                        <a:t>持续时间</a:t>
                      </a:r>
                      <a:endParaRPr lang="zh-CN" altLang="en-US" sz="1000" b="1">
                        <a:latin typeface="微软雅黑" panose="020B0503020204020204" charset="-122"/>
                        <a:ea typeface="微软雅黑" panose="020B0503020204020204" charset="-122"/>
                      </a:endParaRPr>
                    </a:p>
                  </a:txBody>
                  <a:tcPr marL="101917" marR="101917" marT="51117" marB="51117" anchor="ctr" anchorCtr="0"/>
                </a:tc>
                <a:tc>
                  <a:txBody>
                    <a:bodyPr/>
                    <a:p>
                      <a:pPr marL="0" indent="0" algn="ctr" fontAlgn="t">
                        <a:spcAft>
                          <a:spcPct val="0"/>
                        </a:spcAft>
                      </a:pPr>
                      <a:r>
                        <a:rPr lang="zh-CN" altLang="en-US" sz="1000" b="1">
                          <a:latin typeface="微软雅黑" panose="020B0503020204020204" charset="-122"/>
                          <a:ea typeface="微软雅黑" panose="020B0503020204020204" charset="-122"/>
                        </a:rPr>
                        <a:t>稳态</a:t>
                      </a:r>
                      <a:r>
                        <a:rPr lang="zh-CN" altLang="en-US" sz="1000" b="1">
                          <a:latin typeface="微软雅黑" panose="020B0503020204020204" charset="-122"/>
                          <a:ea typeface="微软雅黑" panose="020B0503020204020204" charset="-122"/>
                        </a:rPr>
                        <a:t>时长</a:t>
                      </a:r>
                      <a:endParaRPr lang="zh-CN" altLang="en-US" sz="1000" b="1">
                        <a:latin typeface="微软雅黑" panose="020B0503020204020204" charset="-122"/>
                        <a:ea typeface="微软雅黑" panose="020B0503020204020204" charset="-122"/>
                      </a:endParaRPr>
                    </a:p>
                  </a:txBody>
                  <a:tcPr marL="101917" marR="101917" marT="51117" marB="51117" anchor="ctr" anchorCtr="0"/>
                </a:tc>
                <a:tc>
                  <a:txBody>
                    <a:bodyPr/>
                    <a:p>
                      <a:pPr marL="0" indent="0" algn="ctr" fontAlgn="t">
                        <a:spcAft>
                          <a:spcPct val="0"/>
                        </a:spcAft>
                        <a:buNone/>
                      </a:pPr>
                      <a:endParaRPr lang="zh-CN" altLang="en-US" sz="1000">
                        <a:latin typeface="微软雅黑" panose="020B0503020204020204" charset="-122"/>
                        <a:ea typeface="微软雅黑" panose="020B0503020204020204" charset="-122"/>
                      </a:endParaRPr>
                    </a:p>
                  </a:txBody>
                  <a:tcPr marL="101917" marR="101917" marT="51117" marB="51117" anchor="ctr" anchorCtr="0"/>
                </a:tc>
              </a:tr>
              <a:tr h="624840">
                <a:tc rowSpan="4">
                  <a:txBody>
                    <a:bodyPr/>
                    <a:p>
                      <a:pPr algn="ctr">
                        <a:buNone/>
                      </a:pPr>
                      <a:r>
                        <a:rPr lang="zh-CN" altLang="en-US" sz="1000" b="1">
                          <a:latin typeface="微软雅黑" panose="020B0503020204020204" charset="-122"/>
                          <a:ea typeface="微软雅黑" panose="020B0503020204020204" charset="-122"/>
                        </a:rPr>
                        <a:t>２０</a:t>
                      </a:r>
                      <a:r>
                        <a:rPr lang="en-US" altLang="zh-CN" sz="1000" b="1">
                          <a:latin typeface="微软雅黑" panose="020B0503020204020204" charset="-122"/>
                          <a:ea typeface="微软雅黑" panose="020B0503020204020204" charset="-122"/>
                        </a:rPr>
                        <a:t>%</a:t>
                      </a:r>
                      <a:r>
                        <a:rPr lang="zh-CN" altLang="en-US" sz="1000" b="1">
                          <a:latin typeface="微软雅黑" panose="020B0503020204020204" charset="-122"/>
                          <a:ea typeface="微软雅黑" panose="020B0503020204020204" charset="-122"/>
                        </a:rPr>
                        <a:t>以下</a:t>
                      </a:r>
                      <a:r>
                        <a:rPr lang="zh-CN" altLang="en-US" sz="1000" b="1">
                          <a:latin typeface="微软雅黑" panose="020B0503020204020204" charset="-122"/>
                          <a:ea typeface="微软雅黑" panose="020B0503020204020204" charset="-122"/>
                        </a:rPr>
                        <a:t>窗口</a:t>
                      </a:r>
                      <a:endParaRPr lang="zh-CN" altLang="en-US" sz="1000" b="1">
                        <a:latin typeface="微软雅黑" panose="020B0503020204020204" charset="-122"/>
                        <a:ea typeface="微软雅黑" panose="020B0503020204020204" charset="-122"/>
                      </a:endParaRPr>
                    </a:p>
                  </a:txBody>
                  <a:tcPr anchor="ctr" anchorCtr="0"/>
                </a:tc>
                <a:tc>
                  <a:txBody>
                    <a:bodyPr/>
                    <a:p>
                      <a:pPr algn="ctr">
                        <a:buNone/>
                      </a:pPr>
                      <a:r>
                        <a:rPr lang="en-US" altLang="zh-CN" sz="1000">
                          <a:latin typeface="微软雅黑" panose="020B0503020204020204" charset="-122"/>
                          <a:ea typeface="微软雅黑" panose="020B0503020204020204" charset="-122"/>
                        </a:rPr>
                        <a:t>2%</a:t>
                      </a:r>
                      <a:endParaRPr lang="en-US" altLang="zh-CN" sz="1000">
                        <a:latin typeface="微软雅黑" panose="020B0503020204020204" charset="-122"/>
                        <a:ea typeface="微软雅黑" panose="020B0503020204020204" charset="-122"/>
                      </a:endParaRPr>
                    </a:p>
                  </a:txBody>
                  <a:tcPr anchor="ctr" anchorCtr="0"/>
                </a:tc>
                <a:tc>
                  <a:txBody>
                    <a:bodyPr/>
                    <a:p>
                      <a:pPr marL="101600" indent="0" algn="ctr" fontAlgn="t">
                        <a:spcAft>
                          <a:spcPct val="0"/>
                        </a:spcAft>
                      </a:pPr>
                      <a:r>
                        <a:rPr lang="en-US" altLang="zh-CN" sz="1000">
                          <a:latin typeface="微软雅黑" panose="020B0503020204020204" charset="-122"/>
                          <a:ea typeface="微软雅黑" panose="020B0503020204020204" charset="-122"/>
                        </a:rPr>
                        <a:t>3426nit</a:t>
                      </a:r>
                      <a:endParaRPr lang="en-US" altLang="zh-CN" sz="1000">
                        <a:latin typeface="微软雅黑" panose="020B0503020204020204" charset="-122"/>
                        <a:ea typeface="微软雅黑" panose="020B0503020204020204" charset="-122"/>
                      </a:endParaRPr>
                    </a:p>
                  </a:txBody>
                  <a:tcPr marL="101917" marR="101917" marT="51117" marB="51117" anchor="ctr" anchorCtr="0"/>
                </a:tc>
                <a:tc>
                  <a:txBody>
                    <a:bodyPr/>
                    <a:p>
                      <a:pPr algn="ctr">
                        <a:buNone/>
                      </a:pPr>
                      <a:r>
                        <a:rPr lang="en-US" altLang="zh-CN" sz="1000" b="1">
                          <a:solidFill>
                            <a:srgbClr val="FF0000"/>
                          </a:solidFill>
                          <a:latin typeface="微软雅黑" panose="020B0503020204020204" charset="-122"/>
                          <a:ea typeface="微软雅黑" panose="020B0503020204020204" charset="-122"/>
                        </a:rPr>
                        <a:t>21s</a:t>
                      </a:r>
                      <a:endParaRPr lang="en-US" altLang="zh-CN" sz="1000" b="1">
                        <a:solidFill>
                          <a:srgbClr val="FF0000"/>
                        </a:solidFill>
                        <a:latin typeface="微软雅黑" panose="020B0503020204020204" charset="-122"/>
                        <a:ea typeface="微软雅黑" panose="020B0503020204020204" charset="-122"/>
                      </a:endParaRPr>
                    </a:p>
                  </a:txBody>
                  <a:tcPr anchor="ctr" anchorCtr="0"/>
                </a:tc>
                <a:tc>
                  <a:txBody>
                    <a:bodyPr/>
                    <a:p>
                      <a:pPr algn="ctr">
                        <a:buNone/>
                      </a:pPr>
                      <a:r>
                        <a:rPr lang="en-US" altLang="zh-CN" sz="1000">
                          <a:latin typeface="微软雅黑" panose="020B0503020204020204" charset="-122"/>
                          <a:ea typeface="微软雅黑" panose="020B0503020204020204" charset="-122"/>
                        </a:rPr>
                        <a:t>155</a:t>
                      </a:r>
                      <a:r>
                        <a:rPr lang="en-US" altLang="zh-CN" sz="1000">
                          <a:latin typeface="微软雅黑" panose="020B0503020204020204" charset="-122"/>
                          <a:ea typeface="微软雅黑" panose="020B0503020204020204" charset="-122"/>
                        </a:rPr>
                        <a:t>s</a:t>
                      </a:r>
                      <a:endParaRPr lang="en-US" altLang="zh-CN" sz="1000">
                        <a:latin typeface="微软雅黑" panose="020B0503020204020204" charset="-122"/>
                        <a:ea typeface="微软雅黑" panose="020B0503020204020204" charset="-122"/>
                      </a:endParaRPr>
                    </a:p>
                  </a:txBody>
                  <a:tcPr anchor="ctr" anchorCtr="0"/>
                </a:tc>
                <a:tc rowSpan="2">
                  <a:txBody>
                    <a:bodyPr/>
                    <a:p>
                      <a:pPr algn="l">
                        <a:buNone/>
                      </a:pPr>
                      <a:r>
                        <a:rPr lang="zh-CN" altLang="en-US" sz="1000">
                          <a:latin typeface="微软雅黑" panose="020B0503020204020204" charset="-122"/>
                          <a:ea typeface="微软雅黑" panose="020B0503020204020204" charset="-122"/>
                        </a:rPr>
                        <a:t>以</a:t>
                      </a:r>
                      <a:r>
                        <a:rPr lang="en-US" altLang="zh-CN" sz="1000">
                          <a:latin typeface="微软雅黑" panose="020B0503020204020204" charset="-122"/>
                          <a:ea typeface="微软雅黑" panose="020B0503020204020204" charset="-122"/>
                        </a:rPr>
                        <a:t>2%</a:t>
                      </a:r>
                      <a:r>
                        <a:rPr lang="zh-CN" altLang="en-US" sz="1000">
                          <a:latin typeface="微软雅黑" panose="020B0503020204020204" charset="-122"/>
                          <a:ea typeface="微软雅黑" panose="020B0503020204020204" charset="-122"/>
                        </a:rPr>
                        <a:t>窗口为</a:t>
                      </a:r>
                      <a:r>
                        <a:rPr lang="zh-CN" altLang="en-US" sz="1000">
                          <a:latin typeface="微软雅黑" panose="020B0503020204020204" charset="-122"/>
                          <a:ea typeface="微软雅黑" panose="020B0503020204020204" charset="-122"/>
                        </a:rPr>
                        <a:t>例</a:t>
                      </a:r>
                      <a:endParaRPr lang="zh-CN" altLang="en-US" sz="1000">
                        <a:latin typeface="微软雅黑" panose="020B0503020204020204" charset="-122"/>
                        <a:ea typeface="微软雅黑" panose="020B0503020204020204" charset="-122"/>
                      </a:endParaRPr>
                    </a:p>
                  </a:txBody>
                  <a:tcPr anchor="ctr" anchorCtr="0"/>
                </a:tc>
              </a:tr>
              <a:tr h="643255">
                <a:tc vMerge="1">
                  <a:tcPr anchor="ctr" anchorCtr="0"/>
                </a:tc>
                <a:tc>
                  <a:txBody>
                    <a:bodyPr/>
                    <a:p>
                      <a:pPr algn="ctr">
                        <a:buNone/>
                      </a:pPr>
                      <a:r>
                        <a:rPr lang="en-US" altLang="zh-CN" sz="1000">
                          <a:latin typeface="微软雅黑" panose="020B0503020204020204" charset="-122"/>
                          <a:ea typeface="微软雅黑" panose="020B0503020204020204" charset="-122"/>
                          <a:sym typeface="+mn-ea"/>
                        </a:rPr>
                        <a:t>5%</a:t>
                      </a:r>
                      <a:endParaRPr lang="en-US" altLang="zh-CN" sz="1000">
                        <a:latin typeface="微软雅黑" panose="020B0503020204020204" charset="-122"/>
                        <a:ea typeface="微软雅黑" panose="020B0503020204020204" charset="-122"/>
                        <a:sym typeface="+mn-ea"/>
                      </a:endParaRPr>
                    </a:p>
                  </a:txBody>
                  <a:tcPr anchor="ctr" anchorCtr="0"/>
                </a:tc>
                <a:tc>
                  <a:txBody>
                    <a:bodyPr/>
                    <a:p>
                      <a:pPr algn="ctr">
                        <a:buNone/>
                      </a:pPr>
                      <a:r>
                        <a:rPr lang="en-US" altLang="zh-CN" sz="1000">
                          <a:latin typeface="微软雅黑" panose="020B0503020204020204" charset="-122"/>
                          <a:ea typeface="微软雅黑" panose="020B0503020204020204" charset="-122"/>
                        </a:rPr>
                        <a:t>4137</a:t>
                      </a:r>
                      <a:r>
                        <a:rPr lang="en-US" altLang="zh-CN" sz="1000">
                          <a:latin typeface="微软雅黑" panose="020B0503020204020204" charset="-122"/>
                          <a:ea typeface="微软雅黑" panose="020B0503020204020204" charset="-122"/>
                          <a:sym typeface="+mn-ea"/>
                        </a:rPr>
                        <a:t>nit</a:t>
                      </a:r>
                      <a:endParaRPr lang="en-US" altLang="zh-CN" sz="1000">
                        <a:latin typeface="微软雅黑" panose="020B0503020204020204" charset="-122"/>
                        <a:ea typeface="微软雅黑" panose="020B0503020204020204" charset="-122"/>
                      </a:endParaRPr>
                    </a:p>
                  </a:txBody>
                  <a:tcPr anchor="ctr" anchorCtr="0"/>
                </a:tc>
                <a:tc>
                  <a:txBody>
                    <a:bodyPr/>
                    <a:p>
                      <a:pPr algn="ctr">
                        <a:buNone/>
                      </a:pPr>
                      <a:r>
                        <a:rPr lang="en-US" altLang="zh-CN" sz="1000" b="1">
                          <a:solidFill>
                            <a:srgbClr val="FF0000"/>
                          </a:solidFill>
                          <a:latin typeface="微软雅黑" panose="020B0503020204020204" charset="-122"/>
                          <a:ea typeface="微软雅黑" panose="020B0503020204020204" charset="-122"/>
                        </a:rPr>
                        <a:t>21</a:t>
                      </a:r>
                      <a:r>
                        <a:rPr lang="en-US" altLang="zh-CN" sz="1000" b="1">
                          <a:solidFill>
                            <a:srgbClr val="FF0000"/>
                          </a:solidFill>
                          <a:latin typeface="微软雅黑" panose="020B0503020204020204" charset="-122"/>
                          <a:ea typeface="微软雅黑" panose="020B0503020204020204" charset="-122"/>
                          <a:sym typeface="+mn-ea"/>
                        </a:rPr>
                        <a:t>s</a:t>
                      </a:r>
                      <a:endParaRPr lang="en-US" altLang="zh-CN" sz="1000" b="1">
                        <a:solidFill>
                          <a:srgbClr val="FF0000"/>
                        </a:solidFill>
                        <a:latin typeface="微软雅黑" panose="020B0503020204020204" charset="-122"/>
                        <a:ea typeface="微软雅黑" panose="020B0503020204020204" charset="-122"/>
                        <a:sym typeface="+mn-ea"/>
                      </a:endParaRPr>
                    </a:p>
                  </a:txBody>
                  <a:tcPr anchor="ctr" anchorCtr="0"/>
                </a:tc>
                <a:tc>
                  <a:txBody>
                    <a:bodyPr/>
                    <a:p>
                      <a:pPr algn="ctr">
                        <a:buNone/>
                      </a:pPr>
                      <a:r>
                        <a:rPr lang="en-US" altLang="zh-CN" sz="1000">
                          <a:latin typeface="微软雅黑" panose="020B0503020204020204" charset="-122"/>
                          <a:ea typeface="微软雅黑" panose="020B0503020204020204" charset="-122"/>
                          <a:sym typeface="+mn-ea"/>
                        </a:rPr>
                        <a:t>155s</a:t>
                      </a:r>
                      <a:endParaRPr lang="en-US" altLang="zh-CN" sz="1000">
                        <a:latin typeface="微软雅黑" panose="020B0503020204020204" charset="-122"/>
                        <a:ea typeface="微软雅黑" panose="020B0503020204020204" charset="-122"/>
                      </a:endParaRPr>
                    </a:p>
                    <a:p>
                      <a:pPr algn="ctr">
                        <a:buNone/>
                      </a:pPr>
                      <a:endParaRPr lang="en-US" altLang="zh-CN" sz="1000">
                        <a:latin typeface="微软雅黑" panose="020B0503020204020204" charset="-122"/>
                        <a:ea typeface="微软雅黑" panose="020B0503020204020204" charset="-122"/>
                      </a:endParaRPr>
                    </a:p>
                  </a:txBody>
                  <a:tcPr anchor="ctr" anchorCtr="0"/>
                </a:tc>
                <a:tc vMerge="1">
                  <a:tcPr anchor="ctr" anchorCtr="0"/>
                </a:tc>
              </a:tr>
              <a:tr h="690245">
                <a:tc vMerge="1">
                  <a:tcPr anchor="ctr" anchorCtr="0"/>
                </a:tc>
                <a:tc>
                  <a:txBody>
                    <a:bodyPr/>
                    <a:p>
                      <a:pPr algn="ctr">
                        <a:buNone/>
                      </a:pPr>
                      <a:r>
                        <a:rPr lang="en-US" altLang="zh-CN" sz="1000">
                          <a:solidFill>
                            <a:schemeClr val="tx1"/>
                          </a:solidFill>
                          <a:latin typeface="微软雅黑" panose="020B0503020204020204" charset="-122"/>
                          <a:ea typeface="微软雅黑" panose="020B0503020204020204" charset="-122"/>
                        </a:rPr>
                        <a:t>10%</a:t>
                      </a:r>
                      <a:endParaRPr lang="en-US" altLang="zh-CN" sz="1000">
                        <a:solidFill>
                          <a:schemeClr val="tx1"/>
                        </a:solidFill>
                        <a:latin typeface="微软雅黑" panose="020B0503020204020204" charset="-122"/>
                        <a:ea typeface="微软雅黑" panose="020B0503020204020204" charset="-122"/>
                      </a:endParaRPr>
                    </a:p>
                  </a:txBody>
                  <a:tcPr anchor="ctr" anchorCtr="0"/>
                </a:tc>
                <a:tc>
                  <a:txBody>
                    <a:bodyPr/>
                    <a:p>
                      <a:pPr algn="ctr">
                        <a:buNone/>
                      </a:pPr>
                      <a:r>
                        <a:rPr lang="en-US" altLang="zh-CN" sz="1000" b="0">
                          <a:solidFill>
                            <a:schemeClr val="tx1"/>
                          </a:solidFill>
                          <a:latin typeface="微软雅黑" panose="020B0503020204020204" charset="-122"/>
                          <a:ea typeface="微软雅黑" panose="020B0503020204020204" charset="-122"/>
                        </a:rPr>
                        <a:t>3967</a:t>
                      </a:r>
                      <a:r>
                        <a:rPr lang="en-US" altLang="zh-CN" sz="1000">
                          <a:latin typeface="微软雅黑" panose="020B0503020204020204" charset="-122"/>
                          <a:ea typeface="微软雅黑" panose="020B0503020204020204" charset="-122"/>
                          <a:sym typeface="+mn-ea"/>
                        </a:rPr>
                        <a:t>nit</a:t>
                      </a:r>
                      <a:endParaRPr lang="en-US" altLang="zh-CN" sz="1000" b="0">
                        <a:solidFill>
                          <a:schemeClr val="tx1"/>
                        </a:solidFill>
                        <a:latin typeface="微软雅黑" panose="020B0503020204020204" charset="-122"/>
                        <a:ea typeface="微软雅黑" panose="020B0503020204020204" charset="-122"/>
                      </a:endParaRPr>
                    </a:p>
                  </a:txBody>
                  <a:tcPr anchor="ctr" anchorCtr="0"/>
                </a:tc>
                <a:tc>
                  <a:txBody>
                    <a:bodyPr/>
                    <a:p>
                      <a:pPr algn="ctr">
                        <a:buNone/>
                      </a:pPr>
                      <a:r>
                        <a:rPr lang="en-US" altLang="zh-CN" sz="1000" b="1">
                          <a:solidFill>
                            <a:srgbClr val="FF0000"/>
                          </a:solidFill>
                          <a:latin typeface="微软雅黑" panose="020B0503020204020204" charset="-122"/>
                          <a:ea typeface="微软雅黑" panose="020B0503020204020204" charset="-122"/>
                        </a:rPr>
                        <a:t>50</a:t>
                      </a:r>
                      <a:r>
                        <a:rPr lang="en-US" altLang="zh-CN" sz="1000" b="1">
                          <a:solidFill>
                            <a:srgbClr val="FF0000"/>
                          </a:solidFill>
                          <a:latin typeface="微软雅黑" panose="020B0503020204020204" charset="-122"/>
                          <a:ea typeface="微软雅黑" panose="020B0503020204020204" charset="-122"/>
                          <a:sym typeface="+mn-ea"/>
                        </a:rPr>
                        <a:t>s</a:t>
                      </a:r>
                      <a:endParaRPr lang="en-US" altLang="zh-CN" sz="1000" b="1">
                        <a:solidFill>
                          <a:srgbClr val="FF0000"/>
                        </a:solidFill>
                        <a:latin typeface="微软雅黑" panose="020B0503020204020204" charset="-122"/>
                        <a:ea typeface="微软雅黑" panose="020B0503020204020204" charset="-122"/>
                        <a:sym typeface="+mn-ea"/>
                      </a:endParaRPr>
                    </a:p>
                  </a:txBody>
                  <a:tcPr anchor="ctr" anchorCtr="0"/>
                </a:tc>
                <a:tc>
                  <a:txBody>
                    <a:bodyPr/>
                    <a:p>
                      <a:pPr algn="ctr">
                        <a:buNone/>
                      </a:pPr>
                      <a:r>
                        <a:rPr lang="en-US" altLang="zh-CN" sz="1000">
                          <a:latin typeface="微软雅黑" panose="020B0503020204020204" charset="-122"/>
                          <a:ea typeface="微软雅黑" panose="020B0503020204020204" charset="-122"/>
                          <a:sym typeface="+mn-ea"/>
                        </a:rPr>
                        <a:t>155s</a:t>
                      </a:r>
                      <a:endParaRPr lang="en-US" altLang="zh-CN" sz="1000">
                        <a:solidFill>
                          <a:schemeClr val="tx1"/>
                        </a:solidFill>
                        <a:latin typeface="微软雅黑" panose="020B0503020204020204" charset="-122"/>
                        <a:ea typeface="微软雅黑" panose="020B0503020204020204" charset="-122"/>
                      </a:endParaRPr>
                    </a:p>
                  </a:txBody>
                  <a:tcPr anchor="ctr" anchorCtr="0"/>
                </a:tc>
                <a:tc rowSpan="2">
                  <a:txBody>
                    <a:bodyPr/>
                    <a:p>
                      <a:pPr algn="l">
                        <a:buNone/>
                      </a:pPr>
                      <a:endParaRPr lang="en-US" altLang="zh-CN" sz="1000">
                        <a:solidFill>
                          <a:schemeClr val="tx1"/>
                        </a:solidFill>
                        <a:latin typeface="微软雅黑" panose="020B0503020204020204" charset="-122"/>
                        <a:ea typeface="微软雅黑" panose="020B0503020204020204" charset="-122"/>
                        <a:sym typeface="+mn-ea"/>
                      </a:endParaRPr>
                    </a:p>
                  </a:txBody>
                  <a:tcPr anchor="t" anchorCtr="0"/>
                </a:tc>
              </a:tr>
              <a:tr h="688975">
                <a:tc vMerge="1">
                  <a:tcPr anchor="ctr" anchorCtr="0"/>
                </a:tc>
                <a:tc>
                  <a:txBody>
                    <a:bodyPr/>
                    <a:p>
                      <a:pPr algn="ctr">
                        <a:buNone/>
                      </a:pPr>
                      <a:r>
                        <a:rPr lang="en-US" altLang="zh-CN" sz="1000">
                          <a:latin typeface="微软雅黑" panose="020B0503020204020204" charset="-122"/>
                          <a:ea typeface="微软雅黑" panose="020B0503020204020204" charset="-122"/>
                          <a:sym typeface="+mn-ea"/>
                        </a:rPr>
                        <a:t>15%</a:t>
                      </a:r>
                      <a:endParaRPr lang="en-US" altLang="zh-CN" sz="1000">
                        <a:solidFill>
                          <a:schemeClr val="tx1"/>
                        </a:solidFill>
                        <a:latin typeface="微软雅黑" panose="020B0503020204020204" charset="-122"/>
                        <a:ea typeface="微软雅黑" panose="020B0503020204020204" charset="-122"/>
                      </a:endParaRPr>
                    </a:p>
                  </a:txBody>
                  <a:tcPr anchor="ctr" anchorCtr="0"/>
                </a:tc>
                <a:tc>
                  <a:txBody>
                    <a:bodyPr/>
                    <a:p>
                      <a:pPr algn="ctr">
                        <a:buNone/>
                      </a:pPr>
                      <a:r>
                        <a:rPr lang="en-US" altLang="zh-CN" sz="1000" b="0">
                          <a:solidFill>
                            <a:schemeClr val="tx1"/>
                          </a:solidFill>
                          <a:latin typeface="微软雅黑" panose="020B0503020204020204" charset="-122"/>
                          <a:ea typeface="微软雅黑" panose="020B0503020204020204" charset="-122"/>
                        </a:rPr>
                        <a:t>2600</a:t>
                      </a:r>
                      <a:r>
                        <a:rPr lang="en-US" altLang="zh-CN" sz="1000">
                          <a:latin typeface="微软雅黑" panose="020B0503020204020204" charset="-122"/>
                          <a:ea typeface="微软雅黑" panose="020B0503020204020204" charset="-122"/>
                          <a:sym typeface="+mn-ea"/>
                        </a:rPr>
                        <a:t>nit</a:t>
                      </a:r>
                      <a:endParaRPr lang="en-US" altLang="zh-CN" sz="1000" b="0">
                        <a:solidFill>
                          <a:schemeClr val="tx1"/>
                        </a:solidFill>
                        <a:latin typeface="微软雅黑" panose="020B0503020204020204" charset="-122"/>
                        <a:ea typeface="微软雅黑" panose="020B0503020204020204" charset="-122"/>
                      </a:endParaRPr>
                    </a:p>
                  </a:txBody>
                  <a:tcPr anchor="ctr" anchorCtr="0"/>
                </a:tc>
                <a:tc>
                  <a:txBody>
                    <a:bodyPr/>
                    <a:p>
                      <a:pPr algn="ctr">
                        <a:buNone/>
                      </a:pPr>
                      <a:r>
                        <a:rPr lang="en-US" altLang="zh-CN" sz="1000" b="1">
                          <a:solidFill>
                            <a:srgbClr val="FF0000"/>
                          </a:solidFill>
                          <a:latin typeface="微软雅黑" panose="020B0503020204020204" charset="-122"/>
                          <a:ea typeface="微软雅黑" panose="020B0503020204020204" charset="-122"/>
                        </a:rPr>
                        <a:t>1s</a:t>
                      </a:r>
                      <a:endParaRPr lang="en-US" altLang="zh-CN" sz="1000" b="1">
                        <a:solidFill>
                          <a:srgbClr val="FF0000"/>
                        </a:solidFill>
                        <a:latin typeface="微软雅黑" panose="020B0503020204020204" charset="-122"/>
                        <a:ea typeface="微软雅黑" panose="020B0503020204020204" charset="-122"/>
                      </a:endParaRPr>
                    </a:p>
                  </a:txBody>
                  <a:tcPr anchor="ctr" anchorCtr="0"/>
                </a:tc>
                <a:tc>
                  <a:txBody>
                    <a:bodyPr/>
                    <a:p>
                      <a:pPr algn="ctr">
                        <a:buNone/>
                      </a:pPr>
                      <a:r>
                        <a:rPr lang="en-US" altLang="zh-CN" sz="1000">
                          <a:solidFill>
                            <a:schemeClr val="tx1"/>
                          </a:solidFill>
                          <a:latin typeface="微软雅黑" panose="020B0503020204020204" charset="-122"/>
                          <a:ea typeface="微软雅黑" panose="020B0503020204020204" charset="-122"/>
                          <a:sym typeface="+mn-ea"/>
                        </a:rPr>
                        <a:t>/</a:t>
                      </a:r>
                      <a:endParaRPr lang="en-US" altLang="zh-CN" sz="1000">
                        <a:solidFill>
                          <a:schemeClr val="tx1"/>
                        </a:solidFill>
                        <a:latin typeface="微软雅黑" panose="020B0503020204020204" charset="-122"/>
                        <a:ea typeface="微软雅黑" panose="020B0503020204020204" charset="-122"/>
                        <a:sym typeface="+mn-ea"/>
                      </a:endParaRPr>
                    </a:p>
                  </a:txBody>
                  <a:tcPr anchor="ctr" anchorCtr="0"/>
                </a:tc>
                <a:tc vMerge="1">
                  <a:tcPr anchor="ctr" anchorCtr="0"/>
                </a:tc>
              </a:tr>
              <a:tr h="1111885">
                <a:tc>
                  <a:txBody>
                    <a:bodyPr/>
                    <a:p>
                      <a:pPr algn="ctr">
                        <a:buNone/>
                      </a:pPr>
                      <a:r>
                        <a:rPr lang="en-US" altLang="zh-CN" sz="1000">
                          <a:latin typeface="微软雅黑" panose="020B0503020204020204" charset="-122"/>
                          <a:ea typeface="微软雅黑" panose="020B0503020204020204" charset="-122"/>
                          <a:sym typeface="+mn-ea"/>
                        </a:rPr>
                        <a:t>20%</a:t>
                      </a:r>
                      <a:r>
                        <a:rPr lang="zh-CN" altLang="en-US" sz="1000">
                          <a:latin typeface="微软雅黑" panose="020B0503020204020204" charset="-122"/>
                          <a:ea typeface="微软雅黑" panose="020B0503020204020204" charset="-122"/>
                          <a:sym typeface="+mn-ea"/>
                        </a:rPr>
                        <a:t>窗口</a:t>
                      </a:r>
                      <a:endParaRPr lang="zh-CN" altLang="en-US" sz="1000">
                        <a:latin typeface="微软雅黑" panose="020B0503020204020204" charset="-122"/>
                        <a:ea typeface="微软雅黑" panose="020B0503020204020204" charset="-122"/>
                        <a:sym typeface="+mn-ea"/>
                      </a:endParaRPr>
                    </a:p>
                  </a:txBody>
                  <a:tcPr anchor="ctr" anchorCtr="0"/>
                </a:tc>
                <a:tc>
                  <a:txBody>
                    <a:bodyPr/>
                    <a:p>
                      <a:pPr algn="ctr">
                        <a:buNone/>
                      </a:pPr>
                      <a:r>
                        <a:rPr lang="en-US" altLang="zh-CN" sz="1000">
                          <a:solidFill>
                            <a:schemeClr val="tx1"/>
                          </a:solidFill>
                          <a:latin typeface="微软雅黑" panose="020B0503020204020204" charset="-122"/>
                          <a:ea typeface="微软雅黑" panose="020B0503020204020204" charset="-122"/>
                        </a:rPr>
                        <a:t>20%</a:t>
                      </a:r>
                      <a:endParaRPr lang="en-US" altLang="zh-CN" sz="1000">
                        <a:solidFill>
                          <a:schemeClr val="tx1"/>
                        </a:solidFill>
                        <a:latin typeface="微软雅黑" panose="020B0503020204020204" charset="-122"/>
                        <a:ea typeface="微软雅黑" panose="020B0503020204020204" charset="-122"/>
                      </a:endParaRPr>
                    </a:p>
                  </a:txBody>
                  <a:tcPr anchor="ctr" anchorCtr="0"/>
                </a:tc>
                <a:tc gridSpan="3">
                  <a:txBody>
                    <a:bodyPr/>
                    <a:p>
                      <a:pPr algn="ctr">
                        <a:buNone/>
                      </a:pPr>
                      <a:r>
                        <a:rPr lang="zh-CN" altLang="en-US" sz="1000" b="0">
                          <a:solidFill>
                            <a:schemeClr val="tx1"/>
                          </a:solidFill>
                          <a:latin typeface="微软雅黑" panose="020B0503020204020204" charset="-122"/>
                          <a:ea typeface="微软雅黑" panose="020B0503020204020204" charset="-122"/>
                        </a:rPr>
                        <a:t>无瞬态</a:t>
                      </a:r>
                      <a:endParaRPr lang="zh-CN" altLang="en-US" sz="1000" b="0">
                        <a:solidFill>
                          <a:schemeClr val="tx1"/>
                        </a:solidFill>
                        <a:latin typeface="微软雅黑" panose="020B0503020204020204" charset="-122"/>
                        <a:ea typeface="微软雅黑" panose="020B0503020204020204" charset="-122"/>
                      </a:endParaRPr>
                    </a:p>
                  </a:txBody>
                  <a:tcPr anchor="ctr" anchorCtr="0"/>
                </a:tc>
                <a:tc hMerge="1">
                  <a:tcPr anchor="ctr" anchorCtr="0"/>
                </a:tc>
                <a:tc hMerge="1">
                  <a:tcPr anchor="ctr" anchorCtr="0"/>
                </a:tc>
                <a:tc>
                  <a:txBody>
                    <a:bodyPr/>
                    <a:p>
                      <a:pPr algn="l">
                        <a:buNone/>
                      </a:pPr>
                      <a:endParaRPr lang="zh-CN" altLang="en-US" sz="1000" b="0">
                        <a:solidFill>
                          <a:schemeClr val="tx1"/>
                        </a:solidFill>
                        <a:latin typeface="微软雅黑" panose="020B0503020204020204" charset="-122"/>
                        <a:ea typeface="微软雅黑" panose="020B0503020204020204" charset="-122"/>
                      </a:endParaRPr>
                    </a:p>
                  </a:txBody>
                  <a:tcPr anchor="ctr" anchorCtr="0"/>
                </a:tc>
              </a:tr>
            </a:tbl>
          </a:graphicData>
        </a:graphic>
      </p:graphicFrame>
      <p:sp>
        <p:nvSpPr>
          <p:cNvPr id="19" name="文本框 18"/>
          <p:cNvSpPr txBox="1"/>
          <p:nvPr>
            <p:custDataLst>
              <p:tags r:id="rId4"/>
            </p:custDataLst>
          </p:nvPr>
        </p:nvSpPr>
        <p:spPr>
          <a:xfrm>
            <a:off x="532765" y="1276985"/>
            <a:ext cx="10103485" cy="645160"/>
          </a:xfrm>
          <a:prstGeom prst="rect">
            <a:avLst/>
          </a:prstGeom>
          <a:noFill/>
        </p:spPr>
        <p:txBody>
          <a:bodyPr wrap="square" rtlCol="0">
            <a:spAutoFit/>
          </a:bodyPr>
          <a:p>
            <a:pPr marL="171450" indent="-171450" algn="l">
              <a:lnSpc>
                <a:spcPct val="150000"/>
              </a:lnSpc>
              <a:buFont typeface="Arial" panose="020B0604020202020204" pitchFamily="34" charset="0"/>
              <a:buChar char="•"/>
            </a:pPr>
            <a:r>
              <a:rPr lang="zh-CN" altLang="en-US" sz="1200">
                <a:latin typeface="微软雅黑" panose="020B0503020204020204" charset="-122"/>
                <a:ea typeface="微软雅黑" panose="020B0503020204020204" charset="-122"/>
                <a:sym typeface="+mn-ea"/>
              </a:rPr>
              <a:t>我司瞬态持续时间随着窗口变大时间会略微变长</a:t>
            </a:r>
            <a:r>
              <a:rPr lang="en-US" altLang="zh-CN" sz="1200">
                <a:latin typeface="微软雅黑" panose="020B0503020204020204" charset="-122"/>
                <a:ea typeface="微软雅黑" panose="020B0503020204020204" charset="-122"/>
                <a:sym typeface="+mn-ea"/>
              </a:rPr>
              <a:t>,</a:t>
            </a:r>
            <a:r>
              <a:rPr lang="zh-CN" altLang="en-US" sz="1200">
                <a:latin typeface="微软雅黑" panose="020B0503020204020204" charset="-122"/>
                <a:ea typeface="微软雅黑" panose="020B0503020204020204" charset="-122"/>
                <a:sym typeface="+mn-ea"/>
              </a:rPr>
              <a:t>但</a:t>
            </a:r>
            <a:r>
              <a:rPr lang="zh-CN" altLang="en-US" sz="1200" b="1" u="sng">
                <a:latin typeface="微软雅黑" panose="020B0503020204020204" charset="-122"/>
                <a:ea typeface="微软雅黑" panose="020B0503020204020204" charset="-122"/>
                <a:sym typeface="+mn-ea"/>
              </a:rPr>
              <a:t>整体瞬态持续时长短</a:t>
            </a:r>
            <a:r>
              <a:rPr lang="zh-CN" altLang="en-US" sz="1200">
                <a:latin typeface="微软雅黑" panose="020B0503020204020204" charset="-122"/>
                <a:ea typeface="微软雅黑" panose="020B0503020204020204" charset="-122"/>
                <a:sym typeface="+mn-ea"/>
              </a:rPr>
              <a:t>且进入</a:t>
            </a:r>
            <a:r>
              <a:rPr lang="zh-CN" altLang="en-US" sz="1200">
                <a:latin typeface="微软雅黑" panose="020B0503020204020204" charset="-122"/>
                <a:ea typeface="微软雅黑" panose="020B0503020204020204" charset="-122"/>
                <a:sym typeface="+mn-ea"/>
              </a:rPr>
              <a:t>稳态固定</a:t>
            </a:r>
            <a:r>
              <a:rPr lang="en-US" altLang="zh-CN" sz="1200">
                <a:latin typeface="微软雅黑" panose="020B0503020204020204" charset="-122"/>
                <a:ea typeface="微软雅黑" panose="020B0503020204020204" charset="-122"/>
                <a:sym typeface="+mn-ea"/>
              </a:rPr>
              <a:t>155</a:t>
            </a:r>
            <a:r>
              <a:rPr lang="zh-CN" altLang="en-US" sz="1200">
                <a:latin typeface="微软雅黑" panose="020B0503020204020204" charset="-122"/>
                <a:ea typeface="微软雅黑" panose="020B0503020204020204" charset="-122"/>
                <a:sym typeface="+mn-ea"/>
              </a:rPr>
              <a:t>秒后会再次开启瞬态</a:t>
            </a:r>
            <a:r>
              <a:rPr lang="en-US" altLang="zh-CN" sz="1200">
                <a:latin typeface="微软雅黑" panose="020B0503020204020204" charset="-122"/>
                <a:ea typeface="微软雅黑" panose="020B0503020204020204" charset="-122"/>
                <a:sym typeface="+mn-ea"/>
              </a:rPr>
              <a:t>。</a:t>
            </a:r>
            <a:endParaRPr lang="en-US" altLang="zh-CN" sz="1200">
              <a:latin typeface="微软雅黑" panose="020B0503020204020204" charset="-122"/>
              <a:ea typeface="微软雅黑" panose="020B0503020204020204" charset="-122"/>
              <a:sym typeface="+mn-ea"/>
            </a:endParaRPr>
          </a:p>
          <a:p>
            <a:pPr marL="171450" indent="-171450" algn="l">
              <a:lnSpc>
                <a:spcPct val="150000"/>
              </a:lnSpc>
              <a:buFont typeface="Arial" panose="020B0604020202020204" pitchFamily="34" charset="0"/>
              <a:buChar char="•"/>
            </a:pPr>
            <a:r>
              <a:rPr lang="en-US" altLang="zh-CN" sz="1200">
                <a:latin typeface="微软雅黑" panose="020B0503020204020204" charset="-122"/>
                <a:ea typeface="微软雅黑" panose="020B0503020204020204" charset="-122"/>
                <a:sym typeface="+mn-ea"/>
              </a:rPr>
              <a:t>15%</a:t>
            </a:r>
            <a:r>
              <a:rPr lang="zh-CN" altLang="en-US" sz="1200">
                <a:latin typeface="微软雅黑" panose="020B0503020204020204" charset="-122"/>
                <a:ea typeface="微软雅黑" panose="020B0503020204020204" charset="-122"/>
                <a:sym typeface="+mn-ea"/>
              </a:rPr>
              <a:t>窗口仅会冲高一秒</a:t>
            </a:r>
            <a:r>
              <a:rPr lang="en-US" altLang="zh-CN" sz="1200">
                <a:latin typeface="微软雅黑" panose="020B0503020204020204" charset="-122"/>
                <a:ea typeface="微软雅黑" panose="020B0503020204020204" charset="-122"/>
                <a:sym typeface="+mn-ea"/>
              </a:rPr>
              <a:t>,20%</a:t>
            </a:r>
            <a:r>
              <a:rPr lang="zh-CN" altLang="en-US" sz="1200">
                <a:latin typeface="微软雅黑" panose="020B0503020204020204" charset="-122"/>
                <a:ea typeface="微软雅黑" panose="020B0503020204020204" charset="-122"/>
                <a:sym typeface="+mn-ea"/>
              </a:rPr>
              <a:t>以上窗口无瞬态</a:t>
            </a:r>
            <a:r>
              <a:rPr lang="en-US" altLang="zh-CN" sz="1200">
                <a:latin typeface="微软雅黑" panose="020B0503020204020204" charset="-122"/>
                <a:ea typeface="微软雅黑" panose="020B0503020204020204" charset="-122"/>
                <a:sym typeface="+mn-ea"/>
              </a:rPr>
              <a:t>。</a:t>
            </a:r>
            <a:endParaRPr lang="en-US" sz="1200">
              <a:latin typeface="微软雅黑" panose="020B0503020204020204" charset="-122"/>
              <a:ea typeface="微软雅黑" panose="020B0503020204020204" charset="-122"/>
              <a:sym typeface="+mn-ea"/>
            </a:endParaRPr>
          </a:p>
        </p:txBody>
      </p:sp>
      <p:pic>
        <p:nvPicPr>
          <p:cNvPr id="2" name="图片 1" descr="图片3"/>
          <p:cNvPicPr>
            <a:picLocks noChangeAspect="1"/>
          </p:cNvPicPr>
          <p:nvPr/>
        </p:nvPicPr>
        <p:blipFill>
          <a:blip r:embed="rId5"/>
          <a:stretch>
            <a:fillRect/>
          </a:stretch>
        </p:blipFill>
        <p:spPr>
          <a:xfrm>
            <a:off x="6015355" y="2456180"/>
            <a:ext cx="1786255" cy="1231265"/>
          </a:xfrm>
          <a:prstGeom prst="rect">
            <a:avLst/>
          </a:prstGeom>
        </p:spPr>
      </p:pic>
      <p:pic>
        <p:nvPicPr>
          <p:cNvPr id="3" name="图片 2" descr="图片4"/>
          <p:cNvPicPr>
            <a:picLocks noChangeAspect="1"/>
          </p:cNvPicPr>
          <p:nvPr/>
        </p:nvPicPr>
        <p:blipFill>
          <a:blip r:embed="rId6"/>
          <a:stretch>
            <a:fillRect/>
          </a:stretch>
        </p:blipFill>
        <p:spPr>
          <a:xfrm>
            <a:off x="4864100" y="3741420"/>
            <a:ext cx="1898650" cy="1308735"/>
          </a:xfrm>
          <a:prstGeom prst="rect">
            <a:avLst/>
          </a:prstGeom>
        </p:spPr>
      </p:pic>
      <p:pic>
        <p:nvPicPr>
          <p:cNvPr id="8" name="图片 7" descr="图片6"/>
          <p:cNvPicPr>
            <a:picLocks noChangeAspect="1"/>
          </p:cNvPicPr>
          <p:nvPr/>
        </p:nvPicPr>
        <p:blipFill>
          <a:blip r:embed="rId7"/>
          <a:stretch>
            <a:fillRect/>
          </a:stretch>
        </p:blipFill>
        <p:spPr>
          <a:xfrm>
            <a:off x="4842510" y="5163185"/>
            <a:ext cx="1594485" cy="1012825"/>
          </a:xfrm>
          <a:prstGeom prst="rect">
            <a:avLst/>
          </a:prstGeom>
        </p:spPr>
      </p:pic>
      <p:pic>
        <p:nvPicPr>
          <p:cNvPr id="9" name="图片 8" descr="图片7"/>
          <p:cNvPicPr>
            <a:picLocks noChangeAspect="1"/>
          </p:cNvPicPr>
          <p:nvPr/>
        </p:nvPicPr>
        <p:blipFill>
          <a:blip r:embed="rId8"/>
          <a:stretch>
            <a:fillRect/>
          </a:stretch>
        </p:blipFill>
        <p:spPr>
          <a:xfrm>
            <a:off x="6844665" y="3789045"/>
            <a:ext cx="2060575" cy="1185545"/>
          </a:xfrm>
          <a:prstGeom prst="rect">
            <a:avLst/>
          </a:prstGeom>
        </p:spPr>
      </p:pic>
      <p:pic>
        <p:nvPicPr>
          <p:cNvPr id="14" name="图片 13" descr="截屏2025-07-14 17.47.18"/>
          <p:cNvPicPr>
            <a:picLocks noChangeAspect="1"/>
          </p:cNvPicPr>
          <p:nvPr>
            <p:custDataLst>
              <p:tags r:id="rId9"/>
            </p:custDataLst>
          </p:nvPr>
        </p:nvPicPr>
        <p:blipFill>
          <a:blip r:embed="rId10"/>
          <a:srcRect l="5569" r="5482"/>
          <a:stretch>
            <a:fillRect/>
          </a:stretch>
        </p:blipFill>
        <p:spPr>
          <a:xfrm>
            <a:off x="9206865" y="2630170"/>
            <a:ext cx="2747645" cy="1637030"/>
          </a:xfrm>
          <a:prstGeom prst="rect">
            <a:avLst/>
          </a:prstGeom>
        </p:spPr>
      </p:pic>
      <p:sp>
        <p:nvSpPr>
          <p:cNvPr id="13" name="文本框 12"/>
          <p:cNvSpPr txBox="1"/>
          <p:nvPr>
            <p:custDataLst>
              <p:tags r:id="rId11"/>
            </p:custDataLst>
          </p:nvPr>
        </p:nvSpPr>
        <p:spPr>
          <a:xfrm>
            <a:off x="9251950" y="2111375"/>
            <a:ext cx="1396365" cy="321945"/>
          </a:xfrm>
          <a:prstGeom prst="rect">
            <a:avLst/>
          </a:prstGeom>
          <a:noFill/>
        </p:spPr>
        <p:txBody>
          <a:bodyPr wrap="square" rtlCol="0">
            <a:spAutoFit/>
          </a:bodyPr>
          <a:p>
            <a:pPr algn="l">
              <a:lnSpc>
                <a:spcPct val="150000"/>
              </a:lnSpc>
            </a:pPr>
            <a:r>
              <a:rPr lang="zh-CN" altLang="en-US" sz="1000" b="1">
                <a:solidFill>
                  <a:schemeClr val="accent2">
                    <a:lumMod val="75000"/>
                  </a:schemeClr>
                </a:solidFill>
                <a:latin typeface="微软雅黑" panose="020B0503020204020204" charset="-122"/>
                <a:ea typeface="微软雅黑" panose="020B0503020204020204" charset="-122"/>
                <a:cs typeface="微软雅黑" panose="020B0503020204020204" charset="-122"/>
                <a:sym typeface="+mn-ea"/>
              </a:rPr>
              <a:t>创维瞬态设计</a:t>
            </a:r>
            <a:r>
              <a:rPr lang="zh-CN" altLang="en-US" sz="1000" b="1">
                <a:solidFill>
                  <a:schemeClr val="accent2">
                    <a:lumMod val="75000"/>
                  </a:schemeClr>
                </a:solidFill>
                <a:latin typeface="微软雅黑" panose="020B0503020204020204" charset="-122"/>
                <a:ea typeface="微软雅黑" panose="020B0503020204020204" charset="-122"/>
                <a:cs typeface="微软雅黑" panose="020B0503020204020204" charset="-122"/>
                <a:sym typeface="+mn-ea"/>
              </a:rPr>
              <a:t>规范</a:t>
            </a:r>
            <a:endParaRPr lang="zh-CN" altLang="en-US" sz="1000" b="1">
              <a:solidFill>
                <a:schemeClr val="accent2">
                  <a:lumMod val="75000"/>
                </a:schemeClr>
              </a:solidFill>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custDataLst>
              <p:tags r:id="rId1"/>
            </p:custDataLst>
          </p:nvPr>
        </p:nvSpPr>
        <p:spPr>
          <a:xfrm>
            <a:off x="361950" y="698500"/>
            <a:ext cx="8889365" cy="430530"/>
          </a:xfrm>
          <a:prstGeom prst="rect">
            <a:avLst/>
          </a:prstGeom>
          <a:noFill/>
        </p:spPr>
        <p:txBody>
          <a:bodyPr wrap="square" lIns="0" tIns="0" rIns="0" bIns="0" rtlCol="0">
            <a:spAutoFit/>
          </a:bodyPr>
          <a:lstStyle/>
          <a:p>
            <a:r>
              <a:rPr lang="zh-CN" altLang="en-US" sz="2800" b="1">
                <a:solidFill>
                  <a:schemeClr val="tx1"/>
                </a:solidFill>
                <a:latin typeface="微软雅黑" panose="020B0503020204020204" charset="-122"/>
                <a:ea typeface="微软雅黑" panose="020B0503020204020204" charset="-122"/>
                <a:cs typeface="微软雅黑" panose="020B0503020204020204" charset="-122"/>
              </a:rPr>
              <a:t>客观数据细节项对比</a:t>
            </a:r>
            <a:r>
              <a:rPr lang="en-US" sz="2800" b="1">
                <a:solidFill>
                  <a:schemeClr val="tx1"/>
                </a:solidFill>
                <a:latin typeface="微软雅黑" panose="020B0503020204020204" charset="-122"/>
                <a:ea typeface="微软雅黑" panose="020B0503020204020204" charset="-122"/>
                <a:cs typeface="微软雅黑" panose="020B0503020204020204" charset="-122"/>
              </a:rPr>
              <a:t>:</a:t>
            </a:r>
            <a:r>
              <a:rPr lang="en-US" sz="2800">
                <a:solidFill>
                  <a:schemeClr val="tx1"/>
                </a:solidFill>
                <a:latin typeface="微软雅黑" panose="020B0503020204020204" charset="-122"/>
                <a:ea typeface="微软雅黑" panose="020B0503020204020204" charset="-122"/>
                <a:cs typeface="微软雅黑" panose="020B0503020204020204" charset="-122"/>
              </a:rPr>
              <a:t> </a:t>
            </a:r>
            <a:r>
              <a:rPr lang="zh-CN" altLang="en-US" sz="2400">
                <a:solidFill>
                  <a:schemeClr val="accent1"/>
                </a:solidFill>
                <a:latin typeface="微软雅黑" panose="020B0503020204020204" charset="-122"/>
                <a:ea typeface="微软雅黑" panose="020B0503020204020204" charset="-122"/>
                <a:cs typeface="微软雅黑" panose="020B0503020204020204" charset="-122"/>
              </a:rPr>
              <a:t>TCL瞬态峰值亮度设计逻辑</a:t>
            </a:r>
            <a:r>
              <a:rPr lang="en-US" altLang="zh-CN">
                <a:solidFill>
                  <a:schemeClr val="accent1"/>
                </a:solidFill>
                <a:latin typeface="微软雅黑" panose="020B0503020204020204" charset="-122"/>
                <a:ea typeface="微软雅黑" panose="020B0503020204020204" charset="-122"/>
                <a:cs typeface="微软雅黑" panose="020B0503020204020204" charset="-122"/>
              </a:rPr>
              <a:t>(10%</a:t>
            </a:r>
            <a:r>
              <a:rPr lang="zh-CN" altLang="en-US">
                <a:solidFill>
                  <a:schemeClr val="accent1"/>
                </a:solidFill>
                <a:latin typeface="微软雅黑" panose="020B0503020204020204" charset="-122"/>
                <a:ea typeface="微软雅黑" panose="020B0503020204020204" charset="-122"/>
                <a:cs typeface="微软雅黑" panose="020B0503020204020204" charset="-122"/>
              </a:rPr>
              <a:t>窗口为例</a:t>
            </a:r>
            <a:r>
              <a:rPr lang="en-US" altLang="zh-CN">
                <a:solidFill>
                  <a:schemeClr val="accent1"/>
                </a:solidFill>
                <a:latin typeface="微软雅黑" panose="020B0503020204020204" charset="-122"/>
                <a:ea typeface="微软雅黑" panose="020B0503020204020204" charset="-122"/>
                <a:cs typeface="微软雅黑" panose="020B0503020204020204" charset="-122"/>
              </a:rPr>
              <a:t>)</a:t>
            </a:r>
            <a:endParaRPr lang="en-US" altLang="zh-CN">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5" name="矩形 4"/>
          <p:cNvSpPr/>
          <p:nvPr>
            <p:custDataLst>
              <p:tags r:id="rId2"/>
            </p:custDataLst>
          </p:nvPr>
        </p:nvSpPr>
        <p:spPr>
          <a:xfrm>
            <a:off x="-1905" y="574675"/>
            <a:ext cx="159385" cy="6318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custDataLst>
              <p:tags r:id="rId3"/>
            </p:custDataLst>
          </p:nvPr>
        </p:nvSpPr>
        <p:spPr>
          <a:xfrm>
            <a:off x="480695" y="1552575"/>
            <a:ext cx="5618480" cy="553085"/>
          </a:xfrm>
          <a:prstGeom prst="rect">
            <a:avLst/>
          </a:prstGeom>
          <a:noFill/>
        </p:spPr>
        <p:txBody>
          <a:bodyPr wrap="square" rtlCol="0">
            <a:spAutoFit/>
          </a:bodyPr>
          <a:p>
            <a:pPr marL="285750" indent="-285750" algn="just">
              <a:lnSpc>
                <a:spcPct val="150000"/>
              </a:lnSpc>
              <a:buFont typeface="Arial" panose="020B0604020202020204" pitchFamily="34" charset="0"/>
              <a:buChar char="•"/>
            </a:pPr>
            <a:r>
              <a:rPr lang="zh-CN" altLang="en-US" sz="1000" b="1" u="sng">
                <a:solidFill>
                  <a:schemeClr val="tx1"/>
                </a:solidFill>
                <a:latin typeface="微软雅黑" panose="020B0503020204020204" charset="-122"/>
                <a:ea typeface="微软雅黑" panose="020B0503020204020204" charset="-122"/>
                <a:cs typeface="微软雅黑" panose="020B0503020204020204" charset="-122"/>
                <a:sym typeface="+mn-ea"/>
              </a:rPr>
              <a:t>瞬态30+秒后切到主页停留1分钟后切回</a:t>
            </a:r>
            <a:endParaRPr lang="zh-CN" altLang="en-US" sz="1000" b="1" u="sng">
              <a:solidFill>
                <a:schemeClr val="tx1"/>
              </a:solidFill>
              <a:latin typeface="微软雅黑" panose="020B0503020204020204" charset="-122"/>
              <a:ea typeface="微软雅黑" panose="020B0503020204020204" charset="-122"/>
              <a:cs typeface="微软雅黑" panose="020B0503020204020204" charset="-122"/>
              <a:sym typeface="+mn-ea"/>
            </a:endParaRPr>
          </a:p>
          <a:p>
            <a:pPr marL="285750" indent="-285750" algn="just">
              <a:lnSpc>
                <a:spcPct val="150000"/>
              </a:lnSpc>
              <a:buFont typeface="Arial" panose="020B0604020202020204" pitchFamily="34" charset="0"/>
              <a:buChar char="•"/>
            </a:pPr>
            <a:r>
              <a:rPr lang="en-US" altLang="zh-CN" sz="1000">
                <a:solidFill>
                  <a:schemeClr val="tx1"/>
                </a:solidFill>
                <a:latin typeface="微软雅黑" panose="020B0503020204020204" charset="-122"/>
                <a:ea typeface="微软雅黑" panose="020B0503020204020204" charset="-122"/>
                <a:cs typeface="微软雅黑" panose="020B0503020204020204" charset="-122"/>
                <a:sym typeface="+mn-ea"/>
              </a:rPr>
              <a:t>会再次冲高至5000+后回落，瞬态峰值亮度累计时间为180秒，</a:t>
            </a:r>
            <a:r>
              <a:rPr lang="en-US" altLang="zh-CN" sz="1000" b="1">
                <a:solidFill>
                  <a:srgbClr val="FF0000"/>
                </a:solidFill>
                <a:latin typeface="微软雅黑" panose="020B0503020204020204" charset="-122"/>
                <a:ea typeface="微软雅黑" panose="020B0503020204020204" charset="-122"/>
                <a:cs typeface="微软雅黑" panose="020B0503020204020204" charset="-122"/>
                <a:sym typeface="+mn-ea"/>
              </a:rPr>
              <a:t>不会重新开始进入瞬态周期</a:t>
            </a:r>
            <a:r>
              <a:rPr lang="en-US" altLang="zh-CN" sz="1000">
                <a:solidFill>
                  <a:schemeClr val="tx1"/>
                </a:solidFill>
                <a:latin typeface="微软雅黑" panose="020B0503020204020204" charset="-122"/>
                <a:ea typeface="微软雅黑" panose="020B0503020204020204" charset="-122"/>
                <a:cs typeface="微软雅黑" panose="020B0503020204020204" charset="-122"/>
                <a:sym typeface="+mn-ea"/>
              </a:rPr>
              <a:t>。</a:t>
            </a:r>
            <a:endParaRPr lang="en-US" altLang="zh-CN" sz="100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pic>
        <p:nvPicPr>
          <p:cNvPr id="13" name="图片 12" descr="2222"/>
          <p:cNvPicPr>
            <a:picLocks noChangeAspect="1"/>
          </p:cNvPicPr>
          <p:nvPr/>
        </p:nvPicPr>
        <p:blipFill>
          <a:blip r:embed="rId4"/>
          <a:stretch>
            <a:fillRect/>
          </a:stretch>
        </p:blipFill>
        <p:spPr>
          <a:xfrm>
            <a:off x="801370" y="4656455"/>
            <a:ext cx="2778125" cy="1631315"/>
          </a:xfrm>
          <a:prstGeom prst="rect">
            <a:avLst/>
          </a:prstGeom>
        </p:spPr>
      </p:pic>
      <p:sp>
        <p:nvSpPr>
          <p:cNvPr id="14" name="文本框 13"/>
          <p:cNvSpPr txBox="1"/>
          <p:nvPr>
            <p:custDataLst>
              <p:tags r:id="rId5"/>
            </p:custDataLst>
          </p:nvPr>
        </p:nvSpPr>
        <p:spPr>
          <a:xfrm>
            <a:off x="511175" y="3068955"/>
            <a:ext cx="5666740" cy="783590"/>
          </a:xfrm>
          <a:prstGeom prst="rect">
            <a:avLst/>
          </a:prstGeom>
          <a:noFill/>
        </p:spPr>
        <p:txBody>
          <a:bodyPr wrap="square" rtlCol="0">
            <a:spAutoFit/>
          </a:bodyPr>
          <a:p>
            <a:pPr marL="285750" indent="-285750" algn="just">
              <a:lnSpc>
                <a:spcPct val="150000"/>
              </a:lnSpc>
              <a:buFont typeface="Arial" panose="020B0604020202020204" pitchFamily="34" charset="0"/>
              <a:buChar char="•"/>
            </a:pPr>
            <a:r>
              <a:rPr lang="zh-CN" altLang="en-US" sz="1000" b="1" u="sng">
                <a:solidFill>
                  <a:schemeClr val="tx1"/>
                </a:solidFill>
                <a:latin typeface="微软雅黑" panose="020B0503020204020204" charset="-122"/>
                <a:ea typeface="微软雅黑" panose="020B0503020204020204" charset="-122"/>
                <a:cs typeface="微软雅黑" panose="020B0503020204020204" charset="-122"/>
                <a:sym typeface="+mn-ea"/>
              </a:rPr>
              <a:t>瞬态30+秒后切到主页停留2分钟后切回</a:t>
            </a:r>
            <a:endParaRPr lang="zh-CN" altLang="en-US" sz="1000" b="1" u="sng">
              <a:solidFill>
                <a:schemeClr val="tx1"/>
              </a:solidFill>
              <a:latin typeface="微软雅黑" panose="020B0503020204020204" charset="-122"/>
              <a:ea typeface="微软雅黑" panose="020B0503020204020204" charset="-122"/>
              <a:cs typeface="微软雅黑" panose="020B0503020204020204" charset="-122"/>
              <a:sym typeface="+mn-ea"/>
            </a:endParaRPr>
          </a:p>
          <a:p>
            <a:pPr marL="285750" indent="-285750" algn="just">
              <a:lnSpc>
                <a:spcPct val="150000"/>
              </a:lnSpc>
              <a:buFont typeface="Arial" panose="020B0604020202020204" pitchFamily="34" charset="0"/>
              <a:buChar char="•"/>
            </a:pPr>
            <a:r>
              <a:rPr lang="en-US" altLang="zh-CN" sz="1000">
                <a:solidFill>
                  <a:schemeClr val="tx1"/>
                </a:solidFill>
                <a:latin typeface="微软雅黑" panose="020B0503020204020204" charset="-122"/>
                <a:ea typeface="微软雅黑" panose="020B0503020204020204" charset="-122"/>
                <a:cs typeface="微软雅黑" panose="020B0503020204020204" charset="-122"/>
                <a:sym typeface="+mn-ea"/>
              </a:rPr>
              <a:t>会再次冲高至5000+后回落，</a:t>
            </a:r>
            <a:r>
              <a:rPr lang="en-US" altLang="zh-CN" sz="1000">
                <a:latin typeface="微软雅黑" panose="020B0503020204020204" charset="-122"/>
                <a:ea typeface="微软雅黑" panose="020B0503020204020204" charset="-122"/>
                <a:cs typeface="微软雅黑" panose="020B0503020204020204" charset="-122"/>
                <a:sym typeface="+mn-ea"/>
              </a:rPr>
              <a:t>瞬态峰值亮度累计时间为173秒，</a:t>
            </a:r>
            <a:r>
              <a:rPr lang="en-US" altLang="zh-CN" sz="1000" b="1">
                <a:solidFill>
                  <a:srgbClr val="FF0000"/>
                </a:solidFill>
                <a:latin typeface="微软雅黑" panose="020B0503020204020204" charset="-122"/>
                <a:ea typeface="微软雅黑" panose="020B0503020204020204" charset="-122"/>
                <a:cs typeface="微软雅黑" panose="020B0503020204020204" charset="-122"/>
                <a:sym typeface="+mn-ea"/>
              </a:rPr>
              <a:t>重新开始新一轮瞬态峰值亮度周期</a:t>
            </a:r>
            <a:r>
              <a:rPr lang="en-US" altLang="zh-CN" sz="1000">
                <a:solidFill>
                  <a:schemeClr val="tx1"/>
                </a:solidFill>
                <a:latin typeface="微软雅黑" panose="020B0503020204020204" charset="-122"/>
                <a:ea typeface="微软雅黑" panose="020B0503020204020204" charset="-122"/>
                <a:cs typeface="微软雅黑" panose="020B0503020204020204" charset="-122"/>
                <a:sym typeface="+mn-ea"/>
              </a:rPr>
              <a:t>。</a:t>
            </a:r>
            <a:endParaRPr lang="en-US" altLang="zh-CN" sz="100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pic>
        <p:nvPicPr>
          <p:cNvPr id="16" name="图片 15" descr="99999"/>
          <p:cNvPicPr>
            <a:picLocks noChangeAspect="1"/>
          </p:cNvPicPr>
          <p:nvPr/>
        </p:nvPicPr>
        <p:blipFill>
          <a:blip r:embed="rId6"/>
          <a:stretch>
            <a:fillRect/>
          </a:stretch>
        </p:blipFill>
        <p:spPr>
          <a:xfrm>
            <a:off x="3686175" y="4776470"/>
            <a:ext cx="2884170" cy="1518920"/>
          </a:xfrm>
          <a:prstGeom prst="rect">
            <a:avLst/>
          </a:prstGeom>
        </p:spPr>
      </p:pic>
      <p:graphicFrame>
        <p:nvGraphicFramePr>
          <p:cNvPr id="17" name="表格 16"/>
          <p:cNvGraphicFramePr/>
          <p:nvPr>
            <p:custDataLst>
              <p:tags r:id="rId7"/>
            </p:custDataLst>
          </p:nvPr>
        </p:nvGraphicFramePr>
        <p:xfrm>
          <a:off x="876300" y="2177415"/>
          <a:ext cx="5213350" cy="729615"/>
        </p:xfrm>
        <a:graphic>
          <a:graphicData uri="http://schemas.openxmlformats.org/drawingml/2006/table">
            <a:tbl>
              <a:tblPr firstRow="1" bandRow="1">
                <a:tableStyleId>{5940675A-B579-460E-94D1-54222C63F5DA}</a:tableStyleId>
              </a:tblPr>
              <a:tblGrid>
                <a:gridCol w="1762125"/>
                <a:gridCol w="1764665"/>
                <a:gridCol w="1686560"/>
              </a:tblGrid>
              <a:tr h="243205">
                <a:tc>
                  <a:txBody>
                    <a:bodyPr/>
                    <a:p>
                      <a:pPr algn="ctr">
                        <a:buNone/>
                      </a:pPr>
                      <a:r>
                        <a:rPr lang="zh-CN" altLang="en-US" sz="800">
                          <a:latin typeface="微软雅黑" panose="020B0503020204020204" charset="-122"/>
                          <a:ea typeface="微软雅黑" panose="020B0503020204020204" charset="-122"/>
                        </a:rPr>
                        <a:t>首次瞬态</a:t>
                      </a:r>
                      <a:endParaRPr lang="zh-CN" altLang="en-US" sz="800">
                        <a:latin typeface="微软雅黑" panose="020B0503020204020204" charset="-122"/>
                        <a:ea typeface="微软雅黑" panose="020B0503020204020204" charset="-122"/>
                      </a:endParaRPr>
                    </a:p>
                  </a:txBody>
                  <a:tcPr anchor="ctr" anchorCtr="0"/>
                </a:tc>
                <a:tc>
                  <a:txBody>
                    <a:bodyPr/>
                    <a:p>
                      <a:pPr algn="ctr">
                        <a:buNone/>
                      </a:pPr>
                      <a:r>
                        <a:rPr lang="zh-CN" altLang="en-US" sz="800">
                          <a:latin typeface="微软雅黑" panose="020B0503020204020204" charset="-122"/>
                          <a:ea typeface="微软雅黑" panose="020B0503020204020204" charset="-122"/>
                        </a:rPr>
                        <a:t>切回</a:t>
                      </a:r>
                      <a:r>
                        <a:rPr lang="zh-CN" altLang="en-US" sz="800">
                          <a:latin typeface="微软雅黑" panose="020B0503020204020204" charset="-122"/>
                          <a:ea typeface="微软雅黑" panose="020B0503020204020204" charset="-122"/>
                        </a:rPr>
                        <a:t>主页</a:t>
                      </a:r>
                      <a:endParaRPr lang="zh-CN" altLang="en-US" sz="800">
                        <a:latin typeface="微软雅黑" panose="020B0503020204020204" charset="-122"/>
                        <a:ea typeface="微软雅黑" panose="020B0503020204020204" charset="-122"/>
                      </a:endParaRPr>
                    </a:p>
                  </a:txBody>
                  <a:tcPr anchor="ctr" anchorCtr="0"/>
                </a:tc>
                <a:tc>
                  <a:txBody>
                    <a:bodyPr/>
                    <a:p>
                      <a:pPr algn="ctr">
                        <a:buNone/>
                      </a:pPr>
                      <a:r>
                        <a:rPr lang="zh-CN" altLang="en-US" sz="800">
                          <a:latin typeface="微软雅黑" panose="020B0503020204020204" charset="-122"/>
                          <a:ea typeface="微软雅黑" panose="020B0503020204020204" charset="-122"/>
                        </a:rPr>
                        <a:t>再次进入</a:t>
                      </a:r>
                      <a:r>
                        <a:rPr lang="zh-CN" altLang="en-US" sz="800">
                          <a:latin typeface="微软雅黑" panose="020B0503020204020204" charset="-122"/>
                          <a:ea typeface="微软雅黑" panose="020B0503020204020204" charset="-122"/>
                        </a:rPr>
                        <a:t>瞬态</a:t>
                      </a:r>
                      <a:endParaRPr lang="zh-CN" altLang="en-US" sz="800">
                        <a:latin typeface="微软雅黑" panose="020B0503020204020204" charset="-122"/>
                        <a:ea typeface="微软雅黑" panose="020B0503020204020204" charset="-122"/>
                      </a:endParaRPr>
                    </a:p>
                  </a:txBody>
                  <a:tcPr anchor="ctr" anchorCtr="0"/>
                </a:tc>
              </a:tr>
              <a:tr h="243205">
                <a:tc>
                  <a:txBody>
                    <a:bodyPr/>
                    <a:p>
                      <a:pPr algn="ctr">
                        <a:buNone/>
                      </a:pPr>
                      <a:r>
                        <a:rPr lang="zh-CN" altLang="en-US" sz="800">
                          <a:latin typeface="微软雅黑" panose="020B0503020204020204" charset="-122"/>
                          <a:ea typeface="微软雅黑" panose="020B0503020204020204" charset="-122"/>
                        </a:rPr>
                        <a:t>17:35:00~17:35:44</a:t>
                      </a:r>
                      <a:endParaRPr lang="zh-CN" altLang="en-US" sz="800">
                        <a:latin typeface="微软雅黑" panose="020B0503020204020204" charset="-122"/>
                        <a:ea typeface="微软雅黑" panose="020B0503020204020204" charset="-122"/>
                      </a:endParaRPr>
                    </a:p>
                  </a:txBody>
                  <a:tcPr anchor="ctr" anchorCtr="0"/>
                </a:tc>
                <a:tc>
                  <a:txBody>
                    <a:bodyPr/>
                    <a:p>
                      <a:pPr algn="ctr">
                        <a:buNone/>
                      </a:pPr>
                      <a:r>
                        <a:rPr lang="zh-CN" altLang="en-US" sz="800">
                          <a:latin typeface="微软雅黑" panose="020B0503020204020204" charset="-122"/>
                          <a:ea typeface="微软雅黑" panose="020B0503020204020204" charset="-122"/>
                        </a:rPr>
                        <a:t>17:35:45~17:36:46</a:t>
                      </a:r>
                      <a:endParaRPr lang="zh-CN" altLang="en-US" sz="800">
                        <a:latin typeface="微软雅黑" panose="020B0503020204020204" charset="-122"/>
                        <a:ea typeface="微软雅黑" panose="020B0503020204020204" charset="-122"/>
                      </a:endParaRPr>
                    </a:p>
                  </a:txBody>
                  <a:tcPr anchor="ctr" anchorCtr="0"/>
                </a:tc>
                <a:tc>
                  <a:txBody>
                    <a:bodyPr/>
                    <a:p>
                      <a:pPr algn="ctr">
                        <a:buNone/>
                      </a:pPr>
                      <a:r>
                        <a:rPr lang="zh-CN" altLang="en-US" sz="800">
                          <a:latin typeface="微软雅黑" panose="020B0503020204020204" charset="-122"/>
                          <a:ea typeface="微软雅黑" panose="020B0503020204020204" charset="-122"/>
                        </a:rPr>
                        <a:t>17:36:54~17</a:t>
                      </a:r>
                      <a:r>
                        <a:rPr lang="zh-CN" altLang="en-US" sz="800">
                          <a:latin typeface="微软雅黑" panose="020B0503020204020204" charset="-122"/>
                          <a:ea typeface="微软雅黑" panose="020B0503020204020204" charset="-122"/>
                          <a:sym typeface="+mn-ea"/>
                        </a:rPr>
                        <a:t>:</a:t>
                      </a:r>
                      <a:r>
                        <a:rPr lang="zh-CN" altLang="en-US" sz="800">
                          <a:latin typeface="微软雅黑" panose="020B0503020204020204" charset="-122"/>
                          <a:ea typeface="微软雅黑" panose="020B0503020204020204" charset="-122"/>
                        </a:rPr>
                        <a:t>39</a:t>
                      </a:r>
                      <a:r>
                        <a:rPr lang="zh-CN" altLang="en-US" sz="800">
                          <a:latin typeface="微软雅黑" panose="020B0503020204020204" charset="-122"/>
                          <a:ea typeface="微软雅黑" panose="020B0503020204020204" charset="-122"/>
                          <a:sym typeface="+mn-ea"/>
                        </a:rPr>
                        <a:t>:</a:t>
                      </a:r>
                      <a:r>
                        <a:rPr lang="zh-CN" altLang="en-US" sz="800">
                          <a:latin typeface="微软雅黑" panose="020B0503020204020204" charset="-122"/>
                          <a:ea typeface="微软雅黑" panose="020B0503020204020204" charset="-122"/>
                        </a:rPr>
                        <a:t>17</a:t>
                      </a:r>
                      <a:endParaRPr lang="zh-CN" altLang="en-US" sz="800">
                        <a:latin typeface="微软雅黑" panose="020B0503020204020204" charset="-122"/>
                        <a:ea typeface="微软雅黑" panose="020B0503020204020204" charset="-122"/>
                      </a:endParaRPr>
                    </a:p>
                  </a:txBody>
                  <a:tcPr anchor="ctr" anchorCtr="0"/>
                </a:tc>
              </a:tr>
              <a:tr h="243205">
                <a:tc>
                  <a:txBody>
                    <a:bodyPr/>
                    <a:p>
                      <a:pPr algn="ctr">
                        <a:buNone/>
                      </a:pPr>
                      <a:r>
                        <a:rPr lang="en-US" altLang="zh-CN" sz="800">
                          <a:solidFill>
                            <a:srgbClr val="FF0000"/>
                          </a:solidFill>
                          <a:latin typeface="微软雅黑" panose="020B0503020204020204" charset="-122"/>
                          <a:ea typeface="微软雅黑" panose="020B0503020204020204" charset="-122"/>
                        </a:rPr>
                        <a:t>44s</a:t>
                      </a:r>
                      <a:endParaRPr lang="en-US" altLang="zh-CN" sz="800">
                        <a:solidFill>
                          <a:srgbClr val="FF0000"/>
                        </a:solidFill>
                        <a:latin typeface="微软雅黑" panose="020B0503020204020204" charset="-122"/>
                        <a:ea typeface="微软雅黑" panose="020B0503020204020204" charset="-122"/>
                      </a:endParaRPr>
                    </a:p>
                  </a:txBody>
                  <a:tcPr anchor="ctr" anchorCtr="0"/>
                </a:tc>
                <a:tc>
                  <a:txBody>
                    <a:bodyPr/>
                    <a:p>
                      <a:pPr algn="ctr">
                        <a:buNone/>
                      </a:pPr>
                      <a:r>
                        <a:rPr lang="en-US" altLang="zh-CN" sz="800" b="1">
                          <a:solidFill>
                            <a:schemeClr val="tx1"/>
                          </a:solidFill>
                          <a:latin typeface="微软雅黑" panose="020B0503020204020204" charset="-122"/>
                          <a:ea typeface="微软雅黑" panose="020B0503020204020204" charset="-122"/>
                        </a:rPr>
                        <a:t>61s</a:t>
                      </a:r>
                      <a:endParaRPr lang="en-US" altLang="zh-CN" sz="800" b="1">
                        <a:solidFill>
                          <a:schemeClr val="tx1"/>
                        </a:solidFill>
                        <a:latin typeface="微软雅黑" panose="020B0503020204020204" charset="-122"/>
                        <a:ea typeface="微软雅黑" panose="020B0503020204020204" charset="-122"/>
                      </a:endParaRPr>
                    </a:p>
                  </a:txBody>
                  <a:tcPr anchor="ctr" anchorCtr="0"/>
                </a:tc>
                <a:tc>
                  <a:txBody>
                    <a:bodyPr/>
                    <a:p>
                      <a:pPr algn="ctr">
                        <a:buNone/>
                      </a:pPr>
                      <a:r>
                        <a:rPr lang="en-US" altLang="zh-CN" sz="800">
                          <a:solidFill>
                            <a:srgbClr val="FF0000"/>
                          </a:solidFill>
                          <a:latin typeface="微软雅黑" panose="020B0503020204020204" charset="-122"/>
                          <a:ea typeface="微软雅黑" panose="020B0503020204020204" charset="-122"/>
                        </a:rPr>
                        <a:t>144s</a:t>
                      </a:r>
                      <a:endParaRPr lang="en-US" altLang="zh-CN" sz="800">
                        <a:solidFill>
                          <a:srgbClr val="FF0000"/>
                        </a:solidFill>
                        <a:latin typeface="微软雅黑" panose="020B0503020204020204" charset="-122"/>
                        <a:ea typeface="微软雅黑" panose="020B0503020204020204" charset="-122"/>
                      </a:endParaRPr>
                    </a:p>
                  </a:txBody>
                  <a:tcPr anchor="ctr" anchorCtr="0"/>
                </a:tc>
              </a:tr>
            </a:tbl>
          </a:graphicData>
        </a:graphic>
      </p:graphicFrame>
      <p:graphicFrame>
        <p:nvGraphicFramePr>
          <p:cNvPr id="18" name="表格 17"/>
          <p:cNvGraphicFramePr/>
          <p:nvPr>
            <p:custDataLst>
              <p:tags r:id="rId8"/>
            </p:custDataLst>
          </p:nvPr>
        </p:nvGraphicFramePr>
        <p:xfrm>
          <a:off x="894080" y="3900805"/>
          <a:ext cx="5233035" cy="715010"/>
        </p:xfrm>
        <a:graphic>
          <a:graphicData uri="http://schemas.openxmlformats.org/drawingml/2006/table">
            <a:tbl>
              <a:tblPr firstRow="1" bandRow="1">
                <a:tableStyleId>{5940675A-B579-460E-94D1-54222C63F5DA}</a:tableStyleId>
              </a:tblPr>
              <a:tblGrid>
                <a:gridCol w="1744345"/>
                <a:gridCol w="1744345"/>
                <a:gridCol w="1744345"/>
              </a:tblGrid>
              <a:tr h="227330">
                <a:tc>
                  <a:txBody>
                    <a:bodyPr/>
                    <a:p>
                      <a:pPr algn="ctr">
                        <a:buNone/>
                      </a:pPr>
                      <a:r>
                        <a:rPr lang="zh-CN" altLang="en-US" sz="800">
                          <a:latin typeface="微软雅黑" panose="020B0503020204020204" charset="-122"/>
                          <a:ea typeface="微软雅黑" panose="020B0503020204020204" charset="-122"/>
                        </a:rPr>
                        <a:t>首次瞬态</a:t>
                      </a:r>
                      <a:endParaRPr lang="zh-CN" altLang="en-US" sz="800">
                        <a:latin typeface="微软雅黑" panose="020B0503020204020204" charset="-122"/>
                        <a:ea typeface="微软雅黑" panose="020B0503020204020204" charset="-122"/>
                      </a:endParaRPr>
                    </a:p>
                  </a:txBody>
                  <a:tcPr anchor="ctr" anchorCtr="0"/>
                </a:tc>
                <a:tc>
                  <a:txBody>
                    <a:bodyPr/>
                    <a:p>
                      <a:pPr algn="ctr">
                        <a:buNone/>
                      </a:pPr>
                      <a:r>
                        <a:rPr lang="zh-CN" altLang="en-US" sz="800">
                          <a:latin typeface="微软雅黑" panose="020B0503020204020204" charset="-122"/>
                          <a:ea typeface="微软雅黑" panose="020B0503020204020204" charset="-122"/>
                        </a:rPr>
                        <a:t>切回</a:t>
                      </a:r>
                      <a:r>
                        <a:rPr lang="zh-CN" altLang="en-US" sz="800">
                          <a:latin typeface="微软雅黑" panose="020B0503020204020204" charset="-122"/>
                          <a:ea typeface="微软雅黑" panose="020B0503020204020204" charset="-122"/>
                        </a:rPr>
                        <a:t>主页</a:t>
                      </a:r>
                      <a:endParaRPr lang="zh-CN" altLang="en-US" sz="800">
                        <a:latin typeface="微软雅黑" panose="020B0503020204020204" charset="-122"/>
                        <a:ea typeface="微软雅黑" panose="020B0503020204020204" charset="-122"/>
                      </a:endParaRPr>
                    </a:p>
                  </a:txBody>
                  <a:tcPr anchor="ctr" anchorCtr="0"/>
                </a:tc>
                <a:tc>
                  <a:txBody>
                    <a:bodyPr/>
                    <a:p>
                      <a:pPr algn="ctr">
                        <a:buNone/>
                      </a:pPr>
                      <a:r>
                        <a:rPr lang="zh-CN" altLang="en-US" sz="800">
                          <a:latin typeface="微软雅黑" panose="020B0503020204020204" charset="-122"/>
                          <a:ea typeface="微软雅黑" panose="020B0503020204020204" charset="-122"/>
                        </a:rPr>
                        <a:t>再次进入</a:t>
                      </a:r>
                      <a:r>
                        <a:rPr lang="zh-CN" altLang="en-US" sz="800">
                          <a:latin typeface="微软雅黑" panose="020B0503020204020204" charset="-122"/>
                          <a:ea typeface="微软雅黑" panose="020B0503020204020204" charset="-122"/>
                        </a:rPr>
                        <a:t>瞬态</a:t>
                      </a:r>
                      <a:endParaRPr lang="zh-CN" altLang="en-US" sz="800">
                        <a:latin typeface="微软雅黑" panose="020B0503020204020204" charset="-122"/>
                        <a:ea typeface="微软雅黑" panose="020B0503020204020204" charset="-122"/>
                      </a:endParaRPr>
                    </a:p>
                  </a:txBody>
                  <a:tcPr anchor="ctr" anchorCtr="0"/>
                </a:tc>
              </a:tr>
              <a:tr h="245745">
                <a:tc>
                  <a:txBody>
                    <a:bodyPr/>
                    <a:p>
                      <a:pPr algn="ctr">
                        <a:buNone/>
                      </a:pPr>
                      <a:r>
                        <a:rPr lang="zh-CN" altLang="en-US" sz="800">
                          <a:latin typeface="微软雅黑" panose="020B0503020204020204" charset="-122"/>
                          <a:ea typeface="微软雅黑" panose="020B0503020204020204" charset="-122"/>
                        </a:rPr>
                        <a:t>12:57:20~12:58:04</a:t>
                      </a:r>
                      <a:endParaRPr lang="zh-CN" altLang="en-US" sz="800">
                        <a:latin typeface="微软雅黑" panose="020B0503020204020204" charset="-122"/>
                        <a:ea typeface="微软雅黑" panose="020B0503020204020204" charset="-122"/>
                      </a:endParaRPr>
                    </a:p>
                  </a:txBody>
                  <a:tcPr anchor="ctr" anchorCtr="0"/>
                </a:tc>
                <a:tc>
                  <a:txBody>
                    <a:bodyPr/>
                    <a:p>
                      <a:pPr algn="ctr">
                        <a:buNone/>
                      </a:pPr>
                      <a:r>
                        <a:rPr lang="zh-CN" altLang="en-US" sz="800">
                          <a:latin typeface="微软雅黑" panose="020B0503020204020204" charset="-122"/>
                          <a:ea typeface="微软雅黑" panose="020B0503020204020204" charset="-122"/>
                        </a:rPr>
                        <a:t>12:58:08~13:00:08</a:t>
                      </a:r>
                      <a:endParaRPr lang="zh-CN" altLang="en-US" sz="800">
                        <a:latin typeface="微软雅黑" panose="020B0503020204020204" charset="-122"/>
                        <a:ea typeface="微软雅黑" panose="020B0503020204020204" charset="-122"/>
                      </a:endParaRPr>
                    </a:p>
                  </a:txBody>
                  <a:tcPr anchor="ctr" anchorCtr="0"/>
                </a:tc>
                <a:tc>
                  <a:txBody>
                    <a:bodyPr/>
                    <a:p>
                      <a:pPr algn="ctr">
                        <a:buNone/>
                      </a:pPr>
                      <a:r>
                        <a:rPr lang="zh-CN" altLang="en-US" sz="800">
                          <a:latin typeface="微软雅黑" panose="020B0503020204020204" charset="-122"/>
                          <a:ea typeface="微软雅黑" panose="020B0503020204020204" charset="-122"/>
                        </a:rPr>
                        <a:t>13:00:16~13:03:06</a:t>
                      </a:r>
                      <a:endParaRPr lang="zh-CN" altLang="en-US" sz="800">
                        <a:latin typeface="微软雅黑" panose="020B0503020204020204" charset="-122"/>
                        <a:ea typeface="微软雅黑" panose="020B0503020204020204" charset="-122"/>
                      </a:endParaRPr>
                    </a:p>
                  </a:txBody>
                  <a:tcPr anchor="ctr" anchorCtr="0"/>
                </a:tc>
              </a:tr>
              <a:tr h="241935">
                <a:tc>
                  <a:txBody>
                    <a:bodyPr/>
                    <a:p>
                      <a:pPr algn="ctr">
                        <a:buNone/>
                      </a:pPr>
                      <a:r>
                        <a:rPr lang="en-US" altLang="zh-CN" sz="800">
                          <a:latin typeface="微软雅黑" panose="020B0503020204020204" charset="-122"/>
                          <a:ea typeface="微软雅黑" panose="020B0503020204020204" charset="-122"/>
                        </a:rPr>
                        <a:t>45s</a:t>
                      </a:r>
                      <a:endParaRPr lang="en-US" altLang="zh-CN" sz="800">
                        <a:latin typeface="微软雅黑" panose="020B0503020204020204" charset="-122"/>
                        <a:ea typeface="微软雅黑" panose="020B0503020204020204" charset="-122"/>
                      </a:endParaRPr>
                    </a:p>
                  </a:txBody>
                  <a:tcPr anchor="ctr" anchorCtr="0"/>
                </a:tc>
                <a:tc>
                  <a:txBody>
                    <a:bodyPr/>
                    <a:p>
                      <a:pPr algn="ctr">
                        <a:buNone/>
                      </a:pPr>
                      <a:r>
                        <a:rPr lang="en-US" altLang="zh-CN" sz="800" b="1">
                          <a:latin typeface="微软雅黑" panose="020B0503020204020204" charset="-122"/>
                          <a:ea typeface="微软雅黑" panose="020B0503020204020204" charset="-122"/>
                        </a:rPr>
                        <a:t>120s</a:t>
                      </a:r>
                      <a:endParaRPr lang="en-US" altLang="zh-CN" sz="800" b="1">
                        <a:latin typeface="微软雅黑" panose="020B0503020204020204" charset="-122"/>
                        <a:ea typeface="微软雅黑" panose="020B0503020204020204" charset="-122"/>
                      </a:endParaRPr>
                    </a:p>
                  </a:txBody>
                  <a:tcPr anchor="ctr" anchorCtr="0"/>
                </a:tc>
                <a:tc>
                  <a:txBody>
                    <a:bodyPr/>
                    <a:p>
                      <a:pPr algn="ctr">
                        <a:buNone/>
                      </a:pPr>
                      <a:r>
                        <a:rPr lang="en-US" altLang="zh-CN" sz="800">
                          <a:solidFill>
                            <a:srgbClr val="FF0000"/>
                          </a:solidFill>
                          <a:latin typeface="微软雅黑" panose="020B0503020204020204" charset="-122"/>
                          <a:ea typeface="微软雅黑" panose="020B0503020204020204" charset="-122"/>
                        </a:rPr>
                        <a:t>173s</a:t>
                      </a:r>
                      <a:endParaRPr lang="en-US" altLang="zh-CN" sz="800">
                        <a:solidFill>
                          <a:srgbClr val="FF0000"/>
                        </a:solidFill>
                        <a:latin typeface="微软雅黑" panose="020B0503020204020204" charset="-122"/>
                        <a:ea typeface="微软雅黑" panose="020B0503020204020204" charset="-122"/>
                      </a:endParaRPr>
                    </a:p>
                  </a:txBody>
                  <a:tcPr anchor="ctr" anchorCtr="0"/>
                </a:tc>
              </a:tr>
            </a:tbl>
          </a:graphicData>
        </a:graphic>
      </p:graphicFrame>
      <p:sp>
        <p:nvSpPr>
          <p:cNvPr id="2" name="文本框 1"/>
          <p:cNvSpPr txBox="1"/>
          <p:nvPr/>
        </p:nvSpPr>
        <p:spPr>
          <a:xfrm>
            <a:off x="459105" y="1281430"/>
            <a:ext cx="1494155" cy="275590"/>
          </a:xfrm>
          <a:prstGeom prst="rect">
            <a:avLst/>
          </a:prstGeom>
          <a:noFill/>
        </p:spPr>
        <p:txBody>
          <a:bodyPr wrap="square" rtlCol="0">
            <a:spAutoFit/>
          </a:bodyPr>
          <a:p>
            <a:r>
              <a:rPr lang="en-US" altLang="zh-CN" sz="1200">
                <a:highlight>
                  <a:srgbClr val="00FF00"/>
                </a:highlight>
                <a:latin typeface="微软雅黑" panose="020B0503020204020204" charset="-122"/>
                <a:ea typeface="微软雅黑" panose="020B0503020204020204" charset="-122"/>
                <a:cs typeface="微软雅黑" panose="020B0503020204020204" charset="-122"/>
              </a:rPr>
              <a:t>TCL</a:t>
            </a:r>
            <a:r>
              <a:rPr lang="zh-CN" altLang="en-US" sz="1200">
                <a:highlight>
                  <a:srgbClr val="00FF00"/>
                </a:highlight>
                <a:latin typeface="微软雅黑" panose="020B0503020204020204" charset="-122"/>
                <a:ea typeface="微软雅黑" panose="020B0503020204020204" charset="-122"/>
                <a:cs typeface="微软雅黑" panose="020B0503020204020204" charset="-122"/>
              </a:rPr>
              <a:t>瞬态设计逻辑</a:t>
            </a:r>
            <a:r>
              <a:rPr lang="en-US" altLang="zh-CN" sz="1200">
                <a:highlight>
                  <a:srgbClr val="00FF00"/>
                </a:highlight>
                <a:latin typeface="微软雅黑" panose="020B0503020204020204" charset="-122"/>
                <a:ea typeface="微软雅黑" panose="020B0503020204020204" charset="-122"/>
                <a:cs typeface="微软雅黑" panose="020B0503020204020204" charset="-122"/>
              </a:rPr>
              <a:t>:</a:t>
            </a:r>
            <a:endParaRPr lang="en-US" altLang="zh-CN" sz="1200">
              <a:highlight>
                <a:srgbClr val="00FF00"/>
              </a:highlight>
              <a:latin typeface="微软雅黑" panose="020B0503020204020204" charset="-122"/>
              <a:ea typeface="微软雅黑" panose="020B0503020204020204" charset="-122"/>
              <a:cs typeface="微软雅黑" panose="020B0503020204020204" charset="-122"/>
            </a:endParaRPr>
          </a:p>
        </p:txBody>
      </p:sp>
      <p:sp>
        <p:nvSpPr>
          <p:cNvPr id="3" name="文本框 2"/>
          <p:cNvSpPr txBox="1"/>
          <p:nvPr/>
        </p:nvSpPr>
        <p:spPr>
          <a:xfrm>
            <a:off x="7061835" y="1281430"/>
            <a:ext cx="1494155" cy="275590"/>
          </a:xfrm>
          <a:prstGeom prst="rect">
            <a:avLst/>
          </a:prstGeom>
          <a:noFill/>
        </p:spPr>
        <p:txBody>
          <a:bodyPr wrap="square" rtlCol="0">
            <a:spAutoFit/>
          </a:bodyPr>
          <a:p>
            <a:r>
              <a:rPr lang="zh-CN" altLang="en-US" sz="1200">
                <a:highlight>
                  <a:srgbClr val="FFFF00"/>
                </a:highlight>
                <a:latin typeface="微软雅黑" panose="020B0503020204020204" charset="-122"/>
                <a:ea typeface="微软雅黑" panose="020B0503020204020204" charset="-122"/>
                <a:cs typeface="微软雅黑" panose="020B0503020204020204" charset="-122"/>
              </a:rPr>
              <a:t>创维瞬态设计逻辑</a:t>
            </a:r>
            <a:r>
              <a:rPr lang="en-US" altLang="zh-CN" sz="1200">
                <a:highlight>
                  <a:srgbClr val="FFFF00"/>
                </a:highlight>
                <a:latin typeface="微软雅黑" panose="020B0503020204020204" charset="-122"/>
                <a:ea typeface="微软雅黑" panose="020B0503020204020204" charset="-122"/>
                <a:cs typeface="微软雅黑" panose="020B0503020204020204" charset="-122"/>
              </a:rPr>
              <a:t>:</a:t>
            </a:r>
            <a:endParaRPr lang="en-US" altLang="zh-CN" sz="1200">
              <a:highlight>
                <a:srgbClr val="FFFF00"/>
              </a:highlight>
              <a:latin typeface="微软雅黑" panose="020B0503020204020204" charset="-122"/>
              <a:ea typeface="微软雅黑" panose="020B0503020204020204" charset="-122"/>
              <a:cs typeface="微软雅黑" panose="020B0503020204020204" charset="-122"/>
            </a:endParaRPr>
          </a:p>
        </p:txBody>
      </p:sp>
      <p:sp>
        <p:nvSpPr>
          <p:cNvPr id="9" name="文本框 8"/>
          <p:cNvSpPr txBox="1"/>
          <p:nvPr>
            <p:custDataLst>
              <p:tags r:id="rId9"/>
            </p:custDataLst>
          </p:nvPr>
        </p:nvSpPr>
        <p:spPr>
          <a:xfrm>
            <a:off x="6729095" y="1557020"/>
            <a:ext cx="5618480" cy="553085"/>
          </a:xfrm>
          <a:prstGeom prst="rect">
            <a:avLst/>
          </a:prstGeom>
          <a:noFill/>
        </p:spPr>
        <p:txBody>
          <a:bodyPr wrap="square" rtlCol="0">
            <a:spAutoFit/>
          </a:bodyPr>
          <a:p>
            <a:pPr marL="285750" indent="-285750" algn="just">
              <a:lnSpc>
                <a:spcPct val="150000"/>
              </a:lnSpc>
              <a:buFont typeface="Arial" panose="020B0604020202020204" pitchFamily="34" charset="0"/>
              <a:buChar char="•"/>
            </a:pPr>
            <a:r>
              <a:rPr lang="zh-CN" altLang="en-US" sz="1000" b="1" u="sng">
                <a:solidFill>
                  <a:schemeClr val="tx1"/>
                </a:solidFill>
                <a:latin typeface="微软雅黑" panose="020B0503020204020204" charset="-122"/>
                <a:ea typeface="微软雅黑" panose="020B0503020204020204" charset="-122"/>
                <a:cs typeface="微软雅黑" panose="020B0503020204020204" charset="-122"/>
                <a:sym typeface="+mn-ea"/>
              </a:rPr>
              <a:t>瞬态</a:t>
            </a:r>
            <a:r>
              <a:rPr lang="en-US" altLang="zh-CN" sz="1000" b="1" u="sng">
                <a:solidFill>
                  <a:schemeClr val="tx1"/>
                </a:solidFill>
                <a:latin typeface="微软雅黑" panose="020B0503020204020204" charset="-122"/>
                <a:ea typeface="微软雅黑" panose="020B0503020204020204" charset="-122"/>
                <a:cs typeface="微软雅黑" panose="020B0503020204020204" charset="-122"/>
                <a:sym typeface="+mn-ea"/>
              </a:rPr>
              <a:t>10</a:t>
            </a:r>
            <a:r>
              <a:rPr lang="zh-CN" altLang="en-US" sz="1000" b="1" u="sng">
                <a:solidFill>
                  <a:schemeClr val="tx1"/>
                </a:solidFill>
                <a:latin typeface="微软雅黑" panose="020B0503020204020204" charset="-122"/>
                <a:ea typeface="微软雅黑" panose="020B0503020204020204" charset="-122"/>
                <a:cs typeface="微软雅黑" panose="020B0503020204020204" charset="-122"/>
                <a:sym typeface="+mn-ea"/>
              </a:rPr>
              <a:t>+秒后切到主页停留</a:t>
            </a:r>
            <a:r>
              <a:rPr lang="en-US" altLang="zh-CN" sz="1000" b="1" u="sng">
                <a:solidFill>
                  <a:schemeClr val="tx1"/>
                </a:solidFill>
                <a:latin typeface="微软雅黑" panose="020B0503020204020204" charset="-122"/>
                <a:ea typeface="微软雅黑" panose="020B0503020204020204" charset="-122"/>
                <a:cs typeface="微软雅黑" panose="020B0503020204020204" charset="-122"/>
                <a:sym typeface="+mn-ea"/>
              </a:rPr>
              <a:t>18</a:t>
            </a:r>
            <a:r>
              <a:rPr lang="zh-CN" altLang="en-US" sz="1000" b="1" u="sng">
                <a:solidFill>
                  <a:schemeClr val="tx1"/>
                </a:solidFill>
                <a:latin typeface="微软雅黑" panose="020B0503020204020204" charset="-122"/>
                <a:ea typeface="微软雅黑" panose="020B0503020204020204" charset="-122"/>
                <a:cs typeface="微软雅黑" panose="020B0503020204020204" charset="-122"/>
                <a:sym typeface="+mn-ea"/>
              </a:rPr>
              <a:t>秒</a:t>
            </a:r>
            <a:endParaRPr lang="zh-CN" altLang="en-US" sz="1000" b="1" u="sng">
              <a:solidFill>
                <a:schemeClr val="tx1"/>
              </a:solidFill>
              <a:latin typeface="微软雅黑" panose="020B0503020204020204" charset="-122"/>
              <a:ea typeface="微软雅黑" panose="020B0503020204020204" charset="-122"/>
              <a:cs typeface="微软雅黑" panose="020B0503020204020204" charset="-122"/>
              <a:sym typeface="+mn-ea"/>
            </a:endParaRPr>
          </a:p>
          <a:p>
            <a:pPr marL="285750" indent="-285750" algn="just">
              <a:lnSpc>
                <a:spcPct val="150000"/>
              </a:lnSpc>
              <a:buFont typeface="Arial" panose="020B0604020202020204" pitchFamily="34" charset="0"/>
              <a:buChar char="•"/>
            </a:pPr>
            <a:r>
              <a:rPr lang="en-US" altLang="zh-CN" sz="1000">
                <a:solidFill>
                  <a:schemeClr val="tx1"/>
                </a:solidFill>
                <a:latin typeface="微软雅黑" panose="020B0503020204020204" charset="-122"/>
                <a:ea typeface="微软雅黑" panose="020B0503020204020204" charset="-122"/>
                <a:cs typeface="微软雅黑" panose="020B0503020204020204" charset="-122"/>
                <a:sym typeface="+mn-ea"/>
              </a:rPr>
              <a:t>会再次冲高回落，</a:t>
            </a:r>
            <a:r>
              <a:rPr lang="en-US" altLang="zh-CN" sz="1000" b="1">
                <a:solidFill>
                  <a:srgbClr val="FF0000"/>
                </a:solidFill>
                <a:latin typeface="微软雅黑" panose="020B0503020204020204" charset="-122"/>
                <a:ea typeface="微软雅黑" panose="020B0503020204020204" charset="-122"/>
                <a:cs typeface="微软雅黑" panose="020B0503020204020204" charset="-122"/>
                <a:sym typeface="+mn-ea"/>
              </a:rPr>
              <a:t>重新开始</a:t>
            </a:r>
            <a:r>
              <a:rPr lang="zh-CN" altLang="en-US" sz="1000" b="1">
                <a:solidFill>
                  <a:srgbClr val="FF0000"/>
                </a:solidFill>
                <a:latin typeface="微软雅黑" panose="020B0503020204020204" charset="-122"/>
                <a:ea typeface="微软雅黑" panose="020B0503020204020204" charset="-122"/>
                <a:cs typeface="微软雅黑" panose="020B0503020204020204" charset="-122"/>
                <a:sym typeface="+mn-ea"/>
              </a:rPr>
              <a:t>新一轮</a:t>
            </a:r>
            <a:r>
              <a:rPr lang="en-US" altLang="zh-CN" sz="1000" b="1">
                <a:solidFill>
                  <a:srgbClr val="FF0000"/>
                </a:solidFill>
                <a:latin typeface="微软雅黑" panose="020B0503020204020204" charset="-122"/>
                <a:ea typeface="微软雅黑" panose="020B0503020204020204" charset="-122"/>
                <a:cs typeface="微软雅黑" panose="020B0503020204020204" charset="-122"/>
                <a:sym typeface="+mn-ea"/>
              </a:rPr>
              <a:t>瞬态周期</a:t>
            </a:r>
            <a:r>
              <a:rPr lang="en-US" altLang="zh-CN" sz="1000">
                <a:solidFill>
                  <a:schemeClr val="tx1"/>
                </a:solidFill>
                <a:latin typeface="微软雅黑" panose="020B0503020204020204" charset="-122"/>
                <a:ea typeface="微软雅黑" panose="020B0503020204020204" charset="-122"/>
                <a:cs typeface="微软雅黑" panose="020B0503020204020204" charset="-122"/>
                <a:sym typeface="+mn-ea"/>
              </a:rPr>
              <a:t>。</a:t>
            </a:r>
            <a:endParaRPr lang="en-US" altLang="zh-CN" sz="100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graphicFrame>
        <p:nvGraphicFramePr>
          <p:cNvPr id="10" name="表格 9"/>
          <p:cNvGraphicFramePr/>
          <p:nvPr>
            <p:custDataLst>
              <p:tags r:id="rId10"/>
            </p:custDataLst>
          </p:nvPr>
        </p:nvGraphicFramePr>
        <p:xfrm>
          <a:off x="7085965" y="2174240"/>
          <a:ext cx="4763135" cy="737235"/>
        </p:xfrm>
        <a:graphic>
          <a:graphicData uri="http://schemas.openxmlformats.org/drawingml/2006/table">
            <a:tbl>
              <a:tblPr firstRow="1" bandRow="1">
                <a:tableStyleId>{5940675A-B579-460E-94D1-54222C63F5DA}</a:tableStyleId>
              </a:tblPr>
              <a:tblGrid>
                <a:gridCol w="1609725"/>
                <a:gridCol w="1612265"/>
                <a:gridCol w="1541145"/>
              </a:tblGrid>
              <a:tr h="245745">
                <a:tc>
                  <a:txBody>
                    <a:bodyPr/>
                    <a:p>
                      <a:pPr algn="ctr">
                        <a:buNone/>
                      </a:pPr>
                      <a:r>
                        <a:rPr lang="zh-CN" altLang="en-US" sz="800">
                          <a:latin typeface="微软雅黑" panose="020B0503020204020204" charset="-122"/>
                          <a:ea typeface="微软雅黑" panose="020B0503020204020204" charset="-122"/>
                        </a:rPr>
                        <a:t>首次瞬态</a:t>
                      </a:r>
                      <a:endParaRPr lang="zh-CN" altLang="en-US" sz="800">
                        <a:latin typeface="微软雅黑" panose="020B0503020204020204" charset="-122"/>
                        <a:ea typeface="微软雅黑" panose="020B0503020204020204" charset="-122"/>
                      </a:endParaRPr>
                    </a:p>
                  </a:txBody>
                  <a:tcPr anchor="ctr" anchorCtr="0"/>
                </a:tc>
                <a:tc>
                  <a:txBody>
                    <a:bodyPr/>
                    <a:p>
                      <a:pPr algn="ctr">
                        <a:buNone/>
                      </a:pPr>
                      <a:r>
                        <a:rPr lang="zh-CN" altLang="en-US" sz="800">
                          <a:latin typeface="微软雅黑" panose="020B0503020204020204" charset="-122"/>
                          <a:ea typeface="微软雅黑" panose="020B0503020204020204" charset="-122"/>
                        </a:rPr>
                        <a:t>切回</a:t>
                      </a:r>
                      <a:r>
                        <a:rPr lang="zh-CN" altLang="en-US" sz="800">
                          <a:latin typeface="微软雅黑" panose="020B0503020204020204" charset="-122"/>
                          <a:ea typeface="微软雅黑" panose="020B0503020204020204" charset="-122"/>
                        </a:rPr>
                        <a:t>主页</a:t>
                      </a:r>
                      <a:endParaRPr lang="zh-CN" altLang="en-US" sz="800">
                        <a:latin typeface="微软雅黑" panose="020B0503020204020204" charset="-122"/>
                        <a:ea typeface="微软雅黑" panose="020B0503020204020204" charset="-122"/>
                      </a:endParaRPr>
                    </a:p>
                  </a:txBody>
                  <a:tcPr anchor="ctr" anchorCtr="0"/>
                </a:tc>
                <a:tc>
                  <a:txBody>
                    <a:bodyPr/>
                    <a:p>
                      <a:pPr algn="ctr">
                        <a:buNone/>
                      </a:pPr>
                      <a:r>
                        <a:rPr lang="zh-CN" altLang="en-US" sz="800">
                          <a:latin typeface="微软雅黑" panose="020B0503020204020204" charset="-122"/>
                          <a:ea typeface="微软雅黑" panose="020B0503020204020204" charset="-122"/>
                        </a:rPr>
                        <a:t>再次进入</a:t>
                      </a:r>
                      <a:r>
                        <a:rPr lang="zh-CN" altLang="en-US" sz="800">
                          <a:latin typeface="微软雅黑" panose="020B0503020204020204" charset="-122"/>
                          <a:ea typeface="微软雅黑" panose="020B0503020204020204" charset="-122"/>
                        </a:rPr>
                        <a:t>瞬态</a:t>
                      </a:r>
                      <a:endParaRPr lang="zh-CN" altLang="en-US" sz="800">
                        <a:latin typeface="微软雅黑" panose="020B0503020204020204" charset="-122"/>
                        <a:ea typeface="微软雅黑" panose="020B0503020204020204" charset="-122"/>
                      </a:endParaRPr>
                    </a:p>
                  </a:txBody>
                  <a:tcPr anchor="ctr" anchorCtr="0"/>
                </a:tc>
              </a:tr>
              <a:tr h="245745">
                <a:tc>
                  <a:txBody>
                    <a:bodyPr/>
                    <a:p>
                      <a:pPr algn="ctr">
                        <a:buNone/>
                      </a:pPr>
                      <a:r>
                        <a:rPr lang="en-US" sz="800">
                          <a:latin typeface="微软雅黑" panose="020B0503020204020204" charset="-122"/>
                          <a:ea typeface="微软雅黑" panose="020B0503020204020204" charset="-122"/>
                        </a:rPr>
                        <a:t>19:23:27</a:t>
                      </a:r>
                      <a:r>
                        <a:rPr lang="zh-CN" altLang="en-US" sz="800">
                          <a:latin typeface="微软雅黑" panose="020B0503020204020204" charset="-122"/>
                          <a:ea typeface="微软雅黑" panose="020B0503020204020204" charset="-122"/>
                        </a:rPr>
                        <a:t>~</a:t>
                      </a:r>
                      <a:r>
                        <a:rPr lang="en-US" sz="800">
                          <a:latin typeface="微软雅黑" panose="020B0503020204020204" charset="-122"/>
                          <a:ea typeface="微软雅黑" panose="020B0503020204020204" charset="-122"/>
                        </a:rPr>
                        <a:t>19:23:44</a:t>
                      </a:r>
                      <a:endParaRPr lang="en-US" sz="800">
                        <a:latin typeface="微软雅黑" panose="020B0503020204020204" charset="-122"/>
                        <a:ea typeface="微软雅黑" panose="020B0503020204020204" charset="-122"/>
                      </a:endParaRPr>
                    </a:p>
                  </a:txBody>
                  <a:tcPr anchor="ctr" anchorCtr="0"/>
                </a:tc>
                <a:tc>
                  <a:txBody>
                    <a:bodyPr/>
                    <a:p>
                      <a:pPr algn="ctr">
                        <a:buNone/>
                      </a:pPr>
                      <a:r>
                        <a:rPr lang="en-US" sz="800">
                          <a:latin typeface="微软雅黑" panose="020B0503020204020204" charset="-122"/>
                          <a:ea typeface="微软雅黑" panose="020B0503020204020204" charset="-122"/>
                          <a:sym typeface="+mn-ea"/>
                        </a:rPr>
                        <a:t>19:23:45</a:t>
                      </a:r>
                      <a:r>
                        <a:rPr lang="zh-CN" altLang="en-US" sz="800">
                          <a:latin typeface="微软雅黑" panose="020B0503020204020204" charset="-122"/>
                          <a:ea typeface="微软雅黑" panose="020B0503020204020204" charset="-122"/>
                        </a:rPr>
                        <a:t>~</a:t>
                      </a:r>
                      <a:r>
                        <a:rPr lang="en-US" altLang="zh-CN" sz="800">
                          <a:latin typeface="微软雅黑" panose="020B0503020204020204" charset="-122"/>
                          <a:ea typeface="微软雅黑" panose="020B0503020204020204" charset="-122"/>
                        </a:rPr>
                        <a:t>19</a:t>
                      </a:r>
                      <a:r>
                        <a:rPr lang="zh-CN" altLang="en-US" sz="800">
                          <a:latin typeface="微软雅黑" panose="020B0503020204020204" charset="-122"/>
                          <a:ea typeface="微软雅黑" panose="020B0503020204020204" charset="-122"/>
                        </a:rPr>
                        <a:t>:</a:t>
                      </a:r>
                      <a:r>
                        <a:rPr lang="en-US" altLang="zh-CN" sz="800">
                          <a:latin typeface="微软雅黑" panose="020B0503020204020204" charset="-122"/>
                          <a:ea typeface="微软雅黑" panose="020B0503020204020204" charset="-122"/>
                        </a:rPr>
                        <a:t>24</a:t>
                      </a:r>
                      <a:r>
                        <a:rPr lang="zh-CN" altLang="en-US" sz="800">
                          <a:latin typeface="微软雅黑" panose="020B0503020204020204" charset="-122"/>
                          <a:ea typeface="微软雅黑" panose="020B0503020204020204" charset="-122"/>
                        </a:rPr>
                        <a:t>:</a:t>
                      </a:r>
                      <a:r>
                        <a:rPr lang="en-US" altLang="zh-CN" sz="800">
                          <a:latin typeface="微软雅黑" panose="020B0503020204020204" charset="-122"/>
                          <a:ea typeface="微软雅黑" panose="020B0503020204020204" charset="-122"/>
                        </a:rPr>
                        <a:t>02</a:t>
                      </a:r>
                      <a:endParaRPr lang="en-US" altLang="zh-CN" sz="800">
                        <a:latin typeface="微软雅黑" panose="020B0503020204020204" charset="-122"/>
                        <a:ea typeface="微软雅黑" panose="020B0503020204020204" charset="-122"/>
                      </a:endParaRPr>
                    </a:p>
                  </a:txBody>
                  <a:tcPr anchor="ctr" anchorCtr="0"/>
                </a:tc>
                <a:tc>
                  <a:txBody>
                    <a:bodyPr/>
                    <a:p>
                      <a:pPr algn="ctr">
                        <a:buNone/>
                      </a:pPr>
                      <a:r>
                        <a:rPr lang="zh-CN" altLang="en-US" sz="800">
                          <a:latin typeface="微软雅黑" panose="020B0503020204020204" charset="-122"/>
                          <a:ea typeface="微软雅黑" panose="020B0503020204020204" charset="-122"/>
                        </a:rPr>
                        <a:t>1</a:t>
                      </a:r>
                      <a:r>
                        <a:rPr lang="en-US" altLang="zh-CN" sz="800">
                          <a:latin typeface="微软雅黑" panose="020B0503020204020204" charset="-122"/>
                          <a:ea typeface="微软雅黑" panose="020B0503020204020204" charset="-122"/>
                        </a:rPr>
                        <a:t>9</a:t>
                      </a:r>
                      <a:r>
                        <a:rPr lang="zh-CN" altLang="en-US" sz="800">
                          <a:latin typeface="微软雅黑" panose="020B0503020204020204" charset="-122"/>
                          <a:ea typeface="微软雅黑" panose="020B0503020204020204" charset="-122"/>
                        </a:rPr>
                        <a:t>:</a:t>
                      </a:r>
                      <a:r>
                        <a:rPr lang="en-US" altLang="zh-CN" sz="800">
                          <a:latin typeface="微软雅黑" panose="020B0503020204020204" charset="-122"/>
                          <a:ea typeface="微软雅黑" panose="020B0503020204020204" charset="-122"/>
                        </a:rPr>
                        <a:t>24</a:t>
                      </a:r>
                      <a:r>
                        <a:rPr lang="zh-CN" altLang="en-US" sz="800">
                          <a:latin typeface="微软雅黑" panose="020B0503020204020204" charset="-122"/>
                          <a:ea typeface="微软雅黑" panose="020B0503020204020204" charset="-122"/>
                        </a:rPr>
                        <a:t>:</a:t>
                      </a:r>
                      <a:r>
                        <a:rPr lang="en-US" altLang="zh-CN" sz="800">
                          <a:latin typeface="微软雅黑" panose="020B0503020204020204" charset="-122"/>
                          <a:ea typeface="微软雅黑" panose="020B0503020204020204" charset="-122"/>
                        </a:rPr>
                        <a:t>03</a:t>
                      </a:r>
                      <a:r>
                        <a:rPr lang="zh-CN" altLang="en-US" sz="800">
                          <a:latin typeface="微软雅黑" panose="020B0503020204020204" charset="-122"/>
                          <a:ea typeface="微软雅黑" panose="020B0503020204020204" charset="-122"/>
                        </a:rPr>
                        <a:t>~</a:t>
                      </a:r>
                      <a:r>
                        <a:rPr lang="en-US" altLang="zh-CN" sz="800">
                          <a:latin typeface="微软雅黑" panose="020B0503020204020204" charset="-122"/>
                          <a:ea typeface="微软雅黑" panose="020B0503020204020204" charset="-122"/>
                        </a:rPr>
                        <a:t>19</a:t>
                      </a:r>
                      <a:r>
                        <a:rPr lang="zh-CN" altLang="en-US" sz="800">
                          <a:latin typeface="微软雅黑" panose="020B0503020204020204" charset="-122"/>
                          <a:ea typeface="微软雅黑" panose="020B0503020204020204" charset="-122"/>
                          <a:sym typeface="+mn-ea"/>
                        </a:rPr>
                        <a:t>:</a:t>
                      </a:r>
                      <a:r>
                        <a:rPr lang="en-US" altLang="zh-CN" sz="800">
                          <a:latin typeface="微软雅黑" panose="020B0503020204020204" charset="-122"/>
                          <a:ea typeface="微软雅黑" panose="020B0503020204020204" charset="-122"/>
                        </a:rPr>
                        <a:t>24</a:t>
                      </a:r>
                      <a:r>
                        <a:rPr lang="zh-CN" altLang="en-US" sz="800">
                          <a:latin typeface="微软雅黑" panose="020B0503020204020204" charset="-122"/>
                          <a:ea typeface="微软雅黑" panose="020B0503020204020204" charset="-122"/>
                          <a:sym typeface="+mn-ea"/>
                        </a:rPr>
                        <a:t>:</a:t>
                      </a:r>
                      <a:r>
                        <a:rPr lang="en-US" altLang="zh-CN" sz="800">
                          <a:latin typeface="微软雅黑" panose="020B0503020204020204" charset="-122"/>
                          <a:ea typeface="微软雅黑" panose="020B0503020204020204" charset="-122"/>
                        </a:rPr>
                        <a:t>52</a:t>
                      </a:r>
                      <a:endParaRPr lang="en-US" altLang="zh-CN" sz="800">
                        <a:latin typeface="微软雅黑" panose="020B0503020204020204" charset="-122"/>
                        <a:ea typeface="微软雅黑" panose="020B0503020204020204" charset="-122"/>
                      </a:endParaRPr>
                    </a:p>
                  </a:txBody>
                  <a:tcPr anchor="ctr" anchorCtr="0"/>
                </a:tc>
              </a:tr>
              <a:tr h="245745">
                <a:tc>
                  <a:txBody>
                    <a:bodyPr/>
                    <a:p>
                      <a:pPr algn="ctr">
                        <a:buNone/>
                      </a:pPr>
                      <a:r>
                        <a:rPr lang="en-US" altLang="zh-CN" sz="800">
                          <a:solidFill>
                            <a:schemeClr val="tx1"/>
                          </a:solidFill>
                          <a:latin typeface="微软雅黑" panose="020B0503020204020204" charset="-122"/>
                          <a:ea typeface="微软雅黑" panose="020B0503020204020204" charset="-122"/>
                        </a:rPr>
                        <a:t>17s</a:t>
                      </a:r>
                      <a:endParaRPr lang="en-US" altLang="zh-CN" sz="800">
                        <a:solidFill>
                          <a:schemeClr val="tx1"/>
                        </a:solidFill>
                        <a:latin typeface="微软雅黑" panose="020B0503020204020204" charset="-122"/>
                        <a:ea typeface="微软雅黑" panose="020B0503020204020204" charset="-122"/>
                      </a:endParaRPr>
                    </a:p>
                  </a:txBody>
                  <a:tcPr anchor="ctr" anchorCtr="0"/>
                </a:tc>
                <a:tc>
                  <a:txBody>
                    <a:bodyPr/>
                    <a:p>
                      <a:pPr algn="ctr">
                        <a:buNone/>
                      </a:pPr>
                      <a:r>
                        <a:rPr lang="en-US" altLang="zh-CN" sz="800" b="1">
                          <a:solidFill>
                            <a:schemeClr val="tx1"/>
                          </a:solidFill>
                          <a:latin typeface="微软雅黑" panose="020B0503020204020204" charset="-122"/>
                          <a:ea typeface="微软雅黑" panose="020B0503020204020204" charset="-122"/>
                        </a:rPr>
                        <a:t>18s</a:t>
                      </a:r>
                      <a:endParaRPr lang="en-US" altLang="zh-CN" sz="800" b="1">
                        <a:solidFill>
                          <a:schemeClr val="tx1"/>
                        </a:solidFill>
                        <a:latin typeface="微软雅黑" panose="020B0503020204020204" charset="-122"/>
                        <a:ea typeface="微软雅黑" panose="020B0503020204020204" charset="-122"/>
                      </a:endParaRPr>
                    </a:p>
                  </a:txBody>
                  <a:tcPr anchor="ctr" anchorCtr="0"/>
                </a:tc>
                <a:tc>
                  <a:txBody>
                    <a:bodyPr/>
                    <a:p>
                      <a:pPr algn="ctr">
                        <a:buNone/>
                      </a:pPr>
                      <a:r>
                        <a:rPr lang="en-US" altLang="zh-CN" sz="800">
                          <a:solidFill>
                            <a:srgbClr val="FF0000"/>
                          </a:solidFill>
                          <a:latin typeface="微软雅黑" panose="020B0503020204020204" charset="-122"/>
                          <a:ea typeface="微软雅黑" panose="020B0503020204020204" charset="-122"/>
                        </a:rPr>
                        <a:t>50s</a:t>
                      </a:r>
                      <a:endParaRPr lang="en-US" altLang="zh-CN" sz="800">
                        <a:solidFill>
                          <a:srgbClr val="FF0000"/>
                        </a:solidFill>
                        <a:latin typeface="微软雅黑" panose="020B0503020204020204" charset="-122"/>
                        <a:ea typeface="微软雅黑" panose="020B0503020204020204" charset="-122"/>
                      </a:endParaRPr>
                    </a:p>
                  </a:txBody>
                  <a:tcPr anchor="ctr" anchorCtr="0"/>
                </a:tc>
              </a:tr>
            </a:tbl>
          </a:graphicData>
        </a:graphic>
      </p:graphicFrame>
      <p:pic>
        <p:nvPicPr>
          <p:cNvPr id="19" name="图片 18" descr="图片8"/>
          <p:cNvPicPr>
            <a:picLocks noChangeAspect="1"/>
          </p:cNvPicPr>
          <p:nvPr/>
        </p:nvPicPr>
        <p:blipFill>
          <a:blip r:embed="rId11"/>
          <a:stretch>
            <a:fillRect/>
          </a:stretch>
        </p:blipFill>
        <p:spPr>
          <a:xfrm>
            <a:off x="7466965" y="3089275"/>
            <a:ext cx="3795395" cy="21971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文本框 139"/>
          <p:cNvSpPr txBox="1"/>
          <p:nvPr>
            <p:custDataLst>
              <p:tags r:id="rId1"/>
            </p:custDataLst>
          </p:nvPr>
        </p:nvSpPr>
        <p:spPr>
          <a:xfrm>
            <a:off x="3528846" y="2407059"/>
            <a:ext cx="5134307" cy="706755"/>
          </a:xfrm>
          <a:prstGeom prst="rect">
            <a:avLst/>
          </a:prstGeom>
          <a:noFill/>
        </p:spPr>
        <p:txBody>
          <a:bodyPr wrap="square" lIns="90000" tIns="46800" rIns="90000" bIns="46800" rtlCol="0">
            <a:normAutofit lnSpcReduction="20000"/>
          </a:bodyPr>
          <a:lstStyle/>
          <a:p>
            <a:pPr algn="ctr"/>
            <a:r>
              <a:rPr lang="en-US" altLang="zh-CN" sz="4000" dirty="0">
                <a:solidFill>
                  <a:schemeClr val="bg1"/>
                </a:solidFill>
                <a:latin typeface="微软雅黑" panose="020B0503020204020204" charset="-122"/>
                <a:ea typeface="微软雅黑" panose="020B0503020204020204" charset="-122"/>
              </a:rPr>
              <a:t>PART  02</a:t>
            </a:r>
            <a:endParaRPr lang="en-US" altLang="zh-CN" sz="4000" dirty="0">
              <a:solidFill>
                <a:schemeClr val="bg1"/>
              </a:solidFill>
              <a:latin typeface="微软雅黑" panose="020B0503020204020204" charset="-122"/>
              <a:ea typeface="微软雅黑" panose="020B0503020204020204" charset="-122"/>
            </a:endParaRPr>
          </a:p>
        </p:txBody>
      </p:sp>
      <p:sp>
        <p:nvSpPr>
          <p:cNvPr id="7" name="标题 6"/>
          <p:cNvSpPr>
            <a:spLocks noGrp="1"/>
          </p:cNvSpPr>
          <p:nvPr>
            <p:ph type="title"/>
            <p:custDataLst>
              <p:tags r:id="rId2"/>
            </p:custDataLst>
          </p:nvPr>
        </p:nvSpPr>
        <p:spPr/>
        <p:txBody>
          <a:bodyPr wrap="square" bIns="46800">
            <a:normAutofit fontScale="90000"/>
          </a:bodyPr>
          <a:lstStyle/>
          <a:p>
            <a:r>
              <a:rPr lang="zh-CN" altLang="en-US" dirty="0">
                <a:latin typeface="微软雅黑" panose="020B0503020204020204" charset="-122"/>
                <a:ea typeface="微软雅黑" panose="020B0503020204020204" charset="-122"/>
                <a:sym typeface="+mn-ea"/>
              </a:rPr>
              <a:t>主观</a:t>
            </a:r>
            <a:r>
              <a:rPr lang="zh-CN" altLang="en-US" dirty="0">
                <a:latin typeface="微软雅黑" panose="020B0503020204020204" charset="-122"/>
                <a:ea typeface="微软雅黑" panose="020B0503020204020204" charset="-122"/>
                <a:sym typeface="+mn-ea"/>
              </a:rPr>
              <a:t>对比分析</a:t>
            </a:r>
            <a:endParaRPr lang="zh-CN" altLang="en-US" dirty="0">
              <a:latin typeface="微软雅黑" panose="020B0503020204020204" charset="-122"/>
              <a:ea typeface="微软雅黑" panose="020B0503020204020204" charset="-122"/>
              <a:sym typeface="+mn-ea"/>
            </a:endParaRPr>
          </a:p>
        </p:txBody>
      </p:sp>
    </p:spTree>
    <p:custDataLst>
      <p:tags r:id="rId3"/>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custDataLst>
              <p:tags r:id="rId2"/>
            </p:custDataLst>
          </p:nvPr>
        </p:nvSpPr>
        <p:spPr>
          <a:xfrm>
            <a:off x="391160" y="775970"/>
            <a:ext cx="6225540" cy="430530"/>
          </a:xfrm>
          <a:prstGeom prst="rect">
            <a:avLst/>
          </a:prstGeom>
          <a:noFill/>
        </p:spPr>
        <p:txBody>
          <a:bodyPr wrap="square" lIns="0" tIns="0" rIns="0" bIns="0" rtlCol="0">
            <a:spAutoFit/>
          </a:bodyPr>
          <a:lstStyle/>
          <a:p>
            <a:r>
              <a:rPr lang="zh-CN" altLang="en-US" sz="2800" b="1">
                <a:latin typeface="微软雅黑" panose="020B0503020204020204" charset="-122"/>
                <a:ea typeface="微软雅黑" panose="020B0503020204020204" charset="-122"/>
                <a:cs typeface="微软雅黑" panose="020B0503020204020204" charset="-122"/>
              </a:rPr>
              <a:t>主观对比分析总结</a:t>
            </a:r>
            <a:endParaRPr lang="zh-CN" altLang="en-US" sz="2800" b="1">
              <a:latin typeface="微软雅黑" panose="020B0503020204020204" charset="-122"/>
              <a:ea typeface="微软雅黑" panose="020B0503020204020204" charset="-122"/>
              <a:cs typeface="微软雅黑" panose="020B0503020204020204" charset="-122"/>
            </a:endParaRPr>
          </a:p>
        </p:txBody>
      </p:sp>
      <p:sp>
        <p:nvSpPr>
          <p:cNvPr id="5" name="矩形 4"/>
          <p:cNvSpPr/>
          <p:nvPr>
            <p:custDataLst>
              <p:tags r:id="rId3"/>
            </p:custDataLst>
          </p:nvPr>
        </p:nvSpPr>
        <p:spPr>
          <a:xfrm>
            <a:off x="-1905" y="574675"/>
            <a:ext cx="159385" cy="6318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6" name="表格 5"/>
          <p:cNvGraphicFramePr/>
          <p:nvPr>
            <p:custDataLst>
              <p:tags r:id="rId4"/>
            </p:custDataLst>
          </p:nvPr>
        </p:nvGraphicFramePr>
        <p:xfrm>
          <a:off x="526415" y="1562100"/>
          <a:ext cx="6675120" cy="4706620"/>
        </p:xfrm>
        <a:graphic>
          <a:graphicData uri="http://schemas.openxmlformats.org/drawingml/2006/table">
            <a:tbl>
              <a:tblPr firstRow="1" bandRow="1">
                <a:tableStyleId>{5C22544A-7EE6-4342-B048-85BDC9FD1C3A}</a:tableStyleId>
              </a:tblPr>
              <a:tblGrid>
                <a:gridCol w="735330"/>
                <a:gridCol w="3533775"/>
                <a:gridCol w="2406015"/>
              </a:tblGrid>
              <a:tr h="395605">
                <a:tc>
                  <a:txBody>
                    <a:bodyPr/>
                    <a:lstStyle/>
                    <a:p>
                      <a:pPr indent="0" algn="ctr">
                        <a:buNone/>
                      </a:pPr>
                      <a:r>
                        <a:rPr lang="zh-CN" sz="1200" b="1">
                          <a:solidFill>
                            <a:schemeClr val="bg1"/>
                          </a:solidFill>
                          <a:latin typeface="微软雅黑" panose="020B0503020204020204" charset="-122"/>
                          <a:ea typeface="微软雅黑" panose="020B0503020204020204" charset="-122"/>
                        </a:rPr>
                        <a:t>模块</a:t>
                      </a:r>
                      <a:endParaRPr lang="zh-CN" altLang="en-US" sz="1200" b="1">
                        <a:solidFill>
                          <a:schemeClr val="bg1"/>
                        </a:solidFill>
                        <a:latin typeface="微软雅黑" panose="020B0503020204020204" charset="-122"/>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1"/>
                    </a:solidFill>
                  </a:tcPr>
                </a:tc>
                <a:tc>
                  <a:txBody>
                    <a:bodyPr/>
                    <a:lstStyle/>
                    <a:p>
                      <a:pPr indent="0" algn="ctr">
                        <a:buNone/>
                      </a:pPr>
                      <a:r>
                        <a:rPr lang="zh-CN" sz="1200" b="1">
                          <a:solidFill>
                            <a:schemeClr val="bg1"/>
                          </a:solidFill>
                          <a:latin typeface="微软雅黑" panose="020B0503020204020204" charset="-122"/>
                          <a:ea typeface="微软雅黑" panose="020B0503020204020204" charset="-122"/>
                        </a:rPr>
                        <a:t>主观效果</a:t>
                      </a:r>
                      <a:endParaRPr lang="zh-CN" altLang="en-US" sz="1200" b="1">
                        <a:solidFill>
                          <a:schemeClr val="bg1"/>
                        </a:solidFill>
                        <a:latin typeface="微软雅黑" panose="020B0503020204020204" charset="-122"/>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1"/>
                    </a:solidFill>
                  </a:tcPr>
                </a:tc>
                <a:tc>
                  <a:txBody>
                    <a:bodyPr/>
                    <a:lstStyle/>
                    <a:p>
                      <a:pPr indent="0" algn="ctr">
                        <a:buNone/>
                      </a:pPr>
                      <a:r>
                        <a:rPr lang="zh-CN" sz="1200" b="1">
                          <a:solidFill>
                            <a:schemeClr val="bg1"/>
                          </a:solidFill>
                          <a:latin typeface="微软雅黑" panose="020B0503020204020204" charset="-122"/>
                          <a:ea typeface="微软雅黑" panose="020B0503020204020204" charset="-122"/>
                        </a:rPr>
                        <a:t>后续措施</a:t>
                      </a:r>
                      <a:endParaRPr lang="zh-CN" altLang="en-US" sz="1200" b="1">
                        <a:solidFill>
                          <a:schemeClr val="bg1"/>
                        </a:solidFill>
                        <a:latin typeface="微软雅黑" panose="020B0503020204020204" charset="-122"/>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1"/>
                    </a:solidFill>
                  </a:tcPr>
                </a:tc>
              </a:tr>
              <a:tr h="440055">
                <a:tc>
                  <a:txBody>
                    <a:bodyPr/>
                    <a:lstStyle/>
                    <a:p>
                      <a:pPr indent="0" algn="ctr">
                        <a:buNone/>
                      </a:pPr>
                      <a:r>
                        <a:rPr lang="zh-CN" sz="1000" b="1">
                          <a:solidFill>
                            <a:srgbClr val="202020"/>
                          </a:solidFill>
                          <a:latin typeface="微软雅黑" panose="020B0503020204020204" charset="-122"/>
                          <a:ea typeface="微软雅黑" panose="020B0503020204020204" charset="-122"/>
                        </a:rPr>
                        <a:t>对比度</a:t>
                      </a:r>
                      <a:endParaRPr lang="zh-CN" altLang="en-US" sz="1000" b="1">
                        <a:solidFill>
                          <a:srgbClr val="202020"/>
                        </a:solidFill>
                        <a:latin typeface="微软雅黑" panose="020B0503020204020204" charset="-122"/>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indent="0" algn="l" fontAlgn="ctr">
                        <a:lnSpc>
                          <a:spcPct val="150000"/>
                        </a:lnSpc>
                        <a:buNone/>
                      </a:pPr>
                      <a:r>
                        <a:rPr lang="zh-CN" altLang="en-US" sz="1000" dirty="0">
                          <a:solidFill>
                            <a:srgbClr val="202020"/>
                          </a:solidFill>
                          <a:latin typeface="微软雅黑" panose="020B0503020204020204" charset="-122"/>
                          <a:ea typeface="微软雅黑" panose="020B0503020204020204" charset="-122"/>
                          <a:cs typeface="微软雅黑" panose="020B0503020204020204" charset="-122"/>
                          <a:sym typeface="+mn-ea"/>
                        </a:rPr>
                        <a:t>标准模式都降低亮度，较为舒适</a:t>
                      </a:r>
                      <a:r>
                        <a:rPr lang="zh-CN" altLang="en-US" sz="1000" b="0" dirty="0" smtClean="0">
                          <a:solidFill>
                            <a:srgbClr val="202020"/>
                          </a:solidFill>
                          <a:latin typeface="微软雅黑" panose="020B0503020204020204" charset="-122"/>
                          <a:ea typeface="微软雅黑" panose="020B0503020204020204" charset="-122"/>
                          <a:cs typeface="微软雅黑" panose="020B0503020204020204" charset="-122"/>
                        </a:rPr>
                        <a:t>；</a:t>
                      </a:r>
                      <a:r>
                        <a:rPr lang="zh-CN" altLang="en-US" sz="1000" b="0" dirty="0" smtClean="0">
                          <a:solidFill>
                            <a:srgbClr val="202020"/>
                          </a:solidFill>
                          <a:latin typeface="微软雅黑" panose="020B0503020204020204" charset="-122"/>
                          <a:ea typeface="微软雅黑" panose="020B0503020204020204" charset="-122"/>
                          <a:cs typeface="微软雅黑" panose="020B0503020204020204" charset="-122"/>
                        </a:rPr>
                        <a:t>鲜艳我司整体亮度稍低一点</a:t>
                      </a:r>
                      <a:endParaRPr lang="zh-CN" altLang="en-US" sz="1000" b="0" dirty="0">
                        <a:solidFill>
                          <a:srgbClr val="202020"/>
                        </a:solidFill>
                        <a:latin typeface="微软雅黑" panose="020B0503020204020204" charset="-122"/>
                        <a:ea typeface="微软雅黑" panose="020B0503020204020204" charset="-122"/>
                        <a:cs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l" fontAlgn="ctr">
                        <a:lnSpc>
                          <a:spcPct val="150000"/>
                        </a:lnSpc>
                        <a:buNone/>
                      </a:pPr>
                      <a:r>
                        <a:rPr lang="zh-CN" altLang="en-US" sz="1000" dirty="0">
                          <a:solidFill>
                            <a:srgbClr val="000000"/>
                          </a:solidFill>
                          <a:latin typeface="微软雅黑" panose="020B0503020204020204" charset="-122"/>
                          <a:ea typeface="微软雅黑" panose="020B0503020204020204" charset="-122"/>
                          <a:cs typeface="微软雅黑" panose="020B0503020204020204" charset="-122"/>
                          <a:sym typeface="+mn-ea"/>
                        </a:rPr>
                        <a:t>无需优化</a:t>
                      </a:r>
                      <a:endParaRPr lang="zh-CN" altLang="en-US" sz="1000" b="0" dirty="0">
                        <a:solidFill>
                          <a:srgbClr val="000000"/>
                        </a:solidFill>
                        <a:latin typeface="微软雅黑" panose="020B0503020204020204" charset="-122"/>
                        <a:ea typeface="微软雅黑" panose="020B0503020204020204" charset="-122"/>
                        <a:cs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547370">
                <a:tc>
                  <a:txBody>
                    <a:bodyPr/>
                    <a:lstStyle/>
                    <a:p>
                      <a:pPr indent="0" algn="ctr">
                        <a:buNone/>
                      </a:pPr>
                      <a:r>
                        <a:rPr lang="zh-CN" sz="1000" b="1">
                          <a:solidFill>
                            <a:srgbClr val="202020"/>
                          </a:solidFill>
                          <a:latin typeface="微软雅黑" panose="020B0503020204020204" charset="-122"/>
                          <a:ea typeface="微软雅黑" panose="020B0503020204020204" charset="-122"/>
                        </a:rPr>
                        <a:t>清晰度</a:t>
                      </a:r>
                      <a:endParaRPr lang="zh-CN" altLang="en-US" sz="1000" b="1">
                        <a:solidFill>
                          <a:srgbClr val="202020"/>
                        </a:solidFill>
                        <a:latin typeface="微软雅黑" panose="020B0503020204020204" charset="-122"/>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indent="0" algn="l" fontAlgn="ctr">
                        <a:lnSpc>
                          <a:spcPct val="150000"/>
                        </a:lnSpc>
                        <a:buNone/>
                      </a:pPr>
                      <a:r>
                        <a:rPr lang="zh-CN" altLang="en-US" sz="1000" dirty="0" smtClean="0">
                          <a:solidFill>
                            <a:srgbClr val="202020"/>
                          </a:solidFill>
                          <a:latin typeface="微软雅黑" panose="020B0503020204020204" charset="-122"/>
                          <a:ea typeface="微软雅黑" panose="020B0503020204020204" charset="-122"/>
                          <a:cs typeface="微软雅黑" panose="020B0503020204020204" charset="-122"/>
                          <a:sym typeface="+mn-ea"/>
                        </a:rPr>
                        <a:t>创维草地等</a:t>
                      </a:r>
                      <a:r>
                        <a:rPr lang="en-US" altLang="zh-CN" sz="1000" dirty="0" err="1" smtClean="0">
                          <a:solidFill>
                            <a:srgbClr val="202020"/>
                          </a:solidFill>
                          <a:latin typeface="微软雅黑" panose="020B0503020204020204" charset="-122"/>
                          <a:ea typeface="微软雅黑" panose="020B0503020204020204" charset="-122"/>
                          <a:cs typeface="微软雅黑" panose="020B0503020204020204" charset="-122"/>
                          <a:sym typeface="+mn-ea"/>
                        </a:rPr>
                        <a:t>细节略多</a:t>
                      </a:r>
                      <a:r>
                        <a:rPr lang="en-US" altLang="zh-CN" sz="1000" dirty="0" err="1">
                          <a:solidFill>
                            <a:srgbClr val="202020"/>
                          </a:solidFill>
                          <a:latin typeface="微软雅黑" panose="020B0503020204020204" charset="-122"/>
                          <a:ea typeface="微软雅黑" panose="020B0503020204020204" charset="-122"/>
                          <a:cs typeface="微软雅黑" panose="020B0503020204020204" charset="-122"/>
                          <a:sym typeface="+mn-ea"/>
                        </a:rPr>
                        <a:t>，</a:t>
                      </a:r>
                      <a:r>
                        <a:rPr lang="en-US" altLang="zh-CN" sz="1000" dirty="0" err="1" smtClean="0">
                          <a:solidFill>
                            <a:srgbClr val="202020"/>
                          </a:solidFill>
                          <a:latin typeface="微软雅黑" panose="020B0503020204020204" charset="-122"/>
                          <a:ea typeface="微软雅黑" panose="020B0503020204020204" charset="-122"/>
                          <a:cs typeface="微软雅黑" panose="020B0503020204020204" charset="-122"/>
                          <a:sym typeface="+mn-ea"/>
                        </a:rPr>
                        <a:t>但是</a:t>
                      </a:r>
                      <a:r>
                        <a:rPr lang="zh-CN" altLang="en-US" sz="1000" dirty="0" err="1" smtClean="0">
                          <a:solidFill>
                            <a:srgbClr val="202020"/>
                          </a:solidFill>
                          <a:latin typeface="微软雅黑" panose="020B0503020204020204" charset="-122"/>
                          <a:ea typeface="微软雅黑" panose="020B0503020204020204" charset="-122"/>
                          <a:cs typeface="微软雅黑" panose="020B0503020204020204" charset="-122"/>
                          <a:sym typeface="+mn-ea"/>
                        </a:rPr>
                        <a:t>近看</a:t>
                      </a:r>
                      <a:r>
                        <a:rPr lang="en-US" altLang="zh-CN" sz="1000" dirty="0" err="1" smtClean="0">
                          <a:solidFill>
                            <a:srgbClr val="202020"/>
                          </a:solidFill>
                          <a:latin typeface="微软雅黑" panose="020B0503020204020204" charset="-122"/>
                          <a:ea typeface="微软雅黑" panose="020B0503020204020204" charset="-122"/>
                          <a:cs typeface="微软雅黑" panose="020B0503020204020204" charset="-122"/>
                          <a:sym typeface="+mn-ea"/>
                        </a:rPr>
                        <a:t>overshoot/undershoot</a:t>
                      </a:r>
                      <a:r>
                        <a:rPr lang="zh-CN" altLang="en-US" sz="1000" dirty="0" err="1" smtClean="0">
                          <a:solidFill>
                            <a:srgbClr val="202020"/>
                          </a:solidFill>
                          <a:latin typeface="微软雅黑" panose="020B0503020204020204" charset="-122"/>
                          <a:ea typeface="微软雅黑" panose="020B0503020204020204" charset="-122"/>
                          <a:cs typeface="微软雅黑" panose="020B0503020204020204" charset="-122"/>
                          <a:sym typeface="+mn-ea"/>
                        </a:rPr>
                        <a:t>有副作用，能看得黑边</a:t>
                      </a:r>
                      <a:r>
                        <a:rPr lang="zh-CN" altLang="en-US" sz="1000" dirty="0" err="1" smtClean="0">
                          <a:solidFill>
                            <a:srgbClr val="202020"/>
                          </a:solidFill>
                          <a:latin typeface="微软雅黑" panose="020B0503020204020204" charset="-122"/>
                          <a:ea typeface="微软雅黑" panose="020B0503020204020204" charset="-122"/>
                          <a:cs typeface="微软雅黑" panose="020B0503020204020204" charset="-122"/>
                          <a:sym typeface="+mn-ea"/>
                        </a:rPr>
                        <a:t>点</a:t>
                      </a:r>
                      <a:endParaRPr lang="zh-CN" altLang="en-US" sz="1000" dirty="0" err="1" smtClean="0">
                        <a:solidFill>
                          <a:srgbClr val="202020"/>
                        </a:solidFill>
                        <a:latin typeface="微软雅黑" panose="020B0503020204020204" charset="-122"/>
                        <a:ea typeface="微软雅黑" panose="020B0503020204020204" charset="-122"/>
                        <a:cs typeface="微软雅黑" panose="020B0503020204020204" charset="-122"/>
                        <a:sym typeface="+mn-ea"/>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l" fontAlgn="ctr">
                        <a:lnSpc>
                          <a:spcPct val="150000"/>
                        </a:lnSpc>
                        <a:buNone/>
                      </a:pPr>
                      <a:r>
                        <a:rPr lang="zh-CN" altLang="en-US" sz="1000" b="0" dirty="0">
                          <a:solidFill>
                            <a:srgbClr val="000000"/>
                          </a:solidFill>
                          <a:latin typeface="微软雅黑" panose="020B0503020204020204" charset="-122"/>
                          <a:ea typeface="微软雅黑" panose="020B0503020204020204" charset="-122"/>
                          <a:cs typeface="微软雅黑" panose="020B0503020204020204" charset="-122"/>
                        </a:rPr>
                        <a:t>标准下已降低清晰度</a:t>
                      </a:r>
                      <a:endParaRPr lang="zh-CN" altLang="en-US" sz="1000" b="0" dirty="0">
                        <a:solidFill>
                          <a:srgbClr val="000000"/>
                        </a:solidFill>
                        <a:latin typeface="微软雅黑" panose="020B0503020204020204" charset="-122"/>
                        <a:ea typeface="微软雅黑" panose="020B0503020204020204" charset="-122"/>
                        <a:cs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477520">
                <a:tc>
                  <a:txBody>
                    <a:bodyPr/>
                    <a:lstStyle/>
                    <a:p>
                      <a:pPr indent="0" algn="ctr">
                        <a:buNone/>
                      </a:pPr>
                      <a:r>
                        <a:rPr lang="zh-CN" sz="1000" b="1">
                          <a:solidFill>
                            <a:srgbClr val="202020"/>
                          </a:solidFill>
                          <a:latin typeface="微软雅黑" panose="020B0503020204020204" charset="-122"/>
                          <a:ea typeface="微软雅黑" panose="020B0503020204020204" charset="-122"/>
                        </a:rPr>
                        <a:t>色彩</a:t>
                      </a:r>
                      <a:endParaRPr lang="zh-CN" altLang="en-US" sz="1000" b="1">
                        <a:solidFill>
                          <a:srgbClr val="202020"/>
                        </a:solidFill>
                        <a:latin typeface="微软雅黑" panose="020B0503020204020204" charset="-122"/>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indent="0" algn="l" fontAlgn="ctr">
                        <a:lnSpc>
                          <a:spcPct val="150000"/>
                        </a:lnSpc>
                        <a:buNone/>
                      </a:pPr>
                      <a:r>
                        <a:rPr lang="zh-CN" altLang="en-US" sz="1000" b="0" dirty="0" smtClean="0">
                          <a:solidFill>
                            <a:srgbClr val="202020"/>
                          </a:solidFill>
                          <a:latin typeface="微软雅黑" panose="020B0503020204020204" charset="-122"/>
                          <a:ea typeface="微软雅黑" panose="020B0503020204020204" charset="-122"/>
                          <a:cs typeface="微软雅黑" panose="020B0503020204020204" charset="-122"/>
                        </a:rPr>
                        <a:t>整体很接近，我司肤色更为</a:t>
                      </a:r>
                      <a:r>
                        <a:rPr lang="zh-CN" altLang="en-US" sz="1000" b="0" dirty="0" smtClean="0">
                          <a:solidFill>
                            <a:srgbClr val="202020"/>
                          </a:solidFill>
                          <a:latin typeface="微软雅黑" panose="020B0503020204020204" charset="-122"/>
                          <a:ea typeface="微软雅黑" panose="020B0503020204020204" charset="-122"/>
                          <a:cs typeface="微软雅黑" panose="020B0503020204020204" charset="-122"/>
                        </a:rPr>
                        <a:t>自然</a:t>
                      </a:r>
                      <a:endParaRPr lang="zh-CN" altLang="en-US" sz="1000" b="0" dirty="0" smtClean="0">
                        <a:solidFill>
                          <a:srgbClr val="202020"/>
                        </a:solidFill>
                        <a:latin typeface="微软雅黑" panose="020B0503020204020204" charset="-122"/>
                        <a:ea typeface="微软雅黑" panose="020B0503020204020204" charset="-122"/>
                        <a:cs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l" fontAlgn="ctr">
                        <a:lnSpc>
                          <a:spcPct val="150000"/>
                        </a:lnSpc>
                        <a:buNone/>
                      </a:pPr>
                      <a:r>
                        <a:rPr lang="zh-CN" altLang="en-US" sz="1000" dirty="0">
                          <a:solidFill>
                            <a:srgbClr val="000000"/>
                          </a:solidFill>
                          <a:latin typeface="微软雅黑" panose="020B0503020204020204" charset="-122"/>
                          <a:ea typeface="微软雅黑" panose="020B0503020204020204" charset="-122"/>
                          <a:cs typeface="微软雅黑" panose="020B0503020204020204" charset="-122"/>
                          <a:sym typeface="+mn-ea"/>
                        </a:rPr>
                        <a:t>无需优化</a:t>
                      </a:r>
                      <a:endParaRPr lang="zh-CN" altLang="en-US" sz="1000" b="0" dirty="0">
                        <a:solidFill>
                          <a:srgbClr val="000000"/>
                        </a:solidFill>
                        <a:latin typeface="微软雅黑" panose="020B0503020204020204" charset="-122"/>
                        <a:ea typeface="微软雅黑" panose="020B0503020204020204" charset="-122"/>
                        <a:cs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457835">
                <a:tc>
                  <a:txBody>
                    <a:bodyPr/>
                    <a:lstStyle/>
                    <a:p>
                      <a:pPr indent="0" algn="ctr">
                        <a:buNone/>
                      </a:pPr>
                      <a:r>
                        <a:rPr lang="zh-CN" altLang="en-US" sz="1000" dirty="0" smtClean="0">
                          <a:solidFill>
                            <a:srgbClr val="202020"/>
                          </a:solidFill>
                          <a:latin typeface="微软雅黑" panose="020B0503020204020204" charset="-122"/>
                          <a:ea typeface="微软雅黑" panose="020B0503020204020204" charset="-122"/>
                          <a:cs typeface="微软雅黑" panose="020B0503020204020204" charset="-122"/>
                        </a:rPr>
                        <a:t>降噪</a:t>
                      </a:r>
                      <a:endParaRPr lang="zh-CN" altLang="en-US" sz="1000" dirty="0" smtClean="0">
                        <a:solidFill>
                          <a:srgbClr val="202020"/>
                        </a:solidFill>
                        <a:latin typeface="微软雅黑" panose="020B0503020204020204" charset="-122"/>
                        <a:ea typeface="微软雅黑" panose="020B0503020204020204" charset="-122"/>
                        <a:cs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indent="0" algn="l" fontAlgn="ctr">
                        <a:lnSpc>
                          <a:spcPct val="150000"/>
                        </a:lnSpc>
                        <a:buNone/>
                      </a:pPr>
                      <a:r>
                        <a:rPr lang="zh-CN" altLang="en-US" sz="1000" b="0" dirty="0" smtClean="0">
                          <a:solidFill>
                            <a:srgbClr val="202020"/>
                          </a:solidFill>
                          <a:latin typeface="微软雅黑" panose="020B0503020204020204" charset="-122"/>
                          <a:ea typeface="微软雅黑" panose="020B0503020204020204" charset="-122"/>
                          <a:cs typeface="微软雅黑" panose="020B0503020204020204" charset="-122"/>
                          <a:sym typeface="+mn-ea"/>
                        </a:rPr>
                        <a:t>创维</a:t>
                      </a:r>
                      <a:r>
                        <a:rPr lang="zh-CN" altLang="en-US" sz="1000" b="0" dirty="0" smtClean="0">
                          <a:solidFill>
                            <a:srgbClr val="202020"/>
                          </a:solidFill>
                          <a:latin typeface="微软雅黑" panose="020B0503020204020204" charset="-122"/>
                          <a:ea typeface="微软雅黑" panose="020B0503020204020204" charset="-122"/>
                          <a:cs typeface="微软雅黑" panose="020B0503020204020204" charset="-122"/>
                        </a:rPr>
                        <a:t>decontour效果较好,</a:t>
                      </a:r>
                      <a:r>
                        <a:rPr lang="en-US" altLang="zh-CN" sz="1000" b="0" dirty="0" smtClean="0">
                          <a:solidFill>
                            <a:srgbClr val="202020"/>
                          </a:solidFill>
                          <a:latin typeface="微软雅黑" panose="020B0503020204020204" charset="-122"/>
                          <a:ea typeface="微软雅黑" panose="020B0503020204020204" charset="-122"/>
                          <a:cs typeface="微软雅黑" panose="020B0503020204020204" charset="-122"/>
                        </a:rPr>
                        <a:t> </a:t>
                      </a:r>
                      <a:r>
                        <a:rPr lang="zh-CN" altLang="en-US" sz="1000" b="0" dirty="0" smtClean="0">
                          <a:solidFill>
                            <a:srgbClr val="202020"/>
                          </a:solidFill>
                          <a:latin typeface="微软雅黑" panose="020B0503020204020204" charset="-122"/>
                          <a:ea typeface="微软雅黑" panose="020B0503020204020204" charset="-122"/>
                          <a:cs typeface="微软雅黑" panose="020B0503020204020204" charset="-122"/>
                        </a:rPr>
                        <a:t>蚊状噪声TCL更好</a:t>
                      </a:r>
                      <a:endParaRPr lang="zh-CN" altLang="en-US" sz="1000" b="0" dirty="0" smtClean="0">
                        <a:solidFill>
                          <a:srgbClr val="202020"/>
                        </a:solidFill>
                        <a:latin typeface="微软雅黑" panose="020B0503020204020204" charset="-122"/>
                        <a:ea typeface="微软雅黑" panose="020B0503020204020204" charset="-122"/>
                        <a:cs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l" fontAlgn="ctr">
                        <a:lnSpc>
                          <a:spcPct val="150000"/>
                        </a:lnSpc>
                        <a:buNone/>
                      </a:pPr>
                      <a:r>
                        <a:rPr lang="zh-CN" altLang="en-US" sz="1000" dirty="0">
                          <a:solidFill>
                            <a:srgbClr val="000000"/>
                          </a:solidFill>
                          <a:latin typeface="微软雅黑" panose="020B0503020204020204" charset="-122"/>
                          <a:ea typeface="微软雅黑" panose="020B0503020204020204" charset="-122"/>
                          <a:cs typeface="微软雅黑" panose="020B0503020204020204" charset="-122"/>
                          <a:sym typeface="+mn-ea"/>
                        </a:rPr>
                        <a:t>无需</a:t>
                      </a:r>
                      <a:r>
                        <a:rPr lang="zh-CN" altLang="en-US" sz="1000" dirty="0">
                          <a:solidFill>
                            <a:srgbClr val="000000"/>
                          </a:solidFill>
                          <a:latin typeface="微软雅黑" panose="020B0503020204020204" charset="-122"/>
                          <a:ea typeface="微软雅黑" panose="020B0503020204020204" charset="-122"/>
                          <a:cs typeface="微软雅黑" panose="020B0503020204020204" charset="-122"/>
                          <a:sym typeface="+mn-ea"/>
                        </a:rPr>
                        <a:t>优化</a:t>
                      </a:r>
                      <a:endParaRPr lang="zh-CN" altLang="en-US" sz="1000" dirty="0">
                        <a:solidFill>
                          <a:srgbClr val="000000"/>
                        </a:solidFill>
                        <a:latin typeface="微软雅黑" panose="020B0503020204020204" charset="-122"/>
                        <a:ea typeface="微软雅黑" panose="020B0503020204020204" charset="-122"/>
                        <a:cs typeface="微软雅黑" panose="020B0503020204020204" charset="-122"/>
                        <a:sym typeface="+mn-ea"/>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587375">
                <a:tc>
                  <a:txBody>
                    <a:bodyPr/>
                    <a:lstStyle/>
                    <a:p>
                      <a:pPr indent="0" algn="ctr">
                        <a:buNone/>
                      </a:pPr>
                      <a:r>
                        <a:rPr lang="en-US" sz="1000" b="1" dirty="0">
                          <a:solidFill>
                            <a:srgbClr val="202020"/>
                          </a:solidFill>
                          <a:latin typeface="微软雅黑" panose="020B0503020204020204" charset="-122"/>
                          <a:ea typeface="微软雅黑" panose="020B0503020204020204" charset="-122"/>
                        </a:rPr>
                        <a:t>LD</a:t>
                      </a:r>
                      <a:endParaRPr lang="en-US" altLang="en-US" sz="1000" b="1" dirty="0">
                        <a:solidFill>
                          <a:srgbClr val="202020"/>
                        </a:solidFill>
                        <a:latin typeface="微软雅黑" panose="020B0503020204020204" charset="-122"/>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indent="0" algn="l" fontAlgn="ctr">
                        <a:lnSpc>
                          <a:spcPct val="150000"/>
                        </a:lnSpc>
                        <a:buNone/>
                      </a:pPr>
                      <a:r>
                        <a:rPr lang="en-US" altLang="zh-CN" sz="1000" b="0" dirty="0" smtClean="0">
                          <a:solidFill>
                            <a:srgbClr val="FF0000"/>
                          </a:solidFill>
                          <a:latin typeface="微软雅黑" panose="020B0503020204020204" charset="-122"/>
                          <a:ea typeface="微软雅黑" panose="020B0503020204020204" charset="-122"/>
                        </a:rPr>
                        <a:t>TCL</a:t>
                      </a:r>
                      <a:r>
                        <a:rPr lang="zh-CN" sz="1000" b="0" dirty="0" smtClean="0">
                          <a:solidFill>
                            <a:srgbClr val="FF0000"/>
                          </a:solidFill>
                          <a:latin typeface="微软雅黑" panose="020B0503020204020204" charset="-122"/>
                          <a:ea typeface="微软雅黑" panose="020B0503020204020204" charset="-122"/>
                        </a:rPr>
                        <a:t>光晕</a:t>
                      </a:r>
                      <a:r>
                        <a:rPr lang="zh-CN" sz="1000" b="0" dirty="0">
                          <a:solidFill>
                            <a:srgbClr val="FF0000"/>
                          </a:solidFill>
                          <a:latin typeface="微软雅黑" panose="020B0503020204020204" charset="-122"/>
                          <a:ea typeface="微软雅黑" panose="020B0503020204020204" charset="-122"/>
                        </a:rPr>
                        <a:t>相对创维较为小，</a:t>
                      </a:r>
                      <a:r>
                        <a:rPr lang="en-US" altLang="zh-CN" sz="1000" dirty="0" smtClean="0">
                          <a:solidFill>
                            <a:srgbClr val="202020"/>
                          </a:solidFill>
                          <a:latin typeface="微软雅黑" panose="020B0503020204020204" charset="-122"/>
                          <a:ea typeface="微软雅黑" panose="020B0503020204020204" charset="-122"/>
                          <a:cs typeface="微软雅黑" panose="020B0503020204020204" charset="-122"/>
                          <a:sym typeface="+mn-ea"/>
                        </a:rPr>
                        <a:t>TCL</a:t>
                      </a:r>
                      <a:r>
                        <a:rPr lang="zh-CN" altLang="en-US" sz="1000" dirty="0" smtClean="0">
                          <a:solidFill>
                            <a:srgbClr val="202020"/>
                          </a:solidFill>
                          <a:latin typeface="微软雅黑" panose="020B0503020204020204" charset="-122"/>
                          <a:ea typeface="微软雅黑" panose="020B0503020204020204" charset="-122"/>
                          <a:cs typeface="微软雅黑" panose="020B0503020204020204" charset="-122"/>
                          <a:sym typeface="+mn-ea"/>
                        </a:rPr>
                        <a:t>有过补偿的佛光现象</a:t>
                      </a:r>
                      <a:r>
                        <a:rPr lang="zh-CN" altLang="en-US" sz="1000" dirty="0">
                          <a:solidFill>
                            <a:srgbClr val="202020"/>
                          </a:solidFill>
                          <a:latin typeface="微软雅黑" panose="020B0503020204020204" charset="-122"/>
                          <a:ea typeface="微软雅黑" panose="020B0503020204020204" charset="-122"/>
                          <a:cs typeface="微软雅黑" panose="020B0503020204020204" charset="-122"/>
                          <a:sym typeface="+mn-ea"/>
                        </a:rPr>
                        <a:t>。</a:t>
                      </a:r>
                      <a:endParaRPr lang="en-US" altLang="zh-CN" sz="1000" b="0" dirty="0" smtClean="0">
                        <a:solidFill>
                          <a:srgbClr val="FF0000"/>
                        </a:solidFill>
                        <a:latin typeface="微软雅黑" panose="020B0503020204020204" charset="-122"/>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l" fontAlgn="ctr">
                        <a:lnSpc>
                          <a:spcPct val="150000"/>
                        </a:lnSpc>
                        <a:buNone/>
                      </a:pPr>
                      <a:r>
                        <a:rPr lang="zh-CN" altLang="en-US" sz="1000" b="0" dirty="0">
                          <a:solidFill>
                            <a:srgbClr val="000000"/>
                          </a:solidFill>
                          <a:latin typeface="微软雅黑" panose="020B0503020204020204" charset="-122"/>
                          <a:ea typeface="微软雅黑" panose="020B0503020204020204" charset="-122"/>
                        </a:rPr>
                        <a:t>已根据环境光做不同光晕的优化措施，与模组相关、在</a:t>
                      </a:r>
                      <a:r>
                        <a:rPr lang="en-US" altLang="zh-CN" sz="1000" b="0" dirty="0">
                          <a:solidFill>
                            <a:srgbClr val="000000"/>
                          </a:solidFill>
                          <a:latin typeface="微软雅黑" panose="020B0503020204020204" charset="-122"/>
                          <a:ea typeface="微软雅黑" panose="020B0503020204020204" charset="-122"/>
                        </a:rPr>
                        <a:t>HDR</a:t>
                      </a:r>
                      <a:r>
                        <a:rPr lang="zh-CN" altLang="en-US" sz="1000" b="0" dirty="0">
                          <a:solidFill>
                            <a:srgbClr val="000000"/>
                          </a:solidFill>
                          <a:latin typeface="微软雅黑" panose="020B0503020204020204" charset="-122"/>
                          <a:ea typeface="微软雅黑" panose="020B0503020204020204" charset="-122"/>
                        </a:rPr>
                        <a:t>下，会根据不同的环境照度匹配不同的</a:t>
                      </a:r>
                      <a:r>
                        <a:rPr lang="en-US" altLang="zh-CN" sz="1000" b="0" dirty="0">
                          <a:solidFill>
                            <a:srgbClr val="000000"/>
                          </a:solidFill>
                          <a:latin typeface="微软雅黑" panose="020B0503020204020204" charset="-122"/>
                          <a:ea typeface="微软雅黑" panose="020B0503020204020204" charset="-122"/>
                        </a:rPr>
                        <a:t>remap</a:t>
                      </a:r>
                      <a:r>
                        <a:rPr lang="zh-CN" altLang="en-US" sz="1000" b="0" dirty="0">
                          <a:solidFill>
                            <a:srgbClr val="000000"/>
                          </a:solidFill>
                          <a:latin typeface="微软雅黑" panose="020B0503020204020204" charset="-122"/>
                          <a:ea typeface="微软雅黑" panose="020B0503020204020204" charset="-122"/>
                        </a:rPr>
                        <a:t>曲线（</a:t>
                      </a:r>
                      <a:r>
                        <a:rPr lang="en-US" altLang="zh-CN" sz="1000" b="0" dirty="0">
                          <a:solidFill>
                            <a:srgbClr val="000000"/>
                          </a:solidFill>
                          <a:latin typeface="微软雅黑" panose="020B0503020204020204" charset="-122"/>
                          <a:ea typeface="微软雅黑" panose="020B0503020204020204" charset="-122"/>
                        </a:rPr>
                        <a:t>backlight</a:t>
                      </a:r>
                      <a:r>
                        <a:rPr lang="zh-CN" altLang="en-US" sz="1000" b="0" dirty="0">
                          <a:solidFill>
                            <a:srgbClr val="000000"/>
                          </a:solidFill>
                          <a:latin typeface="微软雅黑" panose="020B0503020204020204" charset="-122"/>
                          <a:ea typeface="微软雅黑" panose="020B0503020204020204" charset="-122"/>
                        </a:rPr>
                        <a:t>　</a:t>
                      </a:r>
                      <a:r>
                        <a:rPr lang="en-US" altLang="zh-CN" sz="1000" b="0" dirty="0">
                          <a:solidFill>
                            <a:srgbClr val="000000"/>
                          </a:solidFill>
                          <a:latin typeface="微软雅黑" panose="020B0503020204020204" charset="-122"/>
                          <a:ea typeface="微软雅黑" panose="020B0503020204020204" charset="-122"/>
                        </a:rPr>
                        <a:t>remap</a:t>
                      </a:r>
                      <a:r>
                        <a:rPr lang="zh-CN" altLang="en-US" sz="1000" b="0" dirty="0">
                          <a:solidFill>
                            <a:srgbClr val="000000"/>
                          </a:solidFill>
                          <a:latin typeface="微软雅黑" panose="020B0503020204020204" charset="-122"/>
                          <a:ea typeface="微软雅黑" panose="020B0503020204020204" charset="-122"/>
                        </a:rPr>
                        <a:t>和</a:t>
                      </a:r>
                      <a:r>
                        <a:rPr lang="en-US" altLang="zh-CN" sz="1000" b="0" dirty="0">
                          <a:solidFill>
                            <a:srgbClr val="000000"/>
                          </a:solidFill>
                          <a:latin typeface="微软雅黑" panose="020B0503020204020204" charset="-122"/>
                          <a:ea typeface="微软雅黑" panose="020B0503020204020204" charset="-122"/>
                        </a:rPr>
                        <a:t>BV</a:t>
                      </a:r>
                      <a:r>
                        <a:rPr lang="zh-CN" altLang="en-US" sz="1000" b="0" dirty="0">
                          <a:solidFill>
                            <a:srgbClr val="000000"/>
                          </a:solidFill>
                          <a:latin typeface="微软雅黑" panose="020B0503020204020204" charset="-122"/>
                          <a:ea typeface="微软雅黑" panose="020B0503020204020204" charset="-122"/>
                        </a:rPr>
                        <a:t>　</a:t>
                      </a:r>
                      <a:r>
                        <a:rPr lang="en-US" altLang="zh-CN" sz="1000" b="0" dirty="0">
                          <a:solidFill>
                            <a:srgbClr val="000000"/>
                          </a:solidFill>
                          <a:latin typeface="微软雅黑" panose="020B0503020204020204" charset="-122"/>
                          <a:ea typeface="微软雅黑" panose="020B0503020204020204" charset="-122"/>
                        </a:rPr>
                        <a:t>gain</a:t>
                      </a:r>
                      <a:r>
                        <a:rPr lang="zh-CN" altLang="en-US" sz="1000" b="0" dirty="0">
                          <a:solidFill>
                            <a:srgbClr val="000000"/>
                          </a:solidFill>
                          <a:latin typeface="微软雅黑" panose="020B0503020204020204" charset="-122"/>
                          <a:ea typeface="微软雅黑" panose="020B0503020204020204" charset="-122"/>
                        </a:rPr>
                        <a:t>　</a:t>
                      </a:r>
                      <a:r>
                        <a:rPr lang="en-US" altLang="zh-CN" sz="1000" b="0" dirty="0">
                          <a:solidFill>
                            <a:srgbClr val="000000"/>
                          </a:solidFill>
                          <a:latin typeface="微软雅黑" panose="020B0503020204020204" charset="-122"/>
                          <a:ea typeface="微软雅黑" panose="020B0503020204020204" charset="-122"/>
                        </a:rPr>
                        <a:t>remap</a:t>
                      </a:r>
                      <a:r>
                        <a:rPr lang="zh-CN" altLang="en-US" sz="1000" b="0" dirty="0">
                          <a:solidFill>
                            <a:srgbClr val="000000"/>
                          </a:solidFill>
                          <a:latin typeface="微软雅黑" panose="020B0503020204020204" charset="-122"/>
                          <a:ea typeface="微软雅黑" panose="020B0503020204020204" charset="-122"/>
                        </a:rPr>
                        <a:t>），以达到最优的光晕抑制</a:t>
                      </a:r>
                      <a:r>
                        <a:rPr lang="zh-CN" altLang="en-US" sz="1000" b="0" dirty="0">
                          <a:solidFill>
                            <a:srgbClr val="000000"/>
                          </a:solidFill>
                          <a:latin typeface="微软雅黑" panose="020B0503020204020204" charset="-122"/>
                          <a:ea typeface="微软雅黑" panose="020B0503020204020204" charset="-122"/>
                        </a:rPr>
                        <a:t>效果。</a:t>
                      </a:r>
                      <a:endParaRPr lang="zh-CN" altLang="en-US" sz="1000" b="0" dirty="0">
                        <a:solidFill>
                          <a:srgbClr val="000000"/>
                        </a:solidFill>
                        <a:latin typeface="微软雅黑" panose="020B0503020204020204" charset="-122"/>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587375">
                <a:tc>
                  <a:txBody>
                    <a:bodyPr/>
                    <a:lstStyle/>
                    <a:p>
                      <a:pPr indent="0" algn="ctr">
                        <a:buNone/>
                      </a:pPr>
                      <a:r>
                        <a:rPr lang="en-US" sz="1000" b="1">
                          <a:solidFill>
                            <a:srgbClr val="202020"/>
                          </a:solidFill>
                          <a:latin typeface="微软雅黑" panose="020B0503020204020204" charset="-122"/>
                          <a:ea typeface="微软雅黑" panose="020B0503020204020204" charset="-122"/>
                        </a:rPr>
                        <a:t>MEMC</a:t>
                      </a:r>
                      <a:endParaRPr lang="en-US" altLang="en-US" sz="1000" b="1">
                        <a:solidFill>
                          <a:srgbClr val="202020"/>
                        </a:solidFill>
                        <a:latin typeface="微软雅黑" panose="020B0503020204020204" charset="-122"/>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indent="0" algn="l" fontAlgn="ctr">
                        <a:lnSpc>
                          <a:spcPct val="150000"/>
                        </a:lnSpc>
                        <a:buNone/>
                      </a:pPr>
                      <a:r>
                        <a:rPr lang="zh-CN" altLang="en-US" sz="1000" b="0" dirty="0" smtClean="0">
                          <a:solidFill>
                            <a:srgbClr val="202020"/>
                          </a:solidFill>
                          <a:latin typeface="微软雅黑" panose="020B0503020204020204" charset="-122"/>
                          <a:ea typeface="微软雅黑" panose="020B0503020204020204" charset="-122"/>
                          <a:cs typeface="微软雅黑" panose="020B0503020204020204" charset="-122"/>
                        </a:rPr>
                        <a:t>各有不同的场景破碎和抖动</a:t>
                      </a:r>
                      <a:endParaRPr lang="zh-CN" sz="1000" b="0" dirty="0">
                        <a:solidFill>
                          <a:srgbClr val="202020"/>
                        </a:solidFill>
                        <a:latin typeface="微软雅黑" panose="020B0503020204020204" charset="-122"/>
                        <a:ea typeface="微软雅黑" panose="020B0503020204020204" charset="-122"/>
                        <a:cs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l" fontAlgn="ctr">
                        <a:lnSpc>
                          <a:spcPct val="150000"/>
                        </a:lnSpc>
                        <a:buNone/>
                      </a:pPr>
                      <a:r>
                        <a:rPr lang="zh-CN" altLang="en-US" sz="1000" b="0" dirty="0">
                          <a:solidFill>
                            <a:srgbClr val="000000"/>
                          </a:solidFill>
                          <a:latin typeface="微软雅黑" panose="020B0503020204020204" charset="-122"/>
                          <a:ea typeface="微软雅黑" panose="020B0503020204020204" charset="-122"/>
                          <a:cs typeface="微软雅黑" panose="020B0503020204020204" charset="-122"/>
                        </a:rPr>
                        <a:t>相关片源已提供</a:t>
                      </a:r>
                      <a:r>
                        <a:rPr lang="en-US" altLang="zh-CN" sz="1000" b="0" dirty="0">
                          <a:solidFill>
                            <a:srgbClr val="000000"/>
                          </a:solidFill>
                          <a:latin typeface="微软雅黑" panose="020B0503020204020204" charset="-122"/>
                          <a:ea typeface="微软雅黑" panose="020B0503020204020204" charset="-122"/>
                          <a:cs typeface="微软雅黑" panose="020B0503020204020204" charset="-122"/>
                        </a:rPr>
                        <a:t>RTK</a:t>
                      </a:r>
                      <a:r>
                        <a:rPr lang="zh-CN" altLang="en-US" sz="1000" b="0" dirty="0">
                          <a:solidFill>
                            <a:srgbClr val="000000"/>
                          </a:solidFill>
                          <a:latin typeface="微软雅黑" panose="020B0503020204020204" charset="-122"/>
                          <a:ea typeface="微软雅黑" panose="020B0503020204020204" charset="-122"/>
                          <a:cs typeface="微软雅黑" panose="020B0503020204020204" charset="-122"/>
                        </a:rPr>
                        <a:t>，</a:t>
                      </a:r>
                      <a:r>
                        <a:rPr lang="en-US" altLang="zh-CN" sz="1000" b="0" dirty="0">
                          <a:solidFill>
                            <a:srgbClr val="000000"/>
                          </a:solidFill>
                          <a:latin typeface="微软雅黑" panose="020B0503020204020204" charset="-122"/>
                          <a:ea typeface="微软雅黑" panose="020B0503020204020204" charset="-122"/>
                          <a:cs typeface="微软雅黑" panose="020B0503020204020204" charset="-122"/>
                        </a:rPr>
                        <a:t>8</a:t>
                      </a:r>
                      <a:r>
                        <a:rPr lang="zh-CN" altLang="en-US" sz="1000" b="0" dirty="0">
                          <a:solidFill>
                            <a:srgbClr val="000000"/>
                          </a:solidFill>
                          <a:latin typeface="微软雅黑" panose="020B0503020204020204" charset="-122"/>
                          <a:ea typeface="微软雅黑" panose="020B0503020204020204" charset="-122"/>
                          <a:cs typeface="微软雅黑" panose="020B0503020204020204" charset="-122"/>
                        </a:rPr>
                        <a:t>月</a:t>
                      </a:r>
                      <a:r>
                        <a:rPr lang="en-US" altLang="zh-CN" sz="1000" b="0" dirty="0">
                          <a:solidFill>
                            <a:srgbClr val="000000"/>
                          </a:solidFill>
                          <a:latin typeface="微软雅黑" panose="020B0503020204020204" charset="-122"/>
                          <a:ea typeface="微软雅黑" panose="020B0503020204020204" charset="-122"/>
                          <a:cs typeface="微软雅黑" panose="020B0503020204020204" charset="-122"/>
                        </a:rPr>
                        <a:t>1</a:t>
                      </a:r>
                      <a:r>
                        <a:rPr lang="zh-CN" altLang="en-US" sz="1000" b="0" dirty="0">
                          <a:solidFill>
                            <a:srgbClr val="000000"/>
                          </a:solidFill>
                          <a:latin typeface="微软雅黑" panose="020B0503020204020204" charset="-122"/>
                          <a:ea typeface="微软雅黑" panose="020B0503020204020204" charset="-122"/>
                          <a:cs typeface="微软雅黑" panose="020B0503020204020204" charset="-122"/>
                        </a:rPr>
                        <a:t>日会出一版，此模块会持续</a:t>
                      </a:r>
                      <a:r>
                        <a:rPr lang="zh-CN" altLang="en-US" sz="1000" b="0" dirty="0">
                          <a:solidFill>
                            <a:srgbClr val="000000"/>
                          </a:solidFill>
                          <a:latin typeface="微软雅黑" panose="020B0503020204020204" charset="-122"/>
                          <a:ea typeface="微软雅黑" panose="020B0503020204020204" charset="-122"/>
                          <a:cs typeface="微软雅黑" panose="020B0503020204020204" charset="-122"/>
                        </a:rPr>
                        <a:t>优化</a:t>
                      </a:r>
                      <a:endParaRPr lang="zh-CN" altLang="en-US" sz="1000" b="0" dirty="0">
                        <a:solidFill>
                          <a:srgbClr val="000000"/>
                        </a:solidFill>
                        <a:latin typeface="微软雅黑" panose="020B0503020204020204" charset="-122"/>
                        <a:ea typeface="微软雅黑" panose="020B0503020204020204" charset="-122"/>
                        <a:cs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599440">
                <a:tc>
                  <a:txBody>
                    <a:bodyPr/>
                    <a:lstStyle/>
                    <a:p>
                      <a:pPr indent="0" algn="ctr">
                        <a:buNone/>
                      </a:pPr>
                      <a:r>
                        <a:rPr lang="en-US" sz="1000" b="1">
                          <a:solidFill>
                            <a:srgbClr val="202020"/>
                          </a:solidFill>
                          <a:latin typeface="微软雅黑" panose="020B0503020204020204" charset="-122"/>
                          <a:ea typeface="微软雅黑" panose="020B0503020204020204" charset="-122"/>
                        </a:rPr>
                        <a:t>HDR</a:t>
                      </a:r>
                      <a:endParaRPr lang="en-US" altLang="en-US" sz="1000" b="1">
                        <a:solidFill>
                          <a:srgbClr val="202020"/>
                        </a:solidFill>
                        <a:latin typeface="微软雅黑" panose="020B0503020204020204" charset="-122"/>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indent="0" algn="l">
                        <a:lnSpc>
                          <a:spcPct val="150000"/>
                        </a:lnSpc>
                        <a:buNone/>
                      </a:pPr>
                      <a:r>
                        <a:rPr lang="zh-CN" altLang="en-US" sz="1000" b="0" dirty="0">
                          <a:solidFill>
                            <a:srgbClr val="FF0000"/>
                          </a:solidFill>
                          <a:latin typeface="微软雅黑" panose="020B0503020204020204" charset="-122"/>
                          <a:ea typeface="微软雅黑" panose="020B0503020204020204" charset="-122"/>
                        </a:rPr>
                        <a:t>我司</a:t>
                      </a:r>
                      <a:r>
                        <a:rPr lang="en-US" altLang="zh-CN" sz="1000" b="0" dirty="0">
                          <a:solidFill>
                            <a:srgbClr val="FF0000"/>
                          </a:solidFill>
                          <a:latin typeface="微软雅黑" panose="020B0503020204020204" charset="-122"/>
                          <a:ea typeface="微软雅黑" panose="020B0503020204020204" charset="-122"/>
                        </a:rPr>
                        <a:t>HDR</a:t>
                      </a:r>
                      <a:r>
                        <a:rPr lang="zh-CN" altLang="en-US" sz="1000" b="0" dirty="0" smtClean="0">
                          <a:solidFill>
                            <a:srgbClr val="FF0000"/>
                          </a:solidFill>
                          <a:latin typeface="微软雅黑" panose="020B0503020204020204" charset="-122"/>
                          <a:ea typeface="微软雅黑" panose="020B0503020204020204" charset="-122"/>
                        </a:rPr>
                        <a:t>下高亮层次较少，</a:t>
                      </a:r>
                      <a:r>
                        <a:rPr lang="en-US" altLang="zh-CN" sz="1000" dirty="0" smtClean="0">
                          <a:solidFill>
                            <a:srgbClr val="FF0000"/>
                          </a:solidFill>
                          <a:latin typeface="微软雅黑" panose="020B0503020204020204" charset="-122"/>
                          <a:ea typeface="微软雅黑" panose="020B0503020204020204" charset="-122"/>
                          <a:cs typeface="微软雅黑" panose="020B0503020204020204" charset="-122"/>
                          <a:sym typeface="+mn-ea"/>
                        </a:rPr>
                        <a:t>HDR</a:t>
                      </a:r>
                      <a:r>
                        <a:rPr lang="zh-CN" altLang="en-US" sz="1000" dirty="0" smtClean="0">
                          <a:solidFill>
                            <a:srgbClr val="FF0000"/>
                          </a:solidFill>
                          <a:latin typeface="微软雅黑" panose="020B0503020204020204" charset="-122"/>
                          <a:ea typeface="微软雅黑" panose="020B0503020204020204" charset="-122"/>
                          <a:cs typeface="微软雅黑" panose="020B0503020204020204" charset="-122"/>
                          <a:sym typeface="+mn-ea"/>
                        </a:rPr>
                        <a:t>高亮会过早的</a:t>
                      </a:r>
                      <a:r>
                        <a:rPr lang="en-US" altLang="zh-CN" sz="1000" dirty="0" smtClean="0">
                          <a:solidFill>
                            <a:srgbClr val="FF0000"/>
                          </a:solidFill>
                          <a:latin typeface="微软雅黑" panose="020B0503020204020204" charset="-122"/>
                          <a:ea typeface="微软雅黑" panose="020B0503020204020204" charset="-122"/>
                          <a:cs typeface="微软雅黑" panose="020B0503020204020204" charset="-122"/>
                          <a:sym typeface="+mn-ea"/>
                        </a:rPr>
                        <a:t>clip</a:t>
                      </a:r>
                      <a:r>
                        <a:rPr lang="zh-CN" altLang="en-US" sz="1000" dirty="0" smtClean="0">
                          <a:solidFill>
                            <a:srgbClr val="FF0000"/>
                          </a:solidFill>
                          <a:latin typeface="微软雅黑" panose="020B0503020204020204" charset="-122"/>
                          <a:ea typeface="微软雅黑" panose="020B0503020204020204" charset="-122"/>
                          <a:cs typeface="微软雅黑" panose="020B0503020204020204" charset="-122"/>
                          <a:sym typeface="+mn-ea"/>
                        </a:rPr>
                        <a:t>掉，</a:t>
                      </a:r>
                      <a:r>
                        <a:rPr lang="zh-CN" altLang="en-US" sz="1000" dirty="0" smtClean="0">
                          <a:solidFill>
                            <a:srgbClr val="FF0000"/>
                          </a:solidFill>
                          <a:latin typeface="微软雅黑" panose="020B0503020204020204" charset="-122"/>
                          <a:ea typeface="微软雅黑" panose="020B0503020204020204" charset="-122"/>
                          <a:sym typeface="+mn-ea"/>
                        </a:rPr>
                        <a:t>高亮高饱和的色彩偏淡</a:t>
                      </a:r>
                      <a:endParaRPr lang="zh-CN" altLang="en-US" sz="1000" b="0" dirty="0" smtClean="0">
                        <a:solidFill>
                          <a:srgbClr val="FF0000"/>
                        </a:solidFill>
                        <a:latin typeface="微软雅黑" panose="020B0503020204020204" charset="-122"/>
                        <a:ea typeface="微软雅黑" panose="020B0503020204020204" charset="-122"/>
                        <a:sym typeface="+mn-ea"/>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l">
                        <a:lnSpc>
                          <a:spcPct val="150000"/>
                        </a:lnSpc>
                        <a:buNone/>
                      </a:pPr>
                      <a:r>
                        <a:rPr lang="en-US" altLang="zh-CN" sz="1000" dirty="0">
                          <a:solidFill>
                            <a:srgbClr val="000000"/>
                          </a:solidFill>
                          <a:latin typeface="微软雅黑" panose="020B0503020204020204" charset="-122"/>
                          <a:ea typeface="微软雅黑" panose="020B0503020204020204" charset="-122"/>
                          <a:cs typeface="微软雅黑" panose="020B0503020204020204" charset="-122"/>
                          <a:sym typeface="+mn-ea"/>
                        </a:rPr>
                        <a:t>RTK </a:t>
                      </a:r>
                      <a:r>
                        <a:rPr lang="zh-CN" altLang="en-US" sz="1000" dirty="0">
                          <a:solidFill>
                            <a:srgbClr val="000000"/>
                          </a:solidFill>
                          <a:latin typeface="微软雅黑" panose="020B0503020204020204" charset="-122"/>
                          <a:ea typeface="微软雅黑" panose="020B0503020204020204" charset="-122"/>
                          <a:cs typeface="微软雅黑" panose="020B0503020204020204" charset="-122"/>
                          <a:sym typeface="+mn-ea"/>
                        </a:rPr>
                        <a:t>方案无每帧</a:t>
                      </a:r>
                      <a:r>
                        <a:rPr lang="zh-CN" altLang="en-US" sz="1000" dirty="0">
                          <a:solidFill>
                            <a:srgbClr val="000000"/>
                          </a:solidFill>
                          <a:latin typeface="微软雅黑" panose="020B0503020204020204" charset="-122"/>
                          <a:ea typeface="微软雅黑" panose="020B0503020204020204" charset="-122"/>
                          <a:cs typeface="微软雅黑" panose="020B0503020204020204" charset="-122"/>
                          <a:sym typeface="+mn-ea"/>
                        </a:rPr>
                        <a:t>的动态</a:t>
                      </a:r>
                      <a:r>
                        <a:rPr lang="en-US" altLang="zh-CN" sz="1000" dirty="0">
                          <a:solidFill>
                            <a:srgbClr val="000000"/>
                          </a:solidFill>
                          <a:latin typeface="微软雅黑" panose="020B0503020204020204" charset="-122"/>
                          <a:ea typeface="微软雅黑" panose="020B0503020204020204" charset="-122"/>
                          <a:cs typeface="微软雅黑" panose="020B0503020204020204" charset="-122"/>
                          <a:sym typeface="+mn-ea"/>
                        </a:rPr>
                        <a:t>ToneMapping</a:t>
                      </a:r>
                      <a:r>
                        <a:rPr lang="zh-CN" altLang="en-US" sz="1000" dirty="0">
                          <a:solidFill>
                            <a:srgbClr val="000000"/>
                          </a:solidFill>
                          <a:latin typeface="微软雅黑" panose="020B0503020204020204" charset="-122"/>
                          <a:ea typeface="微软雅黑" panose="020B0503020204020204" charset="-122"/>
                          <a:cs typeface="微软雅黑" panose="020B0503020204020204" charset="-122"/>
                          <a:sym typeface="+mn-ea"/>
                        </a:rPr>
                        <a:t>，已寄出</a:t>
                      </a:r>
                      <a:r>
                        <a:rPr lang="en-US" altLang="zh-CN" sz="1000" dirty="0">
                          <a:solidFill>
                            <a:srgbClr val="000000"/>
                          </a:solidFill>
                          <a:latin typeface="微软雅黑" panose="020B0503020204020204" charset="-122"/>
                          <a:ea typeface="微软雅黑" panose="020B0503020204020204" charset="-122"/>
                          <a:cs typeface="微软雅黑" panose="020B0503020204020204" charset="-122"/>
                          <a:sym typeface="+mn-ea"/>
                        </a:rPr>
                        <a:t>MTK</a:t>
                      </a:r>
                      <a:r>
                        <a:rPr lang="zh-CN" altLang="en-US" sz="1000" dirty="0">
                          <a:solidFill>
                            <a:srgbClr val="000000"/>
                          </a:solidFill>
                          <a:latin typeface="微软雅黑" panose="020B0503020204020204" charset="-122"/>
                          <a:ea typeface="微软雅黑" panose="020B0503020204020204" charset="-122"/>
                          <a:cs typeface="微软雅黑" panose="020B0503020204020204" charset="-122"/>
                          <a:sym typeface="+mn-ea"/>
                        </a:rPr>
                        <a:t>方案电视给</a:t>
                      </a:r>
                      <a:r>
                        <a:rPr lang="en-US" altLang="zh-CN" sz="1000" dirty="0">
                          <a:solidFill>
                            <a:srgbClr val="000000"/>
                          </a:solidFill>
                          <a:latin typeface="微软雅黑" panose="020B0503020204020204" charset="-122"/>
                          <a:ea typeface="微软雅黑" panose="020B0503020204020204" charset="-122"/>
                          <a:cs typeface="微软雅黑" panose="020B0503020204020204" charset="-122"/>
                          <a:sym typeface="+mn-ea"/>
                        </a:rPr>
                        <a:t>RTK</a:t>
                      </a:r>
                      <a:r>
                        <a:rPr lang="zh-CN" altLang="en-US" sz="1000" dirty="0">
                          <a:solidFill>
                            <a:srgbClr val="000000"/>
                          </a:solidFill>
                          <a:latin typeface="微软雅黑" panose="020B0503020204020204" charset="-122"/>
                          <a:ea typeface="微软雅黑" panose="020B0503020204020204" charset="-122"/>
                          <a:cs typeface="微软雅黑" panose="020B0503020204020204" charset="-122"/>
                          <a:sym typeface="+mn-ea"/>
                        </a:rPr>
                        <a:t>台湾</a:t>
                      </a:r>
                      <a:endParaRPr lang="en-US" altLang="en-US" sz="1000" b="0" dirty="0">
                        <a:solidFill>
                          <a:srgbClr val="000000"/>
                        </a:solidFill>
                        <a:latin typeface="微软雅黑" panose="020B0503020204020204" charset="-122"/>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bl>
          </a:graphicData>
        </a:graphic>
      </p:graphicFrame>
      <p:graphicFrame>
        <p:nvGraphicFramePr>
          <p:cNvPr id="3" name="图表 2"/>
          <p:cNvGraphicFramePr/>
          <p:nvPr>
            <p:custDataLst>
              <p:tags r:id="rId5"/>
            </p:custDataLst>
          </p:nvPr>
        </p:nvGraphicFramePr>
        <p:xfrm>
          <a:off x="7341870" y="1562100"/>
          <a:ext cx="4250690" cy="4655185"/>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custDataLst>
              <p:tags r:id="rId1"/>
            </p:custDataLst>
          </p:nvPr>
        </p:nvSpPr>
        <p:spPr>
          <a:xfrm>
            <a:off x="361950" y="698500"/>
            <a:ext cx="6225540" cy="430530"/>
          </a:xfrm>
          <a:prstGeom prst="rect">
            <a:avLst/>
          </a:prstGeom>
          <a:noFill/>
        </p:spPr>
        <p:txBody>
          <a:bodyPr wrap="square" lIns="0" tIns="0" rIns="0" bIns="0" rtlCol="0">
            <a:spAutoFit/>
          </a:bodyPr>
          <a:lstStyle/>
          <a:p>
            <a:r>
              <a:rPr lang="zh-CN" altLang="en-US" sz="2800" b="1">
                <a:latin typeface="微软雅黑" panose="020B0503020204020204" charset="-122"/>
                <a:ea typeface="微软雅黑" panose="020B0503020204020204" charset="-122"/>
                <a:cs typeface="微软雅黑" panose="020B0503020204020204" charset="-122"/>
              </a:rPr>
              <a:t>主观模块详解</a:t>
            </a:r>
            <a:r>
              <a:rPr lang="en-US" sz="2800" b="1">
                <a:latin typeface="微软雅黑" panose="020B0503020204020204" charset="-122"/>
                <a:ea typeface="微软雅黑" panose="020B0503020204020204" charset="-122"/>
                <a:cs typeface="微软雅黑" panose="020B0503020204020204" charset="-122"/>
                <a:sym typeface="+mn-ea"/>
              </a:rPr>
              <a:t>:</a:t>
            </a:r>
            <a:r>
              <a:rPr lang="en-US" sz="2800">
                <a:latin typeface="微软雅黑" panose="020B0503020204020204" charset="-122"/>
                <a:ea typeface="微软雅黑" panose="020B0503020204020204" charset="-122"/>
                <a:cs typeface="微软雅黑" panose="020B0503020204020204" charset="-122"/>
                <a:sym typeface="+mn-ea"/>
              </a:rPr>
              <a:t> </a:t>
            </a:r>
            <a:endParaRPr lang="zh-CN" altLang="en-US" sz="240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5" name="矩形 4"/>
          <p:cNvSpPr/>
          <p:nvPr>
            <p:custDataLst>
              <p:tags r:id="rId2"/>
            </p:custDataLst>
          </p:nvPr>
        </p:nvSpPr>
        <p:spPr>
          <a:xfrm>
            <a:off x="-1905" y="574675"/>
            <a:ext cx="159385" cy="6318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custDataLst>
              <p:tags r:id="rId3"/>
            </p:custDataLst>
          </p:nvPr>
        </p:nvSpPr>
        <p:spPr>
          <a:xfrm flipV="1">
            <a:off x="808355" y="2219960"/>
            <a:ext cx="2508250" cy="3794760"/>
          </a:xfrm>
          <a:prstGeom prst="rect">
            <a:avLst/>
          </a:prstGeom>
          <a:solidFill>
            <a:schemeClr val="accent1">
              <a:lumMod val="20000"/>
              <a:lumOff val="80000"/>
              <a:alpha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Regular" panose="020B0500000000000000" charset="-122"/>
            </a:endParaRPr>
          </a:p>
        </p:txBody>
      </p:sp>
      <p:sp>
        <p:nvSpPr>
          <p:cNvPr id="24" name="同侧圆角矩形 23"/>
          <p:cNvSpPr/>
          <p:nvPr>
            <p:custDataLst>
              <p:tags r:id="rId4"/>
            </p:custDataLst>
          </p:nvPr>
        </p:nvSpPr>
        <p:spPr>
          <a:xfrm>
            <a:off x="798830" y="1565275"/>
            <a:ext cx="2520950" cy="650240"/>
          </a:xfrm>
          <a:prstGeom prst="round2SameRect">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Regular" panose="020B0500000000000000" charset="-122"/>
            </a:endParaRPr>
          </a:p>
        </p:txBody>
      </p:sp>
      <p:sp>
        <p:nvSpPr>
          <p:cNvPr id="25" name="文本框 24"/>
          <p:cNvSpPr txBox="1"/>
          <p:nvPr>
            <p:custDataLst>
              <p:tags r:id="rId5"/>
            </p:custDataLst>
          </p:nvPr>
        </p:nvSpPr>
        <p:spPr>
          <a:xfrm>
            <a:off x="1169670" y="1720850"/>
            <a:ext cx="1779270" cy="338455"/>
          </a:xfrm>
          <a:prstGeom prst="rect">
            <a:avLst/>
          </a:prstGeom>
          <a:noFill/>
        </p:spPr>
        <p:txBody>
          <a:bodyPr wrap="square" bIns="0" rtlCol="0" anchor="ctr" anchorCtr="0">
            <a:normAutofit fontScale="97500" lnSpcReduction="10000"/>
          </a:bodyPr>
          <a:lstStyle/>
          <a:p>
            <a:pPr algn="ctr"/>
            <a:r>
              <a:rPr lang="zh-CN" altLang="en-US" sz="2000">
                <a:solidFill>
                  <a:schemeClr val="bg1"/>
                </a:solidFill>
                <a:latin typeface="微软雅黑" panose="020B0503020204020204" charset="-122"/>
                <a:ea typeface="微软雅黑" panose="020B0503020204020204" charset="-122"/>
                <a:cs typeface="思源黑体 CN Regular" panose="020B0500000000000000" charset="-122"/>
              </a:rPr>
              <a:t>亮度主要表现</a:t>
            </a:r>
            <a:endParaRPr lang="zh-CN" altLang="en-US" sz="2000">
              <a:solidFill>
                <a:schemeClr val="bg1"/>
              </a:solidFill>
              <a:latin typeface="微软雅黑" panose="020B0503020204020204" charset="-122"/>
              <a:ea typeface="微软雅黑" panose="020B0503020204020204" charset="-122"/>
              <a:cs typeface="思源黑体 CN Regular" panose="020B0500000000000000" charset="-122"/>
            </a:endParaRPr>
          </a:p>
        </p:txBody>
      </p:sp>
      <p:sp>
        <p:nvSpPr>
          <p:cNvPr id="26" name="文本框 25"/>
          <p:cNvSpPr txBox="1"/>
          <p:nvPr>
            <p:custDataLst>
              <p:tags r:id="rId6"/>
            </p:custDataLst>
          </p:nvPr>
        </p:nvSpPr>
        <p:spPr>
          <a:xfrm>
            <a:off x="915035" y="2373629"/>
            <a:ext cx="2249805" cy="3629025"/>
          </a:xfrm>
          <a:prstGeom prst="rect">
            <a:avLst/>
          </a:prstGeom>
          <a:noFill/>
        </p:spPr>
        <p:txBody>
          <a:bodyPr wrap="square" lIns="90170" tIns="46990" rIns="90170" bIns="46990" rtlCol="0" anchor="t" anchorCtr="0">
            <a:noAutofit/>
          </a:bodyPr>
          <a:lstStyle/>
          <a:p>
            <a:pPr marL="228600" indent="-228600" algn="just">
              <a:lnSpc>
                <a:spcPct val="150000"/>
              </a:lnSpc>
              <a:buFont typeface="Arial" panose="020B0604020202020204" pitchFamily="34" charset="0"/>
              <a:buAutoNum type="arabicPeriod"/>
            </a:pPr>
            <a:r>
              <a:rPr lang="zh-CN" sz="1200" b="1" u="sng" dirty="0">
                <a:latin typeface="微软雅黑" panose="020B0503020204020204" charset="-122"/>
                <a:ea typeface="微软雅黑" panose="020B0503020204020204" charset="-122"/>
                <a:cs typeface="微软雅黑" panose="020B0503020204020204" charset="-122"/>
                <a:sym typeface="+mn-ea"/>
              </a:rPr>
              <a:t>灰阶表现</a:t>
            </a:r>
            <a:r>
              <a:rPr lang="en-US" altLang="zh-CN" sz="1200" u="sng" dirty="0">
                <a:latin typeface="微软雅黑" panose="020B0503020204020204" charset="-122"/>
                <a:ea typeface="微软雅黑" panose="020B0503020204020204" charset="-122"/>
                <a:cs typeface="微软雅黑" panose="020B0503020204020204" charset="-122"/>
                <a:sym typeface="+mn-ea"/>
              </a:rPr>
              <a:t>:</a:t>
            </a:r>
            <a:r>
              <a:rPr lang="en-US" altLang="zh-CN" sz="1200" dirty="0">
                <a:latin typeface="微软雅黑" panose="020B0503020204020204" charset="-122"/>
                <a:ea typeface="微软雅黑" panose="020B0503020204020204" charset="-122"/>
                <a:cs typeface="微软雅黑" panose="020B0503020204020204" charset="-122"/>
                <a:sym typeface="+mn-ea"/>
              </a:rPr>
              <a:t> </a:t>
            </a:r>
            <a:r>
              <a:rPr lang="zh-CN" altLang="en-US" sz="1200" dirty="0">
                <a:latin typeface="微软雅黑" panose="020B0503020204020204" charset="-122"/>
                <a:ea typeface="微软雅黑" panose="020B0503020204020204" charset="-122"/>
                <a:cs typeface="微软雅黑" panose="020B0503020204020204" charset="-122"/>
                <a:sym typeface="+mn-ea"/>
              </a:rPr>
              <a:t>表现相当，</a:t>
            </a:r>
            <a:r>
              <a:rPr lang="zh-CN" sz="1200" dirty="0">
                <a:solidFill>
                  <a:srgbClr val="202020"/>
                </a:solidFill>
                <a:latin typeface="微软雅黑" panose="020B0503020204020204" charset="-122"/>
                <a:ea typeface="微软雅黑" panose="020B0503020204020204" charset="-122"/>
                <a:cs typeface="微软雅黑" panose="020B0503020204020204" charset="-122"/>
                <a:sym typeface="+mn-ea"/>
              </a:rPr>
              <a:t>都可</a:t>
            </a:r>
            <a:r>
              <a:rPr lang="zh-CN" altLang="en-US" sz="1200" dirty="0">
                <a:solidFill>
                  <a:srgbClr val="202020"/>
                </a:solidFill>
                <a:latin typeface="微软雅黑" panose="020B0503020204020204" charset="-122"/>
                <a:ea typeface="微软雅黑" panose="020B0503020204020204" charset="-122"/>
                <a:cs typeface="微软雅黑" panose="020B0503020204020204" charset="-122"/>
                <a:sym typeface="+mn-ea"/>
              </a:rPr>
              <a:t>分开</a:t>
            </a:r>
            <a:r>
              <a:rPr lang="zh-CN" altLang="en-US" sz="1200" dirty="0">
                <a:solidFill>
                  <a:srgbClr val="202020"/>
                </a:solidFill>
                <a:latin typeface="微软雅黑" panose="020B0503020204020204" charset="-122"/>
                <a:ea typeface="微软雅黑" panose="020B0503020204020204" charset="-122"/>
                <a:cs typeface="微软雅黑" panose="020B0503020204020204" charset="-122"/>
                <a:sym typeface="+mn-ea"/>
              </a:rPr>
              <a:t>。</a:t>
            </a:r>
            <a:endParaRPr lang="zh-CN" altLang="en-US" sz="1200" dirty="0">
              <a:solidFill>
                <a:srgbClr val="202020"/>
              </a:solidFill>
              <a:latin typeface="微软雅黑" panose="020B0503020204020204" charset="-122"/>
              <a:ea typeface="微软雅黑" panose="020B0503020204020204" charset="-122"/>
              <a:cs typeface="微软雅黑" panose="020B0503020204020204" charset="-122"/>
              <a:sym typeface="+mn-ea"/>
            </a:endParaRPr>
          </a:p>
          <a:p>
            <a:pPr marL="228600" indent="-228600" algn="just">
              <a:lnSpc>
                <a:spcPct val="150000"/>
              </a:lnSpc>
              <a:buFont typeface="Arial" panose="020B0604020202020204" pitchFamily="34" charset="0"/>
              <a:buAutoNum type="arabicPeriod"/>
            </a:pPr>
            <a:r>
              <a:rPr lang="en-US" altLang="zh-CN" sz="1200" b="1" u="sng" dirty="0">
                <a:solidFill>
                  <a:srgbClr val="202020"/>
                </a:solidFill>
                <a:latin typeface="微软雅黑" panose="020B0503020204020204" charset="-122"/>
                <a:ea typeface="微软雅黑" panose="020B0503020204020204" charset="-122"/>
                <a:cs typeface="微软雅黑" panose="020B0503020204020204" charset="-122"/>
                <a:sym typeface="+mn-ea"/>
              </a:rPr>
              <a:t>SDR</a:t>
            </a:r>
            <a:r>
              <a:rPr lang="zh-CN" altLang="en-US" sz="1200" b="1" u="sng" dirty="0">
                <a:solidFill>
                  <a:srgbClr val="202020"/>
                </a:solidFill>
                <a:latin typeface="微软雅黑" panose="020B0503020204020204" charset="-122"/>
                <a:ea typeface="微软雅黑" panose="020B0503020204020204" charset="-122"/>
                <a:cs typeface="微软雅黑" panose="020B0503020204020204" charset="-122"/>
                <a:sym typeface="+mn-ea"/>
              </a:rPr>
              <a:t>整体亮度</a:t>
            </a:r>
            <a:r>
              <a:rPr lang="en-US" altLang="zh-CN" sz="1200" dirty="0">
                <a:solidFill>
                  <a:srgbClr val="202020"/>
                </a:solidFill>
                <a:latin typeface="微软雅黑" panose="020B0503020204020204" charset="-122"/>
                <a:ea typeface="微软雅黑" panose="020B0503020204020204" charset="-122"/>
                <a:cs typeface="微软雅黑" panose="020B0503020204020204" charset="-122"/>
                <a:sym typeface="+mn-ea"/>
              </a:rPr>
              <a:t>: </a:t>
            </a:r>
            <a:r>
              <a:rPr lang="zh-CN" altLang="en-US" sz="1200" dirty="0">
                <a:solidFill>
                  <a:srgbClr val="202020"/>
                </a:solidFill>
                <a:latin typeface="微软雅黑" panose="020B0503020204020204" charset="-122"/>
                <a:ea typeface="微软雅黑" panose="020B0503020204020204" charset="-122"/>
                <a:cs typeface="微软雅黑" panose="020B0503020204020204" charset="-122"/>
                <a:sym typeface="+mn-ea"/>
              </a:rPr>
              <a:t>标准模式都降低亮度，较为</a:t>
            </a:r>
            <a:r>
              <a:rPr lang="zh-CN" altLang="en-US" sz="1200" dirty="0">
                <a:solidFill>
                  <a:srgbClr val="202020"/>
                </a:solidFill>
                <a:latin typeface="微软雅黑" panose="020B0503020204020204" charset="-122"/>
                <a:ea typeface="微软雅黑" panose="020B0503020204020204" charset="-122"/>
                <a:cs typeface="微软雅黑" panose="020B0503020204020204" charset="-122"/>
                <a:sym typeface="+mn-ea"/>
              </a:rPr>
              <a:t>舒适。</a:t>
            </a:r>
            <a:endParaRPr lang="zh-CN" altLang="en-US" sz="1200" dirty="0">
              <a:solidFill>
                <a:srgbClr val="202020"/>
              </a:solidFill>
              <a:latin typeface="微软雅黑" panose="020B0503020204020204" charset="-122"/>
              <a:ea typeface="微软雅黑" panose="020B0503020204020204" charset="-122"/>
              <a:cs typeface="微软雅黑" panose="020B0503020204020204" charset="-122"/>
              <a:sym typeface="+mn-ea"/>
            </a:endParaRPr>
          </a:p>
          <a:p>
            <a:pPr marL="228600" indent="-228600" algn="just">
              <a:lnSpc>
                <a:spcPct val="150000"/>
              </a:lnSpc>
              <a:buFont typeface="Arial" panose="020B0604020202020204" pitchFamily="34" charset="0"/>
              <a:buAutoNum type="arabicPeriod"/>
            </a:pPr>
            <a:r>
              <a:rPr lang="en-US" altLang="zh-CN" sz="1200" b="1" u="sng" dirty="0" smtClean="0">
                <a:solidFill>
                  <a:srgbClr val="202020"/>
                </a:solidFill>
                <a:latin typeface="微软雅黑" panose="020B0503020204020204" charset="-122"/>
                <a:ea typeface="微软雅黑" panose="020B0503020204020204" charset="-122"/>
                <a:cs typeface="微软雅黑" panose="020B0503020204020204" charset="-122"/>
                <a:sym typeface="+mn-ea"/>
              </a:rPr>
              <a:t>HDR</a:t>
            </a:r>
            <a:r>
              <a:rPr lang="zh-CN" altLang="en-US" sz="1200" b="1" u="sng" dirty="0">
                <a:solidFill>
                  <a:srgbClr val="202020"/>
                </a:solidFill>
                <a:latin typeface="微软雅黑" panose="020B0503020204020204" charset="-122"/>
                <a:ea typeface="微软雅黑" panose="020B0503020204020204" charset="-122"/>
                <a:cs typeface="微软雅黑" panose="020B0503020204020204" charset="-122"/>
                <a:sym typeface="+mn-ea"/>
              </a:rPr>
              <a:t>整体亮度</a:t>
            </a:r>
            <a:r>
              <a:rPr lang="en-US" altLang="zh-CN" sz="1200" dirty="0">
                <a:solidFill>
                  <a:srgbClr val="202020"/>
                </a:solidFill>
                <a:latin typeface="微软雅黑" panose="020B0503020204020204" charset="-122"/>
                <a:ea typeface="微软雅黑" panose="020B0503020204020204" charset="-122"/>
                <a:cs typeface="微软雅黑" panose="020B0503020204020204" charset="-122"/>
                <a:sym typeface="+mn-ea"/>
              </a:rPr>
              <a:t>: </a:t>
            </a:r>
            <a:r>
              <a:rPr lang="en-US" altLang="zh-CN" sz="1200" dirty="0" smtClean="0">
                <a:solidFill>
                  <a:srgbClr val="202020"/>
                </a:solidFill>
                <a:latin typeface="微软雅黑" panose="020B0503020204020204" charset="-122"/>
                <a:ea typeface="微软雅黑" panose="020B0503020204020204" charset="-122"/>
                <a:cs typeface="微软雅黑" panose="020B0503020204020204" charset="-122"/>
                <a:sym typeface="+mn-ea"/>
              </a:rPr>
              <a:t>TCL</a:t>
            </a:r>
            <a:r>
              <a:rPr lang="zh-CN" altLang="en-US" sz="1200" dirty="0" smtClean="0">
                <a:solidFill>
                  <a:srgbClr val="202020"/>
                </a:solidFill>
                <a:latin typeface="微软雅黑" panose="020B0503020204020204" charset="-122"/>
                <a:ea typeface="微软雅黑" panose="020B0503020204020204" charset="-122"/>
                <a:cs typeface="微软雅黑" panose="020B0503020204020204" charset="-122"/>
                <a:sym typeface="+mn-ea"/>
              </a:rPr>
              <a:t>大小窗口都更</a:t>
            </a:r>
            <a:r>
              <a:rPr lang="zh-CN" altLang="en-US" sz="1200" dirty="0">
                <a:solidFill>
                  <a:srgbClr val="202020"/>
                </a:solidFill>
                <a:latin typeface="微软雅黑" panose="020B0503020204020204" charset="-122"/>
                <a:ea typeface="微软雅黑" panose="020B0503020204020204" charset="-122"/>
                <a:cs typeface="微软雅黑" panose="020B0503020204020204" charset="-122"/>
                <a:sym typeface="+mn-ea"/>
              </a:rPr>
              <a:t>透亮</a:t>
            </a:r>
            <a:r>
              <a:rPr lang="zh-CN" altLang="en-US" sz="1200" dirty="0">
                <a:solidFill>
                  <a:srgbClr val="202020"/>
                </a:solidFill>
                <a:latin typeface="微软雅黑" panose="020B0503020204020204" charset="-122"/>
                <a:ea typeface="微软雅黑" panose="020B0503020204020204" charset="-122"/>
                <a:cs typeface="微软雅黑" panose="020B0503020204020204" charset="-122"/>
                <a:sym typeface="+mn-ea"/>
              </a:rPr>
              <a:t>。</a:t>
            </a:r>
            <a:endParaRPr lang="zh-CN" altLang="en-US" sz="1200" dirty="0">
              <a:solidFill>
                <a:srgbClr val="202020"/>
              </a:solidFill>
              <a:latin typeface="微软雅黑" panose="020B0503020204020204" charset="-122"/>
              <a:ea typeface="微软雅黑" panose="020B0503020204020204" charset="-122"/>
              <a:cs typeface="微软雅黑" panose="020B0503020204020204" charset="-122"/>
              <a:sym typeface="+mn-ea"/>
            </a:endParaRPr>
          </a:p>
          <a:p>
            <a:pPr marL="228600" indent="-228600" algn="just">
              <a:lnSpc>
                <a:spcPct val="150000"/>
              </a:lnSpc>
              <a:buFont typeface="Arial" panose="020B0604020202020204" pitchFamily="34" charset="0"/>
              <a:buAutoNum type="arabicPeriod"/>
            </a:pPr>
            <a:r>
              <a:rPr lang="en-US" altLang="zh-CN" sz="1200" b="1" u="sng" dirty="0">
                <a:solidFill>
                  <a:srgbClr val="202020"/>
                </a:solidFill>
                <a:latin typeface="微软雅黑" panose="020B0503020204020204" charset="-122"/>
                <a:ea typeface="微软雅黑" panose="020B0503020204020204" charset="-122"/>
                <a:cs typeface="微软雅黑" panose="020B0503020204020204" charset="-122"/>
                <a:sym typeface="+mn-ea"/>
              </a:rPr>
              <a:t>HDR </a:t>
            </a:r>
            <a:r>
              <a:rPr lang="zh-CN" altLang="en-US" sz="1200" b="1" u="sng" dirty="0">
                <a:solidFill>
                  <a:srgbClr val="202020"/>
                </a:solidFill>
                <a:latin typeface="微软雅黑" panose="020B0503020204020204" charset="-122"/>
                <a:ea typeface="微软雅黑" panose="020B0503020204020204" charset="-122"/>
                <a:cs typeface="微软雅黑" panose="020B0503020204020204" charset="-122"/>
                <a:sym typeface="+mn-ea"/>
              </a:rPr>
              <a:t>截断点</a:t>
            </a:r>
            <a:r>
              <a:rPr lang="zh-CN" altLang="en-US" sz="1200" b="1" dirty="0">
                <a:solidFill>
                  <a:srgbClr val="202020"/>
                </a:solidFill>
                <a:latin typeface="微软雅黑" panose="020B0503020204020204" charset="-122"/>
                <a:ea typeface="微软雅黑" panose="020B0503020204020204" charset="-122"/>
                <a:cs typeface="微软雅黑" panose="020B0503020204020204" charset="-122"/>
                <a:sym typeface="+mn-ea"/>
              </a:rPr>
              <a:t>：</a:t>
            </a:r>
            <a:r>
              <a:rPr lang="zh-CN" altLang="en-US" sz="1200" dirty="0" smtClean="0">
                <a:solidFill>
                  <a:srgbClr val="202020"/>
                </a:solidFill>
                <a:latin typeface="微软雅黑" panose="020B0503020204020204" charset="-122"/>
                <a:ea typeface="微软雅黑" panose="020B0503020204020204" charset="-122"/>
                <a:cs typeface="微软雅黑" panose="020B0503020204020204" charset="-122"/>
                <a:sym typeface="+mn-ea"/>
              </a:rPr>
              <a:t>创维</a:t>
            </a:r>
            <a:r>
              <a:rPr lang="en-US" altLang="zh-CN" sz="1200" dirty="0" smtClean="0">
                <a:solidFill>
                  <a:srgbClr val="202020"/>
                </a:solidFill>
                <a:latin typeface="微软雅黑" panose="020B0503020204020204" charset="-122"/>
                <a:ea typeface="微软雅黑" panose="020B0503020204020204" charset="-122"/>
                <a:cs typeface="微软雅黑" panose="020B0503020204020204" charset="-122"/>
                <a:sym typeface="+mn-ea"/>
              </a:rPr>
              <a:t>1000nit</a:t>
            </a:r>
            <a:r>
              <a:rPr lang="zh-CN" altLang="en-US" sz="1200" dirty="0" smtClean="0">
                <a:solidFill>
                  <a:srgbClr val="202020"/>
                </a:solidFill>
                <a:latin typeface="微软雅黑" panose="020B0503020204020204" charset="-122"/>
                <a:ea typeface="微软雅黑" panose="020B0503020204020204" charset="-122"/>
                <a:cs typeface="微软雅黑" panose="020B0503020204020204" charset="-122"/>
                <a:sym typeface="+mn-ea"/>
              </a:rPr>
              <a:t>，</a:t>
            </a:r>
            <a:r>
              <a:rPr lang="en-US" altLang="zh-CN" sz="1200" dirty="0" smtClean="0">
                <a:solidFill>
                  <a:srgbClr val="202020"/>
                </a:solidFill>
                <a:latin typeface="微软雅黑" panose="020B0503020204020204" charset="-122"/>
                <a:ea typeface="微软雅黑" panose="020B0503020204020204" charset="-122"/>
                <a:cs typeface="微软雅黑" panose="020B0503020204020204" charset="-122"/>
                <a:sym typeface="+mn-ea"/>
              </a:rPr>
              <a:t>TCL 4000nit</a:t>
            </a:r>
            <a:r>
              <a:rPr lang="zh-CN" altLang="en-US" sz="1200" dirty="0" smtClean="0">
                <a:solidFill>
                  <a:srgbClr val="202020"/>
                </a:solidFill>
                <a:latin typeface="微软雅黑" panose="020B0503020204020204" charset="-122"/>
                <a:ea typeface="微软雅黑" panose="020B0503020204020204" charset="-122"/>
                <a:cs typeface="微软雅黑" panose="020B0503020204020204" charset="-122"/>
                <a:sym typeface="+mn-ea"/>
              </a:rPr>
              <a:t>，创维在高亮画面会过曝</a:t>
            </a:r>
            <a:r>
              <a:rPr lang="zh-CN" altLang="en-US" sz="1000" dirty="0">
                <a:solidFill>
                  <a:srgbClr val="202020"/>
                </a:solidFill>
                <a:latin typeface="微软雅黑" panose="020B0503020204020204" charset="-122"/>
                <a:ea typeface="微软雅黑" panose="020B0503020204020204" charset="-122"/>
                <a:cs typeface="微软雅黑" panose="020B0503020204020204" charset="-122"/>
                <a:sym typeface="+mn-ea"/>
              </a:rPr>
              <a:t>。</a:t>
            </a:r>
            <a:endParaRPr lang="en-US" altLang="zh-CN" sz="1000" dirty="0">
              <a:solidFill>
                <a:srgbClr val="202020"/>
              </a:solidFill>
              <a:latin typeface="微软雅黑" panose="020B0503020204020204" charset="-122"/>
              <a:ea typeface="微软雅黑" panose="020B0503020204020204" charset="-122"/>
              <a:cs typeface="微软雅黑" panose="020B0503020204020204" charset="-122"/>
              <a:sym typeface="+mn-ea"/>
            </a:endParaRPr>
          </a:p>
          <a:p>
            <a:pPr indent="0" algn="just">
              <a:lnSpc>
                <a:spcPct val="150000"/>
              </a:lnSpc>
              <a:buFont typeface="Arial" panose="020B0604020202020204" pitchFamily="34" charset="0"/>
              <a:buNone/>
            </a:pPr>
            <a:endParaRPr lang="en-US" altLang="zh-CN" sz="1000" kern="0" spc="150" dirty="0">
              <a:solidFill>
                <a:srgbClr val="202020"/>
              </a:solidFill>
              <a:uFillTx/>
              <a:latin typeface="微软雅黑" panose="020B0503020204020204" charset="-122"/>
              <a:ea typeface="微软雅黑" panose="020B0503020204020204" charset="-122"/>
              <a:cs typeface="微软雅黑" panose="020B0503020204020204" charset="-122"/>
              <a:sym typeface="+mn-ea"/>
            </a:endParaRPr>
          </a:p>
        </p:txBody>
      </p:sp>
      <p:sp>
        <p:nvSpPr>
          <p:cNvPr id="33" name="矩形 32"/>
          <p:cNvSpPr/>
          <p:nvPr>
            <p:custDataLst>
              <p:tags r:id="rId7"/>
            </p:custDataLst>
          </p:nvPr>
        </p:nvSpPr>
        <p:spPr>
          <a:xfrm flipV="1">
            <a:off x="8914130" y="2219960"/>
            <a:ext cx="2508250" cy="3782695"/>
          </a:xfrm>
          <a:prstGeom prst="rect">
            <a:avLst/>
          </a:prstGeom>
          <a:solidFill>
            <a:schemeClr val="accent1">
              <a:lumMod val="20000"/>
              <a:lumOff val="80000"/>
              <a:alpha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Regular" panose="020B0500000000000000" charset="-122"/>
            </a:endParaRPr>
          </a:p>
        </p:txBody>
      </p:sp>
      <p:sp>
        <p:nvSpPr>
          <p:cNvPr id="34" name="同侧圆角矩形 33"/>
          <p:cNvSpPr/>
          <p:nvPr>
            <p:custDataLst>
              <p:tags r:id="rId8"/>
            </p:custDataLst>
          </p:nvPr>
        </p:nvSpPr>
        <p:spPr>
          <a:xfrm>
            <a:off x="8904605" y="1565275"/>
            <a:ext cx="2520950" cy="650240"/>
          </a:xfrm>
          <a:prstGeom prst="round2SameRect">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Regular" panose="020B0500000000000000" charset="-122"/>
            </a:endParaRPr>
          </a:p>
        </p:txBody>
      </p:sp>
      <p:sp>
        <p:nvSpPr>
          <p:cNvPr id="35" name="文本框 34"/>
          <p:cNvSpPr txBox="1"/>
          <p:nvPr>
            <p:custDataLst>
              <p:tags r:id="rId9"/>
            </p:custDataLst>
          </p:nvPr>
        </p:nvSpPr>
        <p:spPr>
          <a:xfrm>
            <a:off x="9275445" y="1720850"/>
            <a:ext cx="1779270" cy="338455"/>
          </a:xfrm>
          <a:prstGeom prst="rect">
            <a:avLst/>
          </a:prstGeom>
          <a:noFill/>
        </p:spPr>
        <p:txBody>
          <a:bodyPr wrap="square" bIns="0" rtlCol="0" anchor="ctr" anchorCtr="0">
            <a:normAutofit fontScale="97500" lnSpcReduction="10000"/>
          </a:bodyPr>
          <a:lstStyle/>
          <a:p>
            <a:pPr algn="ctr"/>
            <a:r>
              <a:rPr lang="zh-CN" altLang="en-US" sz="2000">
                <a:solidFill>
                  <a:schemeClr val="bg1"/>
                </a:solidFill>
                <a:latin typeface="微软雅黑" panose="020B0503020204020204" charset="-122"/>
                <a:ea typeface="微软雅黑" panose="020B0503020204020204" charset="-122"/>
                <a:cs typeface="思源黑体 CN Regular" panose="020B0500000000000000" charset="-122"/>
              </a:rPr>
              <a:t>降噪主要表现</a:t>
            </a:r>
            <a:endParaRPr lang="zh-CN" altLang="en-US" sz="2000">
              <a:solidFill>
                <a:schemeClr val="bg1"/>
              </a:solidFill>
              <a:latin typeface="微软雅黑" panose="020B0503020204020204" charset="-122"/>
              <a:ea typeface="微软雅黑" panose="020B0503020204020204" charset="-122"/>
              <a:cs typeface="思源黑体 CN Regular" panose="020B0500000000000000" charset="-122"/>
            </a:endParaRPr>
          </a:p>
        </p:txBody>
      </p:sp>
      <p:sp>
        <p:nvSpPr>
          <p:cNvPr id="36" name="文本框 35"/>
          <p:cNvSpPr txBox="1"/>
          <p:nvPr>
            <p:custDataLst>
              <p:tags r:id="rId10"/>
            </p:custDataLst>
          </p:nvPr>
        </p:nvSpPr>
        <p:spPr>
          <a:xfrm>
            <a:off x="9017635" y="2371090"/>
            <a:ext cx="2250440" cy="3251200"/>
          </a:xfrm>
          <a:prstGeom prst="rect">
            <a:avLst/>
          </a:prstGeom>
          <a:noFill/>
        </p:spPr>
        <p:txBody>
          <a:bodyPr wrap="square" lIns="90170" tIns="46990" rIns="90170" bIns="46990" rtlCol="0" anchor="t" anchorCtr="0">
            <a:noAutofit/>
          </a:bodyPr>
          <a:lstStyle/>
          <a:p>
            <a:pPr marL="228600" indent="-228600" algn="just">
              <a:lnSpc>
                <a:spcPct val="150000"/>
              </a:lnSpc>
              <a:buFont typeface="Arial" panose="020B0604020202020204" pitchFamily="34" charset="0"/>
              <a:buAutoNum type="arabicPeriod"/>
            </a:pPr>
            <a:r>
              <a:rPr lang="zh-CN" altLang="en-US" sz="1200" b="1" u="sng" dirty="0">
                <a:solidFill>
                  <a:srgbClr val="202020"/>
                </a:solidFill>
                <a:latin typeface="微软雅黑" panose="020B0503020204020204" charset="-122"/>
                <a:ea typeface="微软雅黑" panose="020B0503020204020204" charset="-122"/>
                <a:sym typeface="+mn-ea"/>
              </a:rPr>
              <a:t>椒盐噪声</a:t>
            </a:r>
            <a:r>
              <a:rPr lang="en-US" altLang="zh-CN" sz="1200" dirty="0">
                <a:solidFill>
                  <a:srgbClr val="202020"/>
                </a:solidFill>
                <a:latin typeface="微软雅黑" panose="020B0503020204020204" charset="-122"/>
                <a:ea typeface="微软雅黑" panose="020B0503020204020204" charset="-122"/>
                <a:cs typeface="微软雅黑" panose="020B0503020204020204" charset="-122"/>
                <a:sym typeface="+mn-ea"/>
              </a:rPr>
              <a:t>: </a:t>
            </a:r>
            <a:r>
              <a:rPr lang="zh-CN" sz="1200" dirty="0">
                <a:solidFill>
                  <a:srgbClr val="202020"/>
                </a:solidFill>
                <a:latin typeface="微软雅黑" panose="020B0503020204020204" charset="-122"/>
                <a:ea typeface="微软雅黑" panose="020B0503020204020204" charset="-122"/>
                <a:cs typeface="微软雅黑" panose="020B0503020204020204" charset="-122"/>
                <a:sym typeface="+mn-ea"/>
              </a:rPr>
              <a:t>创维噪点更</a:t>
            </a:r>
            <a:r>
              <a:rPr lang="zh-CN" sz="1200" dirty="0" smtClean="0">
                <a:solidFill>
                  <a:srgbClr val="202020"/>
                </a:solidFill>
                <a:latin typeface="微软雅黑" panose="020B0503020204020204" charset="-122"/>
                <a:ea typeface="微软雅黑" panose="020B0503020204020204" charset="-122"/>
                <a:cs typeface="微软雅黑" panose="020B0503020204020204" charset="-122"/>
                <a:sym typeface="+mn-ea"/>
              </a:rPr>
              <a:t>大</a:t>
            </a:r>
            <a:endParaRPr lang="zh-CN" sz="1200" dirty="0">
              <a:solidFill>
                <a:srgbClr val="202020"/>
              </a:solidFill>
              <a:latin typeface="微软雅黑" panose="020B0503020204020204" charset="-122"/>
              <a:ea typeface="微软雅黑" panose="020B0503020204020204" charset="-122"/>
              <a:cs typeface="微软雅黑" panose="020B0503020204020204" charset="-122"/>
              <a:sym typeface="+mn-ea"/>
            </a:endParaRPr>
          </a:p>
          <a:p>
            <a:pPr marL="228600" indent="-228600" algn="just">
              <a:lnSpc>
                <a:spcPct val="150000"/>
              </a:lnSpc>
              <a:buFont typeface="Arial" panose="020B0604020202020204" pitchFamily="34" charset="0"/>
              <a:buAutoNum type="arabicPeriod"/>
            </a:pPr>
            <a:r>
              <a:rPr lang="zh-CN" altLang="en-US" sz="1200" b="1" u="sng" dirty="0">
                <a:solidFill>
                  <a:srgbClr val="202020"/>
                </a:solidFill>
                <a:latin typeface="微软雅黑" panose="020B0503020204020204" charset="-122"/>
                <a:ea typeface="微软雅黑" panose="020B0503020204020204" charset="-122"/>
                <a:cs typeface="微软雅黑" panose="020B0503020204020204" charset="-122"/>
                <a:sym typeface="+mn-ea"/>
              </a:rPr>
              <a:t>去等高线能力</a:t>
            </a:r>
            <a:r>
              <a:rPr lang="en-US" altLang="zh-CN" sz="1200" dirty="0" smtClean="0">
                <a:solidFill>
                  <a:srgbClr val="202020"/>
                </a:solidFill>
                <a:latin typeface="微软雅黑" panose="020B0503020204020204" charset="-122"/>
                <a:ea typeface="微软雅黑" panose="020B0503020204020204" charset="-122"/>
                <a:cs typeface="微软雅黑" panose="020B0503020204020204" charset="-122"/>
                <a:sym typeface="+mn-ea"/>
              </a:rPr>
              <a:t>: TCL</a:t>
            </a:r>
            <a:r>
              <a:rPr lang="zh-CN" sz="1200" dirty="0" smtClean="0">
                <a:solidFill>
                  <a:srgbClr val="202020"/>
                </a:solidFill>
                <a:latin typeface="微软雅黑" panose="020B0503020204020204" charset="-122"/>
                <a:ea typeface="微软雅黑" panose="020B0503020204020204" charset="-122"/>
                <a:cs typeface="微软雅黑" panose="020B0503020204020204" charset="-122"/>
                <a:sym typeface="+mn-ea"/>
              </a:rPr>
              <a:t>部分</a:t>
            </a:r>
            <a:r>
              <a:rPr lang="zh-CN" sz="1200" dirty="0">
                <a:solidFill>
                  <a:srgbClr val="202020"/>
                </a:solidFill>
                <a:latin typeface="微软雅黑" panose="020B0503020204020204" charset="-122"/>
                <a:ea typeface="微软雅黑" panose="020B0503020204020204" charset="-122"/>
                <a:cs typeface="微软雅黑" panose="020B0503020204020204" charset="-122"/>
                <a:sym typeface="+mn-ea"/>
              </a:rPr>
              <a:t>场景水波纹</a:t>
            </a:r>
            <a:r>
              <a:rPr lang="zh-CN" sz="1200" dirty="0" smtClean="0">
                <a:solidFill>
                  <a:srgbClr val="202020"/>
                </a:solidFill>
                <a:latin typeface="微软雅黑" panose="020B0503020204020204" charset="-122"/>
                <a:ea typeface="微软雅黑" panose="020B0503020204020204" charset="-122"/>
                <a:cs typeface="微软雅黑" panose="020B0503020204020204" charset="-122"/>
                <a:sym typeface="+mn-ea"/>
              </a:rPr>
              <a:t>明显</a:t>
            </a:r>
            <a:r>
              <a:rPr lang="zh-CN" altLang="en-US" sz="1200" dirty="0">
                <a:solidFill>
                  <a:srgbClr val="202020"/>
                </a:solidFill>
                <a:latin typeface="微软雅黑" panose="020B0503020204020204" charset="-122"/>
                <a:ea typeface="微软雅黑" panose="020B0503020204020204" charset="-122"/>
                <a:cs typeface="微软雅黑" panose="020B0503020204020204" charset="-122"/>
                <a:sym typeface="+mn-ea"/>
              </a:rPr>
              <a:t>，创维的</a:t>
            </a:r>
            <a:r>
              <a:rPr lang="en-US" altLang="zh-CN" sz="1200" dirty="0" err="1">
                <a:solidFill>
                  <a:srgbClr val="202020"/>
                </a:solidFill>
                <a:latin typeface="微软雅黑" panose="020B0503020204020204" charset="-122"/>
                <a:ea typeface="微软雅黑" panose="020B0503020204020204" charset="-122"/>
                <a:cs typeface="微软雅黑" panose="020B0503020204020204" charset="-122"/>
                <a:sym typeface="+mn-ea"/>
              </a:rPr>
              <a:t>decontour</a:t>
            </a:r>
            <a:r>
              <a:rPr lang="zh-CN" altLang="en-US" sz="1200" dirty="0">
                <a:solidFill>
                  <a:srgbClr val="202020"/>
                </a:solidFill>
                <a:latin typeface="微软雅黑" panose="020B0503020204020204" charset="-122"/>
                <a:ea typeface="微软雅黑" panose="020B0503020204020204" charset="-122"/>
                <a:cs typeface="微软雅黑" panose="020B0503020204020204" charset="-122"/>
                <a:sym typeface="+mn-ea"/>
              </a:rPr>
              <a:t>开的更</a:t>
            </a:r>
            <a:r>
              <a:rPr lang="zh-CN" altLang="en-US" sz="1200" dirty="0" smtClean="0">
                <a:solidFill>
                  <a:srgbClr val="202020"/>
                </a:solidFill>
                <a:latin typeface="微软雅黑" panose="020B0503020204020204" charset="-122"/>
                <a:ea typeface="微软雅黑" panose="020B0503020204020204" charset="-122"/>
                <a:cs typeface="微软雅黑" panose="020B0503020204020204" charset="-122"/>
                <a:sym typeface="+mn-ea"/>
              </a:rPr>
              <a:t>强，但是部分有画面会闪烁等副作用</a:t>
            </a:r>
            <a:r>
              <a:rPr lang="zh-CN" altLang="en-US" sz="1200" dirty="0">
                <a:solidFill>
                  <a:srgbClr val="202020"/>
                </a:solidFill>
                <a:latin typeface="微软雅黑" panose="020B0503020204020204" charset="-122"/>
                <a:ea typeface="微软雅黑" panose="020B0503020204020204" charset="-122"/>
                <a:cs typeface="微软雅黑" panose="020B0503020204020204" charset="-122"/>
                <a:sym typeface="+mn-ea"/>
              </a:rPr>
              <a:t>。</a:t>
            </a:r>
            <a:endParaRPr lang="zh-CN" sz="1200" dirty="0">
              <a:solidFill>
                <a:srgbClr val="202020"/>
              </a:solidFill>
              <a:latin typeface="微软雅黑" panose="020B0503020204020204" charset="-122"/>
              <a:ea typeface="微软雅黑" panose="020B0503020204020204" charset="-122"/>
              <a:cs typeface="微软雅黑" panose="020B0503020204020204" charset="-122"/>
              <a:sym typeface="+mn-ea"/>
            </a:endParaRPr>
          </a:p>
          <a:p>
            <a:pPr marL="228600" indent="-228600" algn="just">
              <a:lnSpc>
                <a:spcPct val="150000"/>
              </a:lnSpc>
              <a:buFont typeface="Arial" panose="020B0604020202020204" pitchFamily="34" charset="0"/>
              <a:buAutoNum type="arabicPeriod"/>
            </a:pPr>
            <a:r>
              <a:rPr lang="zh-CN" altLang="en-US" sz="1200" b="1" u="sng" dirty="0">
                <a:solidFill>
                  <a:srgbClr val="202020"/>
                </a:solidFill>
                <a:latin typeface="微软雅黑" panose="020B0503020204020204" charset="-122"/>
                <a:ea typeface="微软雅黑" panose="020B0503020204020204" charset="-122"/>
                <a:cs typeface="微软雅黑" panose="020B0503020204020204" charset="-122"/>
                <a:sym typeface="+mn-ea"/>
              </a:rPr>
              <a:t>蚊状噪声</a:t>
            </a:r>
            <a:r>
              <a:rPr lang="en-US" altLang="zh-CN" sz="1200" dirty="0" smtClean="0">
                <a:solidFill>
                  <a:srgbClr val="202020"/>
                </a:solidFill>
                <a:latin typeface="微软雅黑" panose="020B0503020204020204" charset="-122"/>
                <a:ea typeface="微软雅黑" panose="020B0503020204020204" charset="-122"/>
                <a:cs typeface="微软雅黑" panose="020B0503020204020204" charset="-122"/>
                <a:sym typeface="+mn-ea"/>
              </a:rPr>
              <a:t>: TCL</a:t>
            </a:r>
            <a:r>
              <a:rPr lang="zh-CN" altLang="en-US" sz="1200" dirty="0" smtClean="0">
                <a:solidFill>
                  <a:srgbClr val="202020"/>
                </a:solidFill>
                <a:latin typeface="微软雅黑" panose="020B0503020204020204" charset="-122"/>
                <a:ea typeface="微软雅黑" panose="020B0503020204020204" charset="-122"/>
                <a:cs typeface="微软雅黑" panose="020B0503020204020204" charset="-122"/>
                <a:sym typeface="+mn-ea"/>
              </a:rPr>
              <a:t>更好</a:t>
            </a:r>
            <a:r>
              <a:rPr lang="zh-CN" altLang="en-US" sz="1200" dirty="0">
                <a:solidFill>
                  <a:srgbClr val="202020"/>
                </a:solidFill>
                <a:latin typeface="微软雅黑" panose="020B0503020204020204" charset="-122"/>
                <a:ea typeface="微软雅黑" panose="020B0503020204020204" charset="-122"/>
                <a:cs typeface="微软雅黑" panose="020B0503020204020204" charset="-122"/>
                <a:sym typeface="+mn-ea"/>
              </a:rPr>
              <a:t>。</a:t>
            </a:r>
            <a:endParaRPr lang="zh-CN" altLang="en-US" sz="1200" dirty="0">
              <a:solidFill>
                <a:srgbClr val="202020"/>
              </a:solidFill>
              <a:latin typeface="微软雅黑" panose="020B0503020204020204" charset="-122"/>
              <a:ea typeface="微软雅黑" panose="020B0503020204020204" charset="-122"/>
              <a:cs typeface="微软雅黑" panose="020B0503020204020204" charset="-122"/>
              <a:sym typeface="+mn-ea"/>
            </a:endParaRPr>
          </a:p>
          <a:p>
            <a:pPr marL="228600" indent="-228600" algn="just">
              <a:lnSpc>
                <a:spcPct val="150000"/>
              </a:lnSpc>
              <a:buFont typeface="+mj-lt"/>
              <a:buAutoNum type="arabicPeriod"/>
            </a:pPr>
            <a:r>
              <a:rPr lang="en-US" altLang="zh-CN" sz="1200" b="1" u="sng" dirty="0">
                <a:solidFill>
                  <a:srgbClr val="202020"/>
                </a:solidFill>
                <a:latin typeface="微软雅黑" panose="020B0503020204020204" charset="-122"/>
                <a:ea typeface="微软雅黑" panose="020B0503020204020204" charset="-122"/>
                <a:cs typeface="微软雅黑" panose="020B0503020204020204" charset="-122"/>
                <a:sym typeface="+mn-ea"/>
              </a:rPr>
              <a:t>MPEG-NR</a:t>
            </a:r>
            <a:r>
              <a:rPr lang="en-US" altLang="zh-CN" sz="1200" dirty="0">
                <a:solidFill>
                  <a:srgbClr val="202020"/>
                </a:solidFill>
                <a:latin typeface="微软雅黑" panose="020B0503020204020204" charset="-122"/>
                <a:ea typeface="微软雅黑" panose="020B0503020204020204" charset="-122"/>
                <a:cs typeface="微软雅黑" panose="020B0503020204020204" charset="-122"/>
                <a:sym typeface="+mn-ea"/>
              </a:rPr>
              <a:t>: </a:t>
            </a:r>
            <a:r>
              <a:rPr lang="en-US" altLang="zh-CN" sz="1200" dirty="0" smtClean="0">
                <a:solidFill>
                  <a:srgbClr val="202020"/>
                </a:solidFill>
                <a:latin typeface="微软雅黑" panose="020B0503020204020204" charset="-122"/>
                <a:ea typeface="微软雅黑" panose="020B0503020204020204" charset="-122"/>
                <a:cs typeface="微软雅黑" panose="020B0503020204020204" charset="-122"/>
                <a:sym typeface="+mn-ea"/>
              </a:rPr>
              <a:t>TCL</a:t>
            </a:r>
            <a:r>
              <a:rPr lang="zh-CN" altLang="en-US" sz="1200" dirty="0" smtClean="0">
                <a:solidFill>
                  <a:srgbClr val="202020"/>
                </a:solidFill>
                <a:latin typeface="微软雅黑" panose="020B0503020204020204" charset="-122"/>
                <a:ea typeface="微软雅黑" panose="020B0503020204020204" charset="-122"/>
                <a:cs typeface="微软雅黑" panose="020B0503020204020204" charset="-122"/>
                <a:sym typeface="+mn-ea"/>
              </a:rPr>
              <a:t>更好。</a:t>
            </a:r>
            <a:endParaRPr lang="en-US" altLang="zh-CN" sz="1200" dirty="0">
              <a:solidFill>
                <a:srgbClr val="202020"/>
              </a:solidFill>
              <a:latin typeface="微软雅黑" panose="020B0503020204020204" charset="-122"/>
              <a:ea typeface="微软雅黑" panose="020B0503020204020204" charset="-122"/>
              <a:cs typeface="微软雅黑" panose="020B0503020204020204" charset="-122"/>
              <a:sym typeface="+mn-ea"/>
            </a:endParaRPr>
          </a:p>
          <a:p>
            <a:pPr marL="228600" indent="-228600" algn="just">
              <a:lnSpc>
                <a:spcPct val="150000"/>
              </a:lnSpc>
              <a:buFont typeface="+mj-lt"/>
              <a:buAutoNum type="arabicPeriod"/>
            </a:pPr>
            <a:r>
              <a:rPr lang="zh-CN" altLang="en-US" sz="1200" b="1" u="sng" dirty="0">
                <a:solidFill>
                  <a:srgbClr val="202020"/>
                </a:solidFill>
                <a:latin typeface="微软雅黑" panose="020B0503020204020204" charset="-122"/>
                <a:ea typeface="微软雅黑" panose="020B0503020204020204" charset="-122"/>
                <a:cs typeface="微软雅黑" panose="020B0503020204020204" charset="-122"/>
                <a:sym typeface="+mn-ea"/>
              </a:rPr>
              <a:t>降噪副作用</a:t>
            </a:r>
            <a:r>
              <a:rPr lang="en-US" altLang="zh-CN" sz="1200" dirty="0" smtClean="0">
                <a:solidFill>
                  <a:srgbClr val="202020"/>
                </a:solidFill>
                <a:latin typeface="微软雅黑" panose="020B0503020204020204" charset="-122"/>
                <a:ea typeface="微软雅黑" panose="020B0503020204020204" charset="-122"/>
                <a:cs typeface="微软雅黑" panose="020B0503020204020204" charset="-122"/>
                <a:sym typeface="+mn-ea"/>
              </a:rPr>
              <a:t>: </a:t>
            </a:r>
            <a:r>
              <a:rPr lang="zh-CN" altLang="en-US" sz="1200" dirty="0" smtClean="0">
                <a:solidFill>
                  <a:srgbClr val="202020"/>
                </a:solidFill>
                <a:latin typeface="微软雅黑" panose="020B0503020204020204" charset="-122"/>
                <a:ea typeface="微软雅黑" panose="020B0503020204020204" charset="-122"/>
                <a:cs typeface="微软雅黑" panose="020B0503020204020204" charset="-122"/>
                <a:sym typeface="+mn-ea"/>
              </a:rPr>
              <a:t>均有轻微拖尾。</a:t>
            </a:r>
            <a:endParaRPr lang="zh-CN" altLang="en-US" sz="1200" dirty="0">
              <a:solidFill>
                <a:srgbClr val="202020"/>
              </a:solidFill>
              <a:latin typeface="微软雅黑" panose="020B0503020204020204" charset="-122"/>
              <a:ea typeface="微软雅黑" panose="020B0503020204020204" charset="-122"/>
              <a:cs typeface="微软雅黑" panose="020B0503020204020204" charset="-122"/>
              <a:sym typeface="+mn-ea"/>
            </a:endParaRPr>
          </a:p>
        </p:txBody>
      </p:sp>
      <p:sp>
        <p:nvSpPr>
          <p:cNvPr id="40" name="矩形 39"/>
          <p:cNvSpPr/>
          <p:nvPr>
            <p:custDataLst>
              <p:tags r:id="rId11"/>
            </p:custDataLst>
          </p:nvPr>
        </p:nvSpPr>
        <p:spPr>
          <a:xfrm flipV="1">
            <a:off x="3510280" y="2219960"/>
            <a:ext cx="2508250" cy="3792220"/>
          </a:xfrm>
          <a:prstGeom prst="rect">
            <a:avLst/>
          </a:prstGeom>
          <a:solidFill>
            <a:schemeClr val="accent1">
              <a:lumMod val="20000"/>
              <a:lumOff val="80000"/>
              <a:alpha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Regular" panose="020B0500000000000000" charset="-122"/>
            </a:endParaRPr>
          </a:p>
        </p:txBody>
      </p:sp>
      <p:sp>
        <p:nvSpPr>
          <p:cNvPr id="41" name="同侧圆角矩形 40"/>
          <p:cNvSpPr/>
          <p:nvPr>
            <p:custDataLst>
              <p:tags r:id="rId12"/>
            </p:custDataLst>
          </p:nvPr>
        </p:nvSpPr>
        <p:spPr>
          <a:xfrm>
            <a:off x="3500755" y="1565275"/>
            <a:ext cx="2520950" cy="650240"/>
          </a:xfrm>
          <a:prstGeom prst="round2SameRect">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Regular" panose="020B0500000000000000" charset="-122"/>
            </a:endParaRPr>
          </a:p>
        </p:txBody>
      </p:sp>
      <p:sp>
        <p:nvSpPr>
          <p:cNvPr id="42" name="文本框 41"/>
          <p:cNvSpPr txBox="1"/>
          <p:nvPr>
            <p:custDataLst>
              <p:tags r:id="rId13"/>
            </p:custDataLst>
          </p:nvPr>
        </p:nvSpPr>
        <p:spPr>
          <a:xfrm>
            <a:off x="3776980" y="1720850"/>
            <a:ext cx="1969135" cy="338455"/>
          </a:xfrm>
          <a:prstGeom prst="rect">
            <a:avLst/>
          </a:prstGeom>
          <a:noFill/>
        </p:spPr>
        <p:txBody>
          <a:bodyPr wrap="square" bIns="0" rtlCol="0" anchor="ctr" anchorCtr="0">
            <a:normAutofit fontScale="97500" lnSpcReduction="10000"/>
          </a:bodyPr>
          <a:lstStyle/>
          <a:p>
            <a:pPr algn="ctr"/>
            <a:r>
              <a:rPr lang="zh-CN" altLang="en-US" sz="2000">
                <a:solidFill>
                  <a:schemeClr val="bg1"/>
                </a:solidFill>
                <a:latin typeface="微软雅黑" panose="020B0503020204020204" charset="-122"/>
                <a:ea typeface="微软雅黑" panose="020B0503020204020204" charset="-122"/>
                <a:cs typeface="思源黑体 CN Regular" panose="020B0500000000000000" charset="-122"/>
              </a:rPr>
              <a:t>清晰度主要表现</a:t>
            </a:r>
            <a:endParaRPr lang="zh-CN" altLang="en-US" sz="2000">
              <a:solidFill>
                <a:schemeClr val="bg1"/>
              </a:solidFill>
              <a:latin typeface="微软雅黑" panose="020B0503020204020204" charset="-122"/>
              <a:ea typeface="微软雅黑" panose="020B0503020204020204" charset="-122"/>
              <a:cs typeface="思源黑体 CN Regular" panose="020B0500000000000000" charset="-122"/>
            </a:endParaRPr>
          </a:p>
        </p:txBody>
      </p:sp>
      <p:sp>
        <p:nvSpPr>
          <p:cNvPr id="43" name="文本框 42"/>
          <p:cNvSpPr txBox="1"/>
          <p:nvPr>
            <p:custDataLst>
              <p:tags r:id="rId14"/>
            </p:custDataLst>
          </p:nvPr>
        </p:nvSpPr>
        <p:spPr>
          <a:xfrm>
            <a:off x="3616960" y="2373630"/>
            <a:ext cx="2243455" cy="3251200"/>
          </a:xfrm>
          <a:prstGeom prst="rect">
            <a:avLst/>
          </a:prstGeom>
          <a:noFill/>
        </p:spPr>
        <p:txBody>
          <a:bodyPr wrap="square" lIns="90170" tIns="46990" rIns="90170" bIns="46990" rtlCol="0" anchor="t" anchorCtr="0">
            <a:noAutofit/>
          </a:bodyPr>
          <a:lstStyle/>
          <a:p>
            <a:pPr marL="228600" indent="-228600" algn="just">
              <a:lnSpc>
                <a:spcPct val="150000"/>
              </a:lnSpc>
              <a:buFont typeface="Arial" panose="020B0604020202020204" pitchFamily="34" charset="0"/>
              <a:buAutoNum type="arabicPeriod"/>
            </a:pPr>
            <a:r>
              <a:rPr lang="zh-CN" altLang="en-US" sz="1200" b="1" u="sng" dirty="0">
                <a:solidFill>
                  <a:srgbClr val="202020"/>
                </a:solidFill>
                <a:latin typeface="微软雅黑" panose="020B0503020204020204" charset="-122"/>
                <a:ea typeface="微软雅黑" panose="020B0503020204020204" charset="-122"/>
                <a:sym typeface="+mn-ea"/>
              </a:rPr>
              <a:t>锐利度表现</a:t>
            </a:r>
            <a:r>
              <a:rPr lang="en-US" altLang="zh-CN" sz="1200" dirty="0" smtClean="0">
                <a:solidFill>
                  <a:srgbClr val="202020"/>
                </a:solidFill>
                <a:latin typeface="微软雅黑" panose="020B0503020204020204" charset="-122"/>
                <a:ea typeface="微软雅黑" panose="020B0503020204020204" charset="-122"/>
                <a:cs typeface="微软雅黑" panose="020B0503020204020204" charset="-122"/>
                <a:sym typeface="+mn-ea"/>
              </a:rPr>
              <a:t>: HDR</a:t>
            </a:r>
            <a:r>
              <a:rPr lang="zh-CN" altLang="en-US" sz="1200" dirty="0" smtClean="0">
                <a:solidFill>
                  <a:srgbClr val="202020"/>
                </a:solidFill>
                <a:latin typeface="微软雅黑" panose="020B0503020204020204" charset="-122"/>
                <a:ea typeface="微软雅黑" panose="020B0503020204020204" charset="-122"/>
                <a:cs typeface="微软雅黑" panose="020B0503020204020204" charset="-122"/>
                <a:sym typeface="+mn-ea"/>
              </a:rPr>
              <a:t>创</a:t>
            </a:r>
            <a:r>
              <a:rPr lang="zh-CN" altLang="en-US" sz="1200" dirty="0">
                <a:solidFill>
                  <a:srgbClr val="202020"/>
                </a:solidFill>
                <a:latin typeface="微软雅黑" panose="020B0503020204020204" charset="-122"/>
                <a:ea typeface="微软雅黑" panose="020B0503020204020204" charset="-122"/>
                <a:cs typeface="微软雅黑" panose="020B0503020204020204" charset="-122"/>
                <a:sym typeface="+mn-ea"/>
              </a:rPr>
              <a:t>维</a:t>
            </a:r>
            <a:r>
              <a:rPr lang="zh-CN" altLang="en-US" sz="1200" dirty="0" smtClean="0">
                <a:solidFill>
                  <a:srgbClr val="202020"/>
                </a:solidFill>
                <a:latin typeface="微软雅黑" panose="020B0503020204020204" charset="-122"/>
                <a:ea typeface="微软雅黑" panose="020B0503020204020204" charset="-122"/>
                <a:cs typeface="微软雅黑" panose="020B0503020204020204" charset="-122"/>
                <a:sym typeface="+mn-ea"/>
              </a:rPr>
              <a:t>整体</a:t>
            </a:r>
            <a:r>
              <a:rPr lang="zh-CN" altLang="en-US" sz="1200" dirty="0">
                <a:solidFill>
                  <a:srgbClr val="202020"/>
                </a:solidFill>
                <a:latin typeface="微软雅黑" panose="020B0503020204020204" charset="-122"/>
                <a:ea typeface="微软雅黑" panose="020B0503020204020204" charset="-122"/>
                <a:cs typeface="微软雅黑" panose="020B0503020204020204" charset="-122"/>
                <a:sym typeface="+mn-ea"/>
              </a:rPr>
              <a:t>锐利度</a:t>
            </a:r>
            <a:r>
              <a:rPr lang="zh-CN" sz="1200" dirty="0">
                <a:solidFill>
                  <a:srgbClr val="202020"/>
                </a:solidFill>
                <a:latin typeface="微软雅黑" panose="020B0503020204020204" charset="-122"/>
                <a:ea typeface="微软雅黑" panose="020B0503020204020204" charset="-122"/>
                <a:cs typeface="微软雅黑" panose="020B0503020204020204" charset="-122"/>
                <a:sym typeface="+mn-ea"/>
              </a:rPr>
              <a:t>更好。</a:t>
            </a:r>
            <a:endParaRPr lang="zh-CN" sz="1200" dirty="0">
              <a:solidFill>
                <a:srgbClr val="202020"/>
              </a:solidFill>
              <a:latin typeface="微软雅黑" panose="020B0503020204020204" charset="-122"/>
              <a:ea typeface="微软雅黑" panose="020B0503020204020204" charset="-122"/>
              <a:cs typeface="微软雅黑" panose="020B0503020204020204" charset="-122"/>
              <a:sym typeface="+mn-ea"/>
            </a:endParaRPr>
          </a:p>
          <a:p>
            <a:pPr marL="228600" indent="-228600" algn="just">
              <a:lnSpc>
                <a:spcPct val="150000"/>
              </a:lnSpc>
              <a:buFont typeface="Arial" panose="020B0604020202020204" pitchFamily="34" charset="0"/>
              <a:buAutoNum type="arabicPeriod"/>
            </a:pPr>
            <a:r>
              <a:rPr lang="zh-CN" altLang="en-US" sz="1200" b="1" u="sng" dirty="0">
                <a:solidFill>
                  <a:srgbClr val="202020"/>
                </a:solidFill>
                <a:latin typeface="微软雅黑" panose="020B0503020204020204" charset="-122"/>
                <a:ea typeface="微软雅黑" panose="020B0503020204020204" charset="-122"/>
                <a:cs typeface="微软雅黑" panose="020B0503020204020204" charset="-122"/>
                <a:sym typeface="+mn-ea"/>
              </a:rPr>
              <a:t>勾边表现</a:t>
            </a:r>
            <a:r>
              <a:rPr lang="en-US" altLang="zh-CN" sz="1200" b="1" dirty="0" smtClean="0">
                <a:solidFill>
                  <a:srgbClr val="202020"/>
                </a:solidFill>
                <a:latin typeface="微软雅黑" panose="020B0503020204020204" charset="-122"/>
                <a:ea typeface="微软雅黑" panose="020B0503020204020204" charset="-122"/>
                <a:cs typeface="微软雅黑" panose="020B0503020204020204" charset="-122"/>
                <a:sym typeface="+mn-ea"/>
              </a:rPr>
              <a:t>: </a:t>
            </a:r>
            <a:r>
              <a:rPr lang="zh-CN" altLang="en-US" sz="1200" dirty="0" smtClean="0">
                <a:solidFill>
                  <a:srgbClr val="202020"/>
                </a:solidFill>
                <a:latin typeface="微软雅黑" panose="020B0503020204020204" charset="-122"/>
                <a:ea typeface="微软雅黑" panose="020B0503020204020204" charset="-122"/>
                <a:cs typeface="微软雅黑" panose="020B0503020204020204" charset="-122"/>
                <a:sym typeface="+mn-ea"/>
              </a:rPr>
              <a:t>创维头发丝等勾边轮廓清晰</a:t>
            </a:r>
            <a:r>
              <a:rPr lang="zh-CN" altLang="en-US" sz="1200" dirty="0">
                <a:solidFill>
                  <a:srgbClr val="202020"/>
                </a:solidFill>
                <a:latin typeface="微软雅黑" panose="020B0503020204020204" charset="-122"/>
                <a:ea typeface="微软雅黑" panose="020B0503020204020204" charset="-122"/>
                <a:cs typeface="微软雅黑" panose="020B0503020204020204" charset="-122"/>
                <a:sym typeface="+mn-ea"/>
              </a:rPr>
              <a:t>。</a:t>
            </a:r>
            <a:endParaRPr lang="zh-CN" altLang="en-US" sz="1200" dirty="0">
              <a:solidFill>
                <a:srgbClr val="202020"/>
              </a:solidFill>
              <a:latin typeface="微软雅黑" panose="020B0503020204020204" charset="-122"/>
              <a:ea typeface="微软雅黑" panose="020B0503020204020204" charset="-122"/>
              <a:cs typeface="微软雅黑" panose="020B0503020204020204" charset="-122"/>
              <a:sym typeface="+mn-ea"/>
            </a:endParaRPr>
          </a:p>
          <a:p>
            <a:pPr marL="228600" indent="-228600" algn="just">
              <a:lnSpc>
                <a:spcPct val="150000"/>
              </a:lnSpc>
              <a:buFont typeface="Arial" panose="020B0604020202020204" pitchFamily="34" charset="0"/>
              <a:buAutoNum type="arabicPeriod"/>
            </a:pPr>
            <a:r>
              <a:rPr lang="zh-CN" altLang="en-US" sz="1200" b="1" u="sng" dirty="0">
                <a:solidFill>
                  <a:srgbClr val="202020"/>
                </a:solidFill>
                <a:latin typeface="微软雅黑" panose="020B0503020204020204" charset="-122"/>
                <a:ea typeface="微软雅黑" panose="020B0503020204020204" charset="-122"/>
                <a:cs typeface="微软雅黑" panose="020B0503020204020204" charset="-122"/>
                <a:sym typeface="+mn-ea"/>
              </a:rPr>
              <a:t>细节表现力</a:t>
            </a:r>
            <a:r>
              <a:rPr lang="en-US" altLang="zh-CN" sz="1200" dirty="0" smtClean="0">
                <a:solidFill>
                  <a:srgbClr val="202020"/>
                </a:solidFill>
                <a:latin typeface="微软雅黑" panose="020B0503020204020204" charset="-122"/>
                <a:ea typeface="微软雅黑" panose="020B0503020204020204" charset="-122"/>
                <a:cs typeface="微软雅黑" panose="020B0503020204020204" charset="-122"/>
                <a:sym typeface="+mn-ea"/>
              </a:rPr>
              <a:t>: </a:t>
            </a:r>
            <a:r>
              <a:rPr lang="zh-CN" altLang="en-US" sz="1200" dirty="0" smtClean="0">
                <a:solidFill>
                  <a:srgbClr val="202020"/>
                </a:solidFill>
                <a:latin typeface="微软雅黑" panose="020B0503020204020204" charset="-122"/>
                <a:ea typeface="微软雅黑" panose="020B0503020204020204" charset="-122"/>
                <a:cs typeface="微软雅黑" panose="020B0503020204020204" charset="-122"/>
                <a:sym typeface="+mn-ea"/>
              </a:rPr>
              <a:t>创维草地等</a:t>
            </a:r>
            <a:r>
              <a:rPr lang="en-US" altLang="zh-CN" sz="1200" dirty="0" err="1" smtClean="0">
                <a:solidFill>
                  <a:srgbClr val="202020"/>
                </a:solidFill>
                <a:latin typeface="微软雅黑" panose="020B0503020204020204" charset="-122"/>
                <a:ea typeface="微软雅黑" panose="020B0503020204020204" charset="-122"/>
                <a:cs typeface="微软雅黑" panose="020B0503020204020204" charset="-122"/>
                <a:sym typeface="+mn-ea"/>
              </a:rPr>
              <a:t>细</a:t>
            </a:r>
            <a:r>
              <a:rPr lang="zh-CN" altLang="en-US" sz="1200" dirty="0" smtClean="0">
                <a:solidFill>
                  <a:srgbClr val="202020"/>
                </a:solidFill>
                <a:latin typeface="微软雅黑" panose="020B0503020204020204" charset="-122"/>
                <a:ea typeface="微软雅黑" panose="020B0503020204020204" charset="-122"/>
                <a:cs typeface="微软雅黑" panose="020B0503020204020204" charset="-122"/>
                <a:sym typeface="+mn-ea"/>
              </a:rPr>
              <a:t>节略多，但是近看overshoot</a:t>
            </a:r>
            <a:r>
              <a:rPr lang="en-US" altLang="zh-CN" sz="1200" dirty="0" smtClean="0">
                <a:solidFill>
                  <a:srgbClr val="202020"/>
                </a:solidFill>
                <a:latin typeface="微软雅黑" panose="020B0503020204020204" charset="-122"/>
                <a:ea typeface="微软雅黑" panose="020B0503020204020204" charset="-122"/>
                <a:cs typeface="微软雅黑" panose="020B0503020204020204" charset="-122"/>
                <a:sym typeface="+mn-ea"/>
              </a:rPr>
              <a:t> </a:t>
            </a:r>
            <a:r>
              <a:rPr lang="zh-CN" altLang="en-US" sz="1200" dirty="0" smtClean="0">
                <a:solidFill>
                  <a:srgbClr val="202020"/>
                </a:solidFill>
                <a:latin typeface="微软雅黑" panose="020B0503020204020204" charset="-122"/>
                <a:ea typeface="微软雅黑" panose="020B0503020204020204" charset="-122"/>
                <a:cs typeface="微软雅黑" panose="020B0503020204020204" charset="-122"/>
                <a:sym typeface="+mn-ea"/>
              </a:rPr>
              <a:t>/</a:t>
            </a:r>
            <a:r>
              <a:rPr lang="en-US" altLang="zh-CN" sz="1200" dirty="0" smtClean="0">
                <a:solidFill>
                  <a:srgbClr val="202020"/>
                </a:solidFill>
                <a:latin typeface="微软雅黑" panose="020B0503020204020204" charset="-122"/>
                <a:ea typeface="微软雅黑" panose="020B0503020204020204" charset="-122"/>
                <a:cs typeface="微软雅黑" panose="020B0503020204020204" charset="-122"/>
                <a:sym typeface="+mn-ea"/>
              </a:rPr>
              <a:t> </a:t>
            </a:r>
            <a:r>
              <a:rPr lang="zh-CN" altLang="en-US" sz="1200" dirty="0" smtClean="0">
                <a:solidFill>
                  <a:srgbClr val="202020"/>
                </a:solidFill>
                <a:latin typeface="微软雅黑" panose="020B0503020204020204" charset="-122"/>
                <a:ea typeface="微软雅黑" panose="020B0503020204020204" charset="-122"/>
                <a:cs typeface="微软雅黑" panose="020B0503020204020204" charset="-122"/>
                <a:sym typeface="+mn-ea"/>
              </a:rPr>
              <a:t>undershoot有副作用，能看得黑白点</a:t>
            </a:r>
            <a:r>
              <a:rPr lang="zh-CN" altLang="en-US" sz="1200" dirty="0">
                <a:solidFill>
                  <a:srgbClr val="202020"/>
                </a:solidFill>
                <a:latin typeface="微软雅黑" panose="020B0503020204020204" charset="-122"/>
                <a:ea typeface="微软雅黑" panose="020B0503020204020204" charset="-122"/>
                <a:cs typeface="微软雅黑" panose="020B0503020204020204" charset="-122"/>
                <a:sym typeface="+mn-ea"/>
              </a:rPr>
              <a:t>。</a:t>
            </a:r>
            <a:endParaRPr lang="en-US" altLang="zh-CN" sz="1200" dirty="0">
              <a:solidFill>
                <a:srgbClr val="202020"/>
              </a:solidFill>
              <a:latin typeface="微软雅黑" panose="020B0503020204020204" charset="-122"/>
              <a:ea typeface="微软雅黑" panose="020B0503020204020204" charset="-122"/>
              <a:cs typeface="微软雅黑" panose="020B0503020204020204" charset="-122"/>
              <a:sym typeface="+mn-ea"/>
            </a:endParaRPr>
          </a:p>
          <a:p>
            <a:pPr marL="228600" indent="-228600" algn="just">
              <a:lnSpc>
                <a:spcPct val="150000"/>
              </a:lnSpc>
              <a:buFont typeface="Arial" panose="020B0604020202020204" pitchFamily="34" charset="0"/>
              <a:buAutoNum type="arabicPeriod"/>
            </a:pPr>
            <a:r>
              <a:rPr lang="zh-CN" altLang="en-US" sz="1200" b="1" u="sng" dirty="0" smtClean="0">
                <a:solidFill>
                  <a:srgbClr val="202020"/>
                </a:solidFill>
                <a:latin typeface="微软雅黑" panose="020B0503020204020204" charset="-122"/>
                <a:ea typeface="微软雅黑" panose="020B0503020204020204" charset="-122"/>
                <a:cs typeface="微软雅黑" panose="020B0503020204020204" charset="-122"/>
                <a:sym typeface="+mn-ea"/>
              </a:rPr>
              <a:t>异常</a:t>
            </a:r>
            <a:r>
              <a:rPr lang="zh-CN" altLang="en-US" sz="1200" b="1" u="sng" dirty="0">
                <a:solidFill>
                  <a:srgbClr val="202020"/>
                </a:solidFill>
                <a:latin typeface="微软雅黑" panose="020B0503020204020204" charset="-122"/>
                <a:ea typeface="微软雅黑" panose="020B0503020204020204" charset="-122"/>
                <a:cs typeface="微软雅黑" panose="020B0503020204020204" charset="-122"/>
                <a:sym typeface="+mn-ea"/>
              </a:rPr>
              <a:t>表现</a:t>
            </a:r>
            <a:r>
              <a:rPr lang="en-US" altLang="zh-CN" sz="1200" dirty="0" smtClean="0">
                <a:solidFill>
                  <a:srgbClr val="202020"/>
                </a:solidFill>
                <a:latin typeface="微软雅黑" panose="020B0503020204020204" charset="-122"/>
                <a:ea typeface="微软雅黑" panose="020B0503020204020204" charset="-122"/>
                <a:cs typeface="微软雅黑" panose="020B0503020204020204" charset="-122"/>
                <a:sym typeface="+mn-ea"/>
              </a:rPr>
              <a:t>: </a:t>
            </a:r>
            <a:r>
              <a:rPr lang="zh-CN" altLang="en-US" sz="1200" dirty="0" smtClean="0">
                <a:solidFill>
                  <a:srgbClr val="202020"/>
                </a:solidFill>
                <a:latin typeface="微软雅黑" panose="020B0503020204020204" charset="-122"/>
                <a:ea typeface="微软雅黑" panose="020B0503020204020204" charset="-122"/>
                <a:cs typeface="微软雅黑" panose="020B0503020204020204" charset="-122"/>
                <a:sym typeface="+mn-ea"/>
              </a:rPr>
              <a:t>高频闪烁均控制得比较好</a:t>
            </a:r>
            <a:r>
              <a:rPr lang="zh-CN" altLang="en-US" sz="1200" dirty="0">
                <a:solidFill>
                  <a:srgbClr val="202020"/>
                </a:solidFill>
                <a:latin typeface="微软雅黑" panose="020B0503020204020204" charset="-122"/>
                <a:ea typeface="微软雅黑" panose="020B0503020204020204" charset="-122"/>
                <a:cs typeface="微软雅黑" panose="020B0503020204020204" charset="-122"/>
                <a:sym typeface="+mn-ea"/>
              </a:rPr>
              <a:t>。</a:t>
            </a:r>
            <a:endParaRPr lang="zh-CN" altLang="en-US" sz="1200" dirty="0">
              <a:solidFill>
                <a:srgbClr val="202020"/>
              </a:solidFill>
              <a:latin typeface="微软雅黑" panose="020B0503020204020204" charset="-122"/>
              <a:ea typeface="微软雅黑" panose="020B0503020204020204" charset="-122"/>
              <a:cs typeface="微软雅黑" panose="020B0503020204020204" charset="-122"/>
              <a:sym typeface="+mn-ea"/>
            </a:endParaRPr>
          </a:p>
        </p:txBody>
      </p:sp>
      <p:sp>
        <p:nvSpPr>
          <p:cNvPr id="47" name="矩形 46"/>
          <p:cNvSpPr/>
          <p:nvPr>
            <p:custDataLst>
              <p:tags r:id="rId15"/>
            </p:custDataLst>
          </p:nvPr>
        </p:nvSpPr>
        <p:spPr>
          <a:xfrm flipV="1">
            <a:off x="6212205" y="2219960"/>
            <a:ext cx="2508250" cy="3782695"/>
          </a:xfrm>
          <a:prstGeom prst="rect">
            <a:avLst/>
          </a:prstGeom>
          <a:solidFill>
            <a:schemeClr val="accent1">
              <a:lumMod val="20000"/>
              <a:lumOff val="80000"/>
              <a:alpha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Regular" panose="020B0500000000000000" charset="-122"/>
            </a:endParaRPr>
          </a:p>
        </p:txBody>
      </p:sp>
      <p:sp>
        <p:nvSpPr>
          <p:cNvPr id="48" name="同侧圆角矩形 47"/>
          <p:cNvSpPr/>
          <p:nvPr>
            <p:custDataLst>
              <p:tags r:id="rId16"/>
            </p:custDataLst>
          </p:nvPr>
        </p:nvSpPr>
        <p:spPr>
          <a:xfrm>
            <a:off x="6202680" y="1565275"/>
            <a:ext cx="2520950" cy="650240"/>
          </a:xfrm>
          <a:prstGeom prst="round2SameRect">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Regular" panose="020B0500000000000000" charset="-122"/>
            </a:endParaRPr>
          </a:p>
        </p:txBody>
      </p:sp>
      <p:sp>
        <p:nvSpPr>
          <p:cNvPr id="49" name="文本框 48"/>
          <p:cNvSpPr txBox="1"/>
          <p:nvPr>
            <p:custDataLst>
              <p:tags r:id="rId17"/>
            </p:custDataLst>
          </p:nvPr>
        </p:nvSpPr>
        <p:spPr>
          <a:xfrm>
            <a:off x="6531610" y="1720850"/>
            <a:ext cx="1863725" cy="338455"/>
          </a:xfrm>
          <a:prstGeom prst="rect">
            <a:avLst/>
          </a:prstGeom>
          <a:noFill/>
        </p:spPr>
        <p:txBody>
          <a:bodyPr wrap="square" bIns="0" rtlCol="0" anchor="ctr" anchorCtr="0">
            <a:normAutofit fontScale="90000"/>
          </a:bodyPr>
          <a:lstStyle/>
          <a:p>
            <a:pPr algn="ctr"/>
            <a:r>
              <a:rPr lang="zh-CN" altLang="en-US" sz="2000">
                <a:solidFill>
                  <a:schemeClr val="bg1"/>
                </a:solidFill>
                <a:latin typeface="微软雅黑" panose="020B0503020204020204" charset="-122"/>
                <a:ea typeface="微软雅黑" panose="020B0503020204020204" charset="-122"/>
                <a:cs typeface="思源黑体 CN Regular" panose="020B0500000000000000" charset="-122"/>
              </a:rPr>
              <a:t>对比度主要表现</a:t>
            </a:r>
            <a:endParaRPr lang="zh-CN" altLang="en-US" sz="2000">
              <a:solidFill>
                <a:schemeClr val="bg1"/>
              </a:solidFill>
              <a:latin typeface="微软雅黑" panose="020B0503020204020204" charset="-122"/>
              <a:ea typeface="微软雅黑" panose="020B0503020204020204" charset="-122"/>
              <a:cs typeface="思源黑体 CN Regular" panose="020B0500000000000000" charset="-122"/>
            </a:endParaRPr>
          </a:p>
        </p:txBody>
      </p:sp>
      <p:sp>
        <p:nvSpPr>
          <p:cNvPr id="50" name="文本框 49"/>
          <p:cNvSpPr txBox="1"/>
          <p:nvPr>
            <p:custDataLst>
              <p:tags r:id="rId18"/>
            </p:custDataLst>
          </p:nvPr>
        </p:nvSpPr>
        <p:spPr>
          <a:xfrm>
            <a:off x="6318885" y="2373630"/>
            <a:ext cx="2217420" cy="3251200"/>
          </a:xfrm>
          <a:prstGeom prst="rect">
            <a:avLst/>
          </a:prstGeom>
          <a:noFill/>
        </p:spPr>
        <p:txBody>
          <a:bodyPr wrap="square" lIns="90170" tIns="46990" rIns="90170" bIns="46990" rtlCol="0" anchor="t" anchorCtr="0">
            <a:noAutofit/>
          </a:bodyPr>
          <a:lstStyle/>
          <a:p>
            <a:pPr marL="228600" indent="-228600" algn="just">
              <a:lnSpc>
                <a:spcPct val="150000"/>
              </a:lnSpc>
              <a:buFont typeface="Arial" panose="020B0604020202020204" pitchFamily="34" charset="0"/>
              <a:buAutoNum type="arabicPeriod"/>
            </a:pPr>
            <a:r>
              <a:rPr lang="zh-CN" sz="1200" b="1" u="sng" dirty="0">
                <a:solidFill>
                  <a:srgbClr val="202020"/>
                </a:solidFill>
                <a:latin typeface="微软雅黑" panose="020B0503020204020204" charset="-122"/>
                <a:ea typeface="微软雅黑" panose="020B0503020204020204" charset="-122"/>
                <a:cs typeface="微软雅黑" panose="020B0503020204020204" charset="-122"/>
                <a:sym typeface="+mn-ea"/>
              </a:rPr>
              <a:t>暗场细节</a:t>
            </a:r>
            <a:r>
              <a:rPr lang="en-US" altLang="zh-CN" sz="1200" dirty="0">
                <a:solidFill>
                  <a:srgbClr val="202020"/>
                </a:solidFill>
                <a:latin typeface="微软雅黑" panose="020B0503020204020204" charset="-122"/>
                <a:ea typeface="微软雅黑" panose="020B0503020204020204" charset="-122"/>
                <a:cs typeface="微软雅黑" panose="020B0503020204020204" charset="-122"/>
                <a:sym typeface="+mn-ea"/>
              </a:rPr>
              <a:t>:</a:t>
            </a:r>
            <a:r>
              <a:rPr lang="en-US" sz="1200" dirty="0" err="1" smtClean="0">
                <a:solidFill>
                  <a:srgbClr val="202020"/>
                </a:solidFill>
                <a:latin typeface="微软雅黑" panose="020B0503020204020204" charset="-122"/>
                <a:ea typeface="微软雅黑" panose="020B0503020204020204" charset="-122"/>
                <a:cs typeface="微软雅黑" panose="020B0503020204020204" charset="-122"/>
                <a:sym typeface="+mn-ea"/>
              </a:rPr>
              <a:t>TCL</a:t>
            </a:r>
            <a:r>
              <a:rPr sz="1200" dirty="0" err="1" smtClean="0">
                <a:solidFill>
                  <a:srgbClr val="202020"/>
                </a:solidFill>
                <a:latin typeface="微软雅黑" panose="020B0503020204020204" charset="-122"/>
                <a:ea typeface="微软雅黑" panose="020B0503020204020204" charset="-122"/>
                <a:cs typeface="微软雅黑" panose="020B0503020204020204" charset="-122"/>
                <a:sym typeface="+mn-ea"/>
              </a:rPr>
              <a:t>暗场细节</a:t>
            </a:r>
            <a:r>
              <a:rPr lang="zh-CN" sz="1200" dirty="0" err="1" smtClean="0">
                <a:solidFill>
                  <a:srgbClr val="202020"/>
                </a:solidFill>
                <a:latin typeface="微软雅黑" panose="020B0503020204020204" charset="-122"/>
                <a:ea typeface="微软雅黑" panose="020B0503020204020204" charset="-122"/>
                <a:cs typeface="微软雅黑" panose="020B0503020204020204" charset="-122"/>
                <a:sym typeface="+mn-ea"/>
              </a:rPr>
              <a:t>提亮较为明细，创维更像监视器</a:t>
            </a:r>
            <a:r>
              <a:rPr lang="zh-CN" altLang="en-US" sz="1200" dirty="0">
                <a:solidFill>
                  <a:srgbClr val="202020"/>
                </a:solidFill>
                <a:latin typeface="微软雅黑" panose="020B0503020204020204" charset="-122"/>
                <a:ea typeface="微软雅黑" panose="020B0503020204020204" charset="-122"/>
                <a:cs typeface="微软雅黑" panose="020B0503020204020204" charset="-122"/>
                <a:sym typeface="+mn-ea"/>
              </a:rPr>
              <a:t>。</a:t>
            </a:r>
            <a:endParaRPr lang="zh-CN" sz="1200" dirty="0" err="1" smtClean="0">
              <a:solidFill>
                <a:srgbClr val="202020"/>
              </a:solidFill>
              <a:latin typeface="微软雅黑" panose="020B0503020204020204" charset="-122"/>
              <a:ea typeface="微软雅黑" panose="020B0503020204020204" charset="-122"/>
              <a:cs typeface="微软雅黑" panose="020B0503020204020204" charset="-122"/>
              <a:sym typeface="+mn-ea"/>
            </a:endParaRPr>
          </a:p>
          <a:p>
            <a:pPr marL="228600" indent="-228600" algn="just">
              <a:lnSpc>
                <a:spcPct val="150000"/>
              </a:lnSpc>
              <a:buFont typeface="Arial" panose="020B0604020202020204" pitchFamily="34" charset="0"/>
              <a:buAutoNum type="arabicPeriod"/>
            </a:pPr>
            <a:r>
              <a:rPr lang="zh-CN" altLang="en-US" sz="1200" b="1" u="sng" dirty="0">
                <a:solidFill>
                  <a:srgbClr val="202020"/>
                </a:solidFill>
                <a:latin typeface="微软雅黑" panose="020B0503020204020204" charset="-122"/>
                <a:ea typeface="微软雅黑" panose="020B0503020204020204" charset="-122"/>
                <a:cs typeface="微软雅黑" panose="020B0503020204020204" charset="-122"/>
                <a:sym typeface="+mn-ea"/>
              </a:rPr>
              <a:t>亮场细节</a:t>
            </a:r>
            <a:r>
              <a:rPr lang="en-US" altLang="zh-CN" sz="1200" dirty="0" smtClean="0">
                <a:solidFill>
                  <a:srgbClr val="202020"/>
                </a:solidFill>
                <a:latin typeface="微软雅黑" panose="020B0503020204020204" charset="-122"/>
                <a:ea typeface="微软雅黑" panose="020B0503020204020204" charset="-122"/>
                <a:cs typeface="微软雅黑" panose="020B0503020204020204" charset="-122"/>
                <a:sym typeface="+mn-ea"/>
              </a:rPr>
              <a:t>:HDR</a:t>
            </a:r>
            <a:r>
              <a:rPr lang="zh-CN" altLang="en-US" sz="1200" dirty="0" smtClean="0">
                <a:solidFill>
                  <a:srgbClr val="202020"/>
                </a:solidFill>
                <a:latin typeface="微软雅黑" panose="020B0503020204020204" charset="-122"/>
                <a:ea typeface="微软雅黑" panose="020B0503020204020204" charset="-122"/>
                <a:cs typeface="微软雅黑" panose="020B0503020204020204" charset="-122"/>
                <a:sym typeface="+mn-ea"/>
              </a:rPr>
              <a:t>下</a:t>
            </a:r>
            <a:r>
              <a:rPr lang="en-US" altLang="zh-CN" sz="1200" dirty="0" err="1" smtClean="0">
                <a:solidFill>
                  <a:srgbClr val="202020"/>
                </a:solidFill>
                <a:latin typeface="微软雅黑" panose="020B0503020204020204" charset="-122"/>
                <a:ea typeface="微软雅黑" panose="020B0503020204020204" charset="-122"/>
                <a:cs typeface="微软雅黑" panose="020B0503020204020204" charset="-122"/>
                <a:sym typeface="+mn-ea"/>
              </a:rPr>
              <a:t>TCL</a:t>
            </a:r>
            <a:r>
              <a:rPr sz="1200" dirty="0" err="1" smtClean="0">
                <a:solidFill>
                  <a:srgbClr val="202020"/>
                </a:solidFill>
                <a:latin typeface="微软雅黑" panose="020B0503020204020204" charset="-122"/>
                <a:ea typeface="微软雅黑" panose="020B0503020204020204" charset="-122"/>
                <a:cs typeface="微软雅黑" panose="020B0503020204020204" charset="-122"/>
                <a:sym typeface="+mn-ea"/>
              </a:rPr>
              <a:t>保留更多</a:t>
            </a:r>
            <a:r>
              <a:rPr lang="zh-CN" sz="1200" dirty="0">
                <a:solidFill>
                  <a:srgbClr val="202020"/>
                </a:solidFill>
                <a:latin typeface="微软雅黑" panose="020B0503020204020204" charset="-122"/>
                <a:ea typeface="微软雅黑" panose="020B0503020204020204" charset="-122"/>
                <a:cs typeface="微软雅黑" panose="020B0503020204020204" charset="-122"/>
                <a:sym typeface="+mn-ea"/>
              </a:rPr>
              <a:t>亮</a:t>
            </a:r>
            <a:r>
              <a:rPr sz="1200" dirty="0" err="1">
                <a:solidFill>
                  <a:srgbClr val="202020"/>
                </a:solidFill>
                <a:latin typeface="微软雅黑" panose="020B0503020204020204" charset="-122"/>
                <a:ea typeface="微软雅黑" panose="020B0503020204020204" charset="-122"/>
                <a:cs typeface="微软雅黑" panose="020B0503020204020204" charset="-122"/>
                <a:sym typeface="+mn-ea"/>
              </a:rPr>
              <a:t>场细节</a:t>
            </a:r>
            <a:r>
              <a:rPr lang="zh-CN" altLang="en-US" sz="1200" dirty="0">
                <a:solidFill>
                  <a:srgbClr val="202020"/>
                </a:solidFill>
                <a:latin typeface="微软雅黑" panose="020B0503020204020204" charset="-122"/>
                <a:ea typeface="微软雅黑" panose="020B0503020204020204" charset="-122"/>
                <a:cs typeface="微软雅黑" panose="020B0503020204020204" charset="-122"/>
                <a:sym typeface="+mn-ea"/>
              </a:rPr>
              <a:t>。</a:t>
            </a:r>
            <a:endParaRPr lang="en-US" sz="1200" dirty="0">
              <a:solidFill>
                <a:srgbClr val="202020"/>
              </a:solidFill>
              <a:latin typeface="微软雅黑" panose="020B0503020204020204" charset="-122"/>
              <a:ea typeface="微软雅黑" panose="020B0503020204020204" charset="-122"/>
              <a:cs typeface="微软雅黑" panose="020B0503020204020204" charset="-122"/>
              <a:sym typeface="+mn-ea"/>
            </a:endParaRPr>
          </a:p>
          <a:p>
            <a:pPr marL="228600" indent="-228600" algn="just">
              <a:lnSpc>
                <a:spcPct val="150000"/>
              </a:lnSpc>
              <a:buFont typeface="Arial" panose="020B0604020202020204" pitchFamily="34" charset="0"/>
              <a:buAutoNum type="arabicPeriod"/>
            </a:pPr>
            <a:r>
              <a:rPr lang="zh-CN" altLang="en-US" sz="1200" b="1" u="sng" dirty="0">
                <a:solidFill>
                  <a:srgbClr val="202020"/>
                </a:solidFill>
                <a:latin typeface="微软雅黑" panose="020B0503020204020204" charset="-122"/>
                <a:ea typeface="微软雅黑" panose="020B0503020204020204" charset="-122"/>
                <a:cs typeface="微软雅黑" panose="020B0503020204020204" charset="-122"/>
                <a:sym typeface="+mn-ea"/>
              </a:rPr>
              <a:t>景深层次通透度</a:t>
            </a:r>
            <a:r>
              <a:rPr lang="en-US" altLang="zh-CN" sz="1200" dirty="0" smtClean="0">
                <a:solidFill>
                  <a:srgbClr val="202020"/>
                </a:solidFill>
                <a:latin typeface="微软雅黑" panose="020B0503020204020204" charset="-122"/>
                <a:ea typeface="微软雅黑" panose="020B0503020204020204" charset="-122"/>
                <a:cs typeface="微软雅黑" panose="020B0503020204020204" charset="-122"/>
                <a:sym typeface="+mn-ea"/>
              </a:rPr>
              <a:t>:</a:t>
            </a:r>
            <a:r>
              <a:rPr lang="zh-CN" altLang="en-US" sz="1200" dirty="0" smtClean="0">
                <a:solidFill>
                  <a:srgbClr val="202020"/>
                </a:solidFill>
                <a:latin typeface="微软雅黑" panose="020B0503020204020204" charset="-122"/>
                <a:ea typeface="微软雅黑" panose="020B0503020204020204" charset="-122"/>
                <a:cs typeface="微软雅黑" panose="020B0503020204020204" charset="-122"/>
                <a:sym typeface="+mn-ea"/>
              </a:rPr>
              <a:t>相当</a:t>
            </a:r>
            <a:endParaRPr lang="zh-CN" altLang="en-US" sz="1200" dirty="0">
              <a:solidFill>
                <a:srgbClr val="202020"/>
              </a:solidFill>
              <a:latin typeface="微软雅黑" panose="020B0503020204020204" charset="-122"/>
              <a:ea typeface="微软雅黑" panose="020B0503020204020204" charset="-122"/>
              <a:cs typeface="微软雅黑" panose="020B0503020204020204" charset="-122"/>
              <a:sym typeface="+mn-ea"/>
            </a:endParaRPr>
          </a:p>
          <a:p>
            <a:pPr marL="228600" indent="-228600" algn="just">
              <a:lnSpc>
                <a:spcPct val="150000"/>
              </a:lnSpc>
              <a:buFont typeface="Arial" panose="020B0604020202020204" pitchFamily="34" charset="0"/>
              <a:buAutoNum type="arabicPeriod"/>
            </a:pPr>
            <a:r>
              <a:rPr lang="zh-CN" altLang="en-US" sz="1200" b="1" u="sng" dirty="0">
                <a:solidFill>
                  <a:srgbClr val="202020"/>
                </a:solidFill>
                <a:latin typeface="微软雅黑" panose="020B0503020204020204" charset="-122"/>
                <a:ea typeface="微软雅黑" panose="020B0503020204020204" charset="-122"/>
                <a:cs typeface="微软雅黑" panose="020B0503020204020204" charset="-122"/>
                <a:sym typeface="+mn-ea"/>
              </a:rPr>
              <a:t>动态画面副作用</a:t>
            </a:r>
            <a:r>
              <a:rPr lang="en-US" altLang="zh-CN" sz="1200" dirty="0" smtClean="0">
                <a:solidFill>
                  <a:srgbClr val="202020"/>
                </a:solidFill>
                <a:latin typeface="微软雅黑" panose="020B0503020204020204" charset="-122"/>
                <a:ea typeface="微软雅黑" panose="020B0503020204020204" charset="-122"/>
                <a:cs typeface="微软雅黑" panose="020B0503020204020204" charset="-122"/>
                <a:sym typeface="+mn-ea"/>
              </a:rPr>
              <a:t>:</a:t>
            </a:r>
            <a:r>
              <a:rPr lang="zh-CN" altLang="en-US" sz="1200" dirty="0" smtClean="0">
                <a:solidFill>
                  <a:srgbClr val="202020"/>
                </a:solidFill>
                <a:latin typeface="微软雅黑" panose="020B0503020204020204" charset="-122"/>
                <a:ea typeface="微软雅黑" panose="020B0503020204020204" charset="-122"/>
                <a:cs typeface="微软雅黑" panose="020B0503020204020204" charset="-122"/>
                <a:sym typeface="+mn-ea"/>
              </a:rPr>
              <a:t>相当，两者均无明显副作用</a:t>
            </a:r>
            <a:r>
              <a:rPr lang="zh-CN" altLang="en-US" sz="1200" dirty="0">
                <a:solidFill>
                  <a:srgbClr val="202020"/>
                </a:solidFill>
                <a:latin typeface="微软雅黑" panose="020B0503020204020204" charset="-122"/>
                <a:ea typeface="微软雅黑" panose="020B0503020204020204" charset="-122"/>
                <a:cs typeface="微软雅黑" panose="020B0503020204020204" charset="-122"/>
                <a:sym typeface="+mn-ea"/>
              </a:rPr>
              <a:t>。</a:t>
            </a:r>
            <a:endParaRPr lang="zh-CN" altLang="en-US" sz="1200" dirty="0">
              <a:solidFill>
                <a:srgbClr val="202020"/>
              </a:solidFill>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custDataLst>
              <p:tags r:id="rId1"/>
            </p:custDataLst>
          </p:nvPr>
        </p:nvSpPr>
        <p:spPr>
          <a:xfrm>
            <a:off x="361950" y="698500"/>
            <a:ext cx="6225540" cy="430530"/>
          </a:xfrm>
          <a:prstGeom prst="rect">
            <a:avLst/>
          </a:prstGeom>
          <a:noFill/>
        </p:spPr>
        <p:txBody>
          <a:bodyPr wrap="square" lIns="0" tIns="0" rIns="0" bIns="0" rtlCol="0">
            <a:spAutoFit/>
          </a:bodyPr>
          <a:lstStyle/>
          <a:p>
            <a:r>
              <a:rPr lang="zh-CN" altLang="en-US" sz="2800" b="1">
                <a:solidFill>
                  <a:srgbClr val="202020"/>
                </a:solidFill>
                <a:latin typeface="微软雅黑" panose="020B0503020204020204" charset="-122"/>
                <a:ea typeface="微软雅黑" panose="020B0503020204020204" charset="-122"/>
                <a:cs typeface="微软雅黑" panose="020B0503020204020204" charset="-122"/>
              </a:rPr>
              <a:t>主观模块详解</a:t>
            </a:r>
            <a:r>
              <a:rPr lang="en-US" sz="2800" b="1">
                <a:solidFill>
                  <a:srgbClr val="202020"/>
                </a:solidFill>
                <a:latin typeface="微软雅黑" panose="020B0503020204020204" charset="-122"/>
                <a:ea typeface="微软雅黑" panose="020B0503020204020204" charset="-122"/>
                <a:cs typeface="微软雅黑" panose="020B0503020204020204" charset="-122"/>
                <a:sym typeface="+mn-ea"/>
              </a:rPr>
              <a:t>:</a:t>
            </a:r>
            <a:r>
              <a:rPr lang="en-US" sz="2800">
                <a:solidFill>
                  <a:srgbClr val="202020"/>
                </a:solidFill>
                <a:latin typeface="微软雅黑" panose="020B0503020204020204" charset="-122"/>
                <a:ea typeface="微软雅黑" panose="020B0503020204020204" charset="-122"/>
                <a:cs typeface="微软雅黑" panose="020B0503020204020204" charset="-122"/>
                <a:sym typeface="+mn-ea"/>
              </a:rPr>
              <a:t> </a:t>
            </a:r>
            <a:endParaRPr lang="zh-CN" altLang="en-US" sz="2400">
              <a:solidFill>
                <a:srgbClr val="202020"/>
              </a:solidFill>
              <a:latin typeface="微软雅黑" panose="020B0503020204020204" charset="-122"/>
              <a:ea typeface="微软雅黑" panose="020B0503020204020204" charset="-122"/>
              <a:cs typeface="微软雅黑" panose="020B0503020204020204" charset="-122"/>
            </a:endParaRPr>
          </a:p>
        </p:txBody>
      </p:sp>
      <p:sp>
        <p:nvSpPr>
          <p:cNvPr id="5" name="矩形 4"/>
          <p:cNvSpPr/>
          <p:nvPr>
            <p:custDataLst>
              <p:tags r:id="rId2"/>
            </p:custDataLst>
          </p:nvPr>
        </p:nvSpPr>
        <p:spPr>
          <a:xfrm>
            <a:off x="-1905" y="574675"/>
            <a:ext cx="159385" cy="6318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02020"/>
              </a:solidFill>
            </a:endParaRPr>
          </a:p>
        </p:txBody>
      </p:sp>
      <p:sp>
        <p:nvSpPr>
          <p:cNvPr id="23" name="矩形 22"/>
          <p:cNvSpPr/>
          <p:nvPr>
            <p:custDataLst>
              <p:tags r:id="rId3"/>
            </p:custDataLst>
          </p:nvPr>
        </p:nvSpPr>
        <p:spPr>
          <a:xfrm flipV="1">
            <a:off x="808355" y="2207260"/>
            <a:ext cx="2508250" cy="4049395"/>
          </a:xfrm>
          <a:prstGeom prst="rect">
            <a:avLst/>
          </a:prstGeom>
          <a:solidFill>
            <a:schemeClr val="accent1">
              <a:lumMod val="20000"/>
              <a:lumOff val="80000"/>
              <a:alpha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02020"/>
              </a:solidFill>
              <a:cs typeface="思源黑体 CN Regular" panose="020B0500000000000000" charset="-122"/>
            </a:endParaRPr>
          </a:p>
        </p:txBody>
      </p:sp>
      <p:sp>
        <p:nvSpPr>
          <p:cNvPr id="24" name="同侧圆角矩形 23"/>
          <p:cNvSpPr/>
          <p:nvPr>
            <p:custDataLst>
              <p:tags r:id="rId4"/>
            </p:custDataLst>
          </p:nvPr>
        </p:nvSpPr>
        <p:spPr>
          <a:xfrm>
            <a:off x="798830" y="1552575"/>
            <a:ext cx="2520950" cy="650240"/>
          </a:xfrm>
          <a:prstGeom prst="round2SameRect">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02020"/>
              </a:solidFill>
              <a:cs typeface="思源黑体 CN Regular" panose="020B0500000000000000" charset="-122"/>
            </a:endParaRPr>
          </a:p>
        </p:txBody>
      </p:sp>
      <p:sp>
        <p:nvSpPr>
          <p:cNvPr id="25" name="文本框 24"/>
          <p:cNvSpPr txBox="1"/>
          <p:nvPr>
            <p:custDataLst>
              <p:tags r:id="rId5"/>
            </p:custDataLst>
          </p:nvPr>
        </p:nvSpPr>
        <p:spPr>
          <a:xfrm>
            <a:off x="1169670" y="1708150"/>
            <a:ext cx="1779270" cy="338455"/>
          </a:xfrm>
          <a:prstGeom prst="rect">
            <a:avLst/>
          </a:prstGeom>
          <a:noFill/>
        </p:spPr>
        <p:txBody>
          <a:bodyPr wrap="square" bIns="0" rtlCol="0" anchor="ctr" anchorCtr="0">
            <a:normAutofit fontScale="97500" lnSpcReduction="10000"/>
          </a:bodyPr>
          <a:lstStyle/>
          <a:p>
            <a:pPr algn="ctr"/>
            <a:r>
              <a:rPr lang="zh-CN" altLang="en-US" sz="2000" dirty="0">
                <a:solidFill>
                  <a:schemeClr val="bg1"/>
                </a:solidFill>
                <a:latin typeface="微软雅黑" panose="020B0503020204020204" charset="-122"/>
                <a:ea typeface="微软雅黑" panose="020B0503020204020204" charset="-122"/>
                <a:cs typeface="思源黑体 CN Regular" panose="020B0500000000000000" charset="-122"/>
              </a:rPr>
              <a:t>色彩主要表现</a:t>
            </a:r>
            <a:endParaRPr lang="zh-CN" altLang="en-US" sz="2000" dirty="0">
              <a:solidFill>
                <a:schemeClr val="bg1"/>
              </a:solidFill>
              <a:latin typeface="微软雅黑" panose="020B0503020204020204" charset="-122"/>
              <a:ea typeface="微软雅黑" panose="020B0503020204020204" charset="-122"/>
              <a:cs typeface="思源黑体 CN Regular" panose="020B0500000000000000" charset="-122"/>
            </a:endParaRPr>
          </a:p>
        </p:txBody>
      </p:sp>
      <p:sp>
        <p:nvSpPr>
          <p:cNvPr id="26" name="文本框 25"/>
          <p:cNvSpPr txBox="1"/>
          <p:nvPr>
            <p:custDataLst>
              <p:tags r:id="rId6"/>
            </p:custDataLst>
          </p:nvPr>
        </p:nvSpPr>
        <p:spPr>
          <a:xfrm>
            <a:off x="931228" y="2294255"/>
            <a:ext cx="2262505" cy="3835400"/>
          </a:xfrm>
          <a:prstGeom prst="rect">
            <a:avLst/>
          </a:prstGeom>
          <a:noFill/>
        </p:spPr>
        <p:txBody>
          <a:bodyPr wrap="square" lIns="90170" tIns="46990" rIns="90170" bIns="46990" rtlCol="0" anchor="t" anchorCtr="0">
            <a:noAutofit/>
          </a:bodyPr>
          <a:lstStyle/>
          <a:p>
            <a:pPr marL="228600" indent="-228600" algn="just">
              <a:lnSpc>
                <a:spcPct val="150000"/>
              </a:lnSpc>
              <a:buFont typeface="+mj-lt"/>
              <a:buAutoNum type="arabicPeriod"/>
            </a:pPr>
            <a:r>
              <a:rPr lang="zh-CN" altLang="en-US" sz="1200" b="1" u="sng" dirty="0">
                <a:solidFill>
                  <a:srgbClr val="202020"/>
                </a:solidFill>
                <a:latin typeface="微软雅黑" panose="020B0503020204020204" charset="-122"/>
                <a:ea typeface="微软雅黑" panose="020B0503020204020204" charset="-122"/>
                <a:sym typeface="+mn-ea"/>
              </a:rPr>
              <a:t>红色</a:t>
            </a:r>
            <a:r>
              <a:rPr lang="en-US" altLang="zh-CN" sz="1200" dirty="0">
                <a:solidFill>
                  <a:srgbClr val="202020"/>
                </a:solidFill>
                <a:latin typeface="微软雅黑" panose="020B0503020204020204" charset="-122"/>
                <a:ea typeface="微软雅黑" panose="020B0503020204020204" charset="-122"/>
                <a:cs typeface="微软雅黑" panose="020B0503020204020204" charset="-122"/>
                <a:sym typeface="+mn-ea"/>
              </a:rPr>
              <a:t>:</a:t>
            </a:r>
            <a:r>
              <a:rPr lang="zh-CN" altLang="en-US" sz="1200" dirty="0">
                <a:solidFill>
                  <a:srgbClr val="202020"/>
                </a:solidFill>
                <a:latin typeface="微软雅黑" panose="020B0503020204020204" charset="-122"/>
                <a:ea typeface="微软雅黑" panose="020B0503020204020204" charset="-122"/>
                <a:cs typeface="微软雅黑" panose="020B0503020204020204" charset="-122"/>
                <a:sym typeface="+mn-ea"/>
              </a:rPr>
              <a:t>创维更艳丽，但轻微过曝。</a:t>
            </a:r>
            <a:endParaRPr sz="1200" dirty="0">
              <a:solidFill>
                <a:srgbClr val="202020"/>
              </a:solidFill>
              <a:latin typeface="微软雅黑" panose="020B0503020204020204" charset="-122"/>
              <a:ea typeface="微软雅黑" panose="020B0503020204020204" charset="-122"/>
              <a:cs typeface="微软雅黑" panose="020B0503020204020204" charset="-122"/>
              <a:sym typeface="+mn-ea"/>
            </a:endParaRPr>
          </a:p>
          <a:p>
            <a:pPr marL="228600" indent="-228600" algn="just">
              <a:lnSpc>
                <a:spcPct val="150000"/>
              </a:lnSpc>
              <a:buFont typeface="+mj-lt"/>
              <a:buAutoNum type="arabicPeriod"/>
            </a:pPr>
            <a:r>
              <a:rPr lang="zh-CN" altLang="en-US" sz="1200" b="1" u="sng" dirty="0">
                <a:solidFill>
                  <a:srgbClr val="202020"/>
                </a:solidFill>
                <a:latin typeface="微软雅黑" panose="020B0503020204020204" charset="-122"/>
                <a:ea typeface="微软雅黑" panose="020B0503020204020204" charset="-122"/>
                <a:cs typeface="微软雅黑" panose="020B0503020204020204" charset="-122"/>
                <a:sym typeface="+mn-ea"/>
              </a:rPr>
              <a:t>绿色</a:t>
            </a:r>
            <a:r>
              <a:rPr lang="en-US" altLang="zh-CN" sz="1200" dirty="0" smtClean="0">
                <a:solidFill>
                  <a:srgbClr val="202020"/>
                </a:solidFill>
                <a:latin typeface="微软雅黑" panose="020B0503020204020204" charset="-122"/>
                <a:ea typeface="微软雅黑" panose="020B0503020204020204" charset="-122"/>
                <a:cs typeface="微软雅黑" panose="020B0503020204020204" charset="-122"/>
                <a:sym typeface="+mn-ea"/>
              </a:rPr>
              <a:t>:</a:t>
            </a:r>
            <a:r>
              <a:rPr lang="en-US" altLang="zh-CN" sz="1200" dirty="0" smtClean="0">
                <a:solidFill>
                  <a:srgbClr val="202020"/>
                </a:solidFill>
                <a:latin typeface="微软雅黑" panose="020B0503020204020204" charset="-122"/>
                <a:ea typeface="微软雅黑" panose="020B0503020204020204" charset="-122"/>
                <a:cs typeface="微软雅黑" panose="020B0503020204020204" charset="-122"/>
                <a:sym typeface="+mn-ea"/>
              </a:rPr>
              <a:t>TCL</a:t>
            </a:r>
            <a:r>
              <a:rPr lang="zh-CN" altLang="en-US" sz="1200" dirty="0" smtClean="0">
                <a:solidFill>
                  <a:srgbClr val="202020"/>
                </a:solidFill>
                <a:latin typeface="微软雅黑" panose="020B0503020204020204" charset="-122"/>
                <a:ea typeface="微软雅黑" panose="020B0503020204020204" charset="-122"/>
                <a:cs typeface="微软雅黑" panose="020B0503020204020204" charset="-122"/>
                <a:sym typeface="+mn-ea"/>
              </a:rPr>
              <a:t>更饱和</a:t>
            </a:r>
            <a:endParaRPr lang="en-US" altLang="zh-CN" sz="1200" dirty="0" smtClean="0">
              <a:solidFill>
                <a:srgbClr val="202020"/>
              </a:solidFill>
              <a:latin typeface="微软雅黑" panose="020B0503020204020204" charset="-122"/>
              <a:ea typeface="微软雅黑" panose="020B0503020204020204" charset="-122"/>
              <a:cs typeface="微软雅黑" panose="020B0503020204020204" charset="-122"/>
              <a:sym typeface="+mn-ea"/>
            </a:endParaRPr>
          </a:p>
          <a:p>
            <a:pPr marL="228600" indent="-228600" algn="just">
              <a:lnSpc>
                <a:spcPct val="150000"/>
              </a:lnSpc>
              <a:buFont typeface="+mj-lt"/>
              <a:buAutoNum type="arabicPeriod"/>
            </a:pPr>
            <a:r>
              <a:rPr lang="zh-CN" altLang="en-US" sz="1200" b="1" u="sng" dirty="0" smtClean="0">
                <a:solidFill>
                  <a:srgbClr val="202020"/>
                </a:solidFill>
                <a:latin typeface="微软雅黑" panose="020B0503020204020204" charset="-122"/>
                <a:ea typeface="微软雅黑" panose="020B0503020204020204" charset="-122"/>
                <a:cs typeface="微软雅黑" panose="020B0503020204020204" charset="-122"/>
                <a:sym typeface="+mn-ea"/>
              </a:rPr>
              <a:t>蓝色</a:t>
            </a:r>
            <a:r>
              <a:rPr lang="en-US" altLang="zh-CN" sz="1200" dirty="0">
                <a:solidFill>
                  <a:srgbClr val="202020"/>
                </a:solidFill>
                <a:latin typeface="微软雅黑" panose="020B0503020204020204" charset="-122"/>
                <a:ea typeface="微软雅黑" panose="020B0503020204020204" charset="-122"/>
                <a:cs typeface="微软雅黑" panose="020B0503020204020204" charset="-122"/>
                <a:sym typeface="+mn-ea"/>
              </a:rPr>
              <a:t>:</a:t>
            </a:r>
            <a:r>
              <a:rPr lang="zh-CN" altLang="en-US" sz="1200" dirty="0">
                <a:solidFill>
                  <a:srgbClr val="202020"/>
                </a:solidFill>
                <a:latin typeface="微软雅黑" panose="020B0503020204020204" charset="-122"/>
                <a:ea typeface="微软雅黑" panose="020B0503020204020204" charset="-122"/>
                <a:cs typeface="微软雅黑" panose="020B0503020204020204" charset="-122"/>
                <a:sym typeface="+mn-ea"/>
              </a:rPr>
              <a:t>创维更艳丽</a:t>
            </a:r>
            <a:endParaRPr lang="zh-CN" altLang="en-US" sz="1200" dirty="0">
              <a:solidFill>
                <a:srgbClr val="202020"/>
              </a:solidFill>
              <a:latin typeface="微软雅黑" panose="020B0503020204020204" charset="-122"/>
              <a:ea typeface="微软雅黑" panose="020B0503020204020204" charset="-122"/>
              <a:cs typeface="微软雅黑" panose="020B0503020204020204" charset="-122"/>
              <a:sym typeface="+mn-ea"/>
            </a:endParaRPr>
          </a:p>
          <a:p>
            <a:pPr marL="228600" indent="-228600" algn="just">
              <a:lnSpc>
                <a:spcPct val="150000"/>
              </a:lnSpc>
              <a:buFont typeface="+mj-lt"/>
              <a:buAutoNum type="arabicPeriod"/>
            </a:pPr>
            <a:r>
              <a:rPr lang="zh-CN" altLang="en-US" sz="1200" b="1" u="sng" dirty="0">
                <a:solidFill>
                  <a:srgbClr val="202020"/>
                </a:solidFill>
                <a:latin typeface="微软雅黑" panose="020B0503020204020204" charset="-122"/>
                <a:ea typeface="微软雅黑" panose="020B0503020204020204" charset="-122"/>
                <a:cs typeface="微软雅黑" panose="020B0503020204020204" charset="-122"/>
                <a:sym typeface="+mn-ea"/>
              </a:rPr>
              <a:t>青色</a:t>
            </a:r>
            <a:r>
              <a:rPr lang="en-US" altLang="zh-CN" sz="1200" dirty="0" smtClean="0">
                <a:solidFill>
                  <a:srgbClr val="202020"/>
                </a:solidFill>
                <a:latin typeface="微软雅黑" panose="020B0503020204020204" charset="-122"/>
                <a:ea typeface="微软雅黑" panose="020B0503020204020204" charset="-122"/>
                <a:cs typeface="微软雅黑" panose="020B0503020204020204" charset="-122"/>
                <a:sym typeface="+mn-ea"/>
              </a:rPr>
              <a:t>:</a:t>
            </a:r>
            <a:r>
              <a:rPr lang="zh-CN" altLang="en-US" sz="1200" dirty="0" smtClean="0">
                <a:solidFill>
                  <a:srgbClr val="202020"/>
                </a:solidFill>
                <a:latin typeface="微软雅黑" panose="020B0503020204020204" charset="-122"/>
                <a:ea typeface="微软雅黑" panose="020B0503020204020204" charset="-122"/>
                <a:cs typeface="微软雅黑" panose="020B0503020204020204" charset="-122"/>
                <a:sym typeface="+mn-ea"/>
              </a:rPr>
              <a:t>相当</a:t>
            </a:r>
            <a:endParaRPr lang="en-US" altLang="zh-CN" sz="1200" dirty="0" smtClean="0">
              <a:solidFill>
                <a:srgbClr val="202020"/>
              </a:solidFill>
              <a:latin typeface="微软雅黑" panose="020B0503020204020204" charset="-122"/>
              <a:ea typeface="微软雅黑" panose="020B0503020204020204" charset="-122"/>
              <a:cs typeface="微软雅黑" panose="020B0503020204020204" charset="-122"/>
              <a:sym typeface="+mn-ea"/>
            </a:endParaRPr>
          </a:p>
          <a:p>
            <a:pPr marL="228600" indent="-228600" algn="just">
              <a:lnSpc>
                <a:spcPct val="150000"/>
              </a:lnSpc>
              <a:buFont typeface="+mj-lt"/>
              <a:buAutoNum type="arabicPeriod"/>
            </a:pPr>
            <a:r>
              <a:rPr lang="zh-CN" altLang="en-US" sz="1200" b="1" u="sng" dirty="0" smtClean="0">
                <a:solidFill>
                  <a:srgbClr val="202020"/>
                </a:solidFill>
                <a:latin typeface="微软雅黑" panose="020B0503020204020204" charset="-122"/>
                <a:ea typeface="微软雅黑" panose="020B0503020204020204" charset="-122"/>
                <a:cs typeface="微软雅黑" panose="020B0503020204020204" charset="-122"/>
                <a:sym typeface="+mn-ea"/>
              </a:rPr>
              <a:t>紫色</a:t>
            </a:r>
            <a:r>
              <a:rPr lang="en-US" altLang="zh-CN" sz="1200" dirty="0" smtClean="0">
                <a:solidFill>
                  <a:srgbClr val="202020"/>
                </a:solidFill>
                <a:latin typeface="微软雅黑" panose="020B0503020204020204" charset="-122"/>
                <a:ea typeface="微软雅黑" panose="020B0503020204020204" charset="-122"/>
                <a:cs typeface="微软雅黑" panose="020B0503020204020204" charset="-122"/>
                <a:sym typeface="+mn-ea"/>
              </a:rPr>
              <a:t>:</a:t>
            </a:r>
            <a:r>
              <a:rPr lang="zh-CN" altLang="en-US" sz="1200" dirty="0" smtClean="0">
                <a:solidFill>
                  <a:srgbClr val="202020"/>
                </a:solidFill>
                <a:latin typeface="微软雅黑" panose="020B0503020204020204" charset="-122"/>
                <a:ea typeface="微软雅黑" panose="020B0503020204020204" charset="-122"/>
                <a:cs typeface="微软雅黑" panose="020B0503020204020204" charset="-122"/>
                <a:sym typeface="+mn-ea"/>
              </a:rPr>
              <a:t>相当</a:t>
            </a:r>
            <a:endParaRPr lang="en-US" altLang="zh-CN" sz="1200" dirty="0" smtClean="0">
              <a:solidFill>
                <a:srgbClr val="202020"/>
              </a:solidFill>
              <a:latin typeface="微软雅黑" panose="020B0503020204020204" charset="-122"/>
              <a:ea typeface="微软雅黑" panose="020B0503020204020204" charset="-122"/>
              <a:cs typeface="微软雅黑" panose="020B0503020204020204" charset="-122"/>
              <a:sym typeface="+mn-ea"/>
            </a:endParaRPr>
          </a:p>
          <a:p>
            <a:pPr marL="228600" indent="-228600" algn="just">
              <a:lnSpc>
                <a:spcPct val="150000"/>
              </a:lnSpc>
              <a:buFont typeface="+mj-lt"/>
              <a:buAutoNum type="arabicPeriod"/>
            </a:pPr>
            <a:r>
              <a:rPr lang="zh-CN" altLang="en-US" sz="1200" b="1" u="sng" dirty="0" smtClean="0">
                <a:solidFill>
                  <a:srgbClr val="202020"/>
                </a:solidFill>
                <a:latin typeface="微软雅黑" panose="020B0503020204020204" charset="-122"/>
                <a:ea typeface="微软雅黑" panose="020B0503020204020204" charset="-122"/>
                <a:cs typeface="微软雅黑" panose="020B0503020204020204" charset="-122"/>
                <a:sym typeface="+mn-ea"/>
              </a:rPr>
              <a:t>黄色</a:t>
            </a:r>
            <a:r>
              <a:rPr lang="en-US" altLang="zh-CN" sz="1200" dirty="0">
                <a:solidFill>
                  <a:srgbClr val="202020"/>
                </a:solidFill>
                <a:latin typeface="微软雅黑" panose="020B0503020204020204" charset="-122"/>
                <a:ea typeface="微软雅黑" panose="020B0503020204020204" charset="-122"/>
                <a:cs typeface="微软雅黑" panose="020B0503020204020204" charset="-122"/>
                <a:sym typeface="+mn-ea"/>
              </a:rPr>
              <a:t>:,</a:t>
            </a:r>
            <a:r>
              <a:rPr lang="en-US" altLang="zh-CN" sz="1200" dirty="0" err="1">
                <a:solidFill>
                  <a:srgbClr val="202020"/>
                </a:solidFill>
                <a:latin typeface="微软雅黑" panose="020B0503020204020204" charset="-122"/>
                <a:ea typeface="微软雅黑" panose="020B0503020204020204" charset="-122"/>
                <a:cs typeface="微软雅黑" panose="020B0503020204020204" charset="-122"/>
                <a:sym typeface="+mn-ea"/>
              </a:rPr>
              <a:t>创维饱和度</a:t>
            </a:r>
            <a:r>
              <a:rPr lang="zh-CN" altLang="en-US" sz="1200" dirty="0">
                <a:solidFill>
                  <a:srgbClr val="202020"/>
                </a:solidFill>
                <a:latin typeface="微软雅黑" panose="020B0503020204020204" charset="-122"/>
                <a:ea typeface="微软雅黑" panose="020B0503020204020204" charset="-122"/>
                <a:cs typeface="微软雅黑" panose="020B0503020204020204" charset="-122"/>
                <a:sym typeface="+mn-ea"/>
              </a:rPr>
              <a:t>更高</a:t>
            </a:r>
            <a:endParaRPr lang="zh-CN" altLang="en-US" sz="1200" dirty="0">
              <a:solidFill>
                <a:srgbClr val="202020"/>
              </a:solidFill>
              <a:latin typeface="微软雅黑" panose="020B0503020204020204" charset="-122"/>
              <a:ea typeface="微软雅黑" panose="020B0503020204020204" charset="-122"/>
              <a:cs typeface="微软雅黑" panose="020B0503020204020204" charset="-122"/>
              <a:sym typeface="+mn-ea"/>
            </a:endParaRPr>
          </a:p>
          <a:p>
            <a:pPr marL="228600" indent="-228600" algn="just">
              <a:lnSpc>
                <a:spcPct val="150000"/>
              </a:lnSpc>
              <a:buFont typeface="+mj-lt"/>
              <a:buAutoNum type="arabicPeriod"/>
            </a:pPr>
            <a:r>
              <a:rPr lang="zh-CN" altLang="en-US" sz="1200" b="1" u="sng" dirty="0">
                <a:solidFill>
                  <a:srgbClr val="202020"/>
                </a:solidFill>
                <a:latin typeface="微软雅黑" panose="020B0503020204020204" charset="-122"/>
                <a:ea typeface="微软雅黑" panose="020B0503020204020204" charset="-122"/>
                <a:cs typeface="微软雅黑" panose="020B0503020204020204" charset="-122"/>
                <a:sym typeface="+mn-ea"/>
              </a:rPr>
              <a:t>肤色</a:t>
            </a:r>
            <a:r>
              <a:rPr lang="en-US" altLang="zh-CN" sz="1200" dirty="0" smtClean="0">
                <a:solidFill>
                  <a:srgbClr val="202020"/>
                </a:solidFill>
                <a:latin typeface="微软雅黑" panose="020B0503020204020204" charset="-122"/>
                <a:ea typeface="微软雅黑" panose="020B0503020204020204" charset="-122"/>
                <a:cs typeface="微软雅黑" panose="020B0503020204020204" charset="-122"/>
                <a:sym typeface="+mn-ea"/>
              </a:rPr>
              <a:t>:</a:t>
            </a:r>
            <a:r>
              <a:rPr lang="zh-CN" altLang="en-US" sz="1200" dirty="0" smtClean="0">
                <a:solidFill>
                  <a:srgbClr val="202020"/>
                </a:solidFill>
                <a:latin typeface="微软雅黑" panose="020B0503020204020204" charset="-122"/>
                <a:ea typeface="微软雅黑" panose="020B0503020204020204" charset="-122"/>
                <a:cs typeface="微软雅黑" panose="020B0503020204020204" charset="-122"/>
                <a:sym typeface="+mn-ea"/>
              </a:rPr>
              <a:t>整体接近，</a:t>
            </a:r>
            <a:r>
              <a:rPr lang="en-US" altLang="zh-CN" sz="1200" dirty="0" err="1" smtClean="0">
                <a:solidFill>
                  <a:srgbClr val="202020"/>
                </a:solidFill>
                <a:latin typeface="微软雅黑" panose="020B0503020204020204" charset="-122"/>
                <a:ea typeface="微软雅黑" panose="020B0503020204020204" charset="-122"/>
                <a:cs typeface="微软雅黑" panose="020B0503020204020204" charset="-122"/>
                <a:sym typeface="+mn-ea"/>
              </a:rPr>
              <a:t>创维肤色</a:t>
            </a:r>
            <a:r>
              <a:rPr lang="zh-CN" altLang="en-US" sz="1200" dirty="0" smtClean="0">
                <a:solidFill>
                  <a:srgbClr val="202020"/>
                </a:solidFill>
                <a:latin typeface="微软雅黑" panose="020B0503020204020204" charset="-122"/>
                <a:ea typeface="微软雅黑" panose="020B0503020204020204" charset="-122"/>
                <a:cs typeface="微软雅黑" panose="020B0503020204020204" charset="-122"/>
                <a:sym typeface="+mn-ea"/>
              </a:rPr>
              <a:t>更自然</a:t>
            </a:r>
            <a:r>
              <a:rPr lang="en-US" altLang="zh-CN" sz="1200" dirty="0" smtClean="0">
                <a:solidFill>
                  <a:srgbClr val="202020"/>
                </a:solidFill>
                <a:latin typeface="微软雅黑" panose="020B0503020204020204" charset="-122"/>
                <a:ea typeface="微软雅黑" panose="020B0503020204020204" charset="-122"/>
                <a:cs typeface="微软雅黑" panose="020B0503020204020204" charset="-122"/>
                <a:sym typeface="+mn-ea"/>
              </a:rPr>
              <a:t>，TCL</a:t>
            </a:r>
            <a:r>
              <a:rPr lang="zh-CN" altLang="en-US" sz="1200" dirty="0" smtClean="0">
                <a:solidFill>
                  <a:srgbClr val="202020"/>
                </a:solidFill>
                <a:latin typeface="微软雅黑" panose="020B0503020204020204" charset="-122"/>
                <a:ea typeface="微软雅黑" panose="020B0503020204020204" charset="-122"/>
                <a:cs typeface="微软雅黑" panose="020B0503020204020204" charset="-122"/>
                <a:sym typeface="+mn-ea"/>
              </a:rPr>
              <a:t>偏粉紫</a:t>
            </a:r>
            <a:endParaRPr lang="zh-CN" altLang="en-US" sz="1200" dirty="0">
              <a:solidFill>
                <a:srgbClr val="202020"/>
              </a:solidFill>
              <a:latin typeface="微软雅黑" panose="020B0503020204020204" charset="-122"/>
              <a:ea typeface="微软雅黑" panose="020B0503020204020204" charset="-122"/>
              <a:cs typeface="微软雅黑" panose="020B0503020204020204" charset="-122"/>
              <a:sym typeface="+mn-ea"/>
            </a:endParaRPr>
          </a:p>
        </p:txBody>
      </p:sp>
      <p:sp>
        <p:nvSpPr>
          <p:cNvPr id="33" name="矩形 32"/>
          <p:cNvSpPr/>
          <p:nvPr>
            <p:custDataLst>
              <p:tags r:id="rId7"/>
            </p:custDataLst>
          </p:nvPr>
        </p:nvSpPr>
        <p:spPr>
          <a:xfrm flipV="1">
            <a:off x="8914130" y="2207260"/>
            <a:ext cx="2508250" cy="4061460"/>
          </a:xfrm>
          <a:prstGeom prst="rect">
            <a:avLst/>
          </a:prstGeom>
          <a:solidFill>
            <a:schemeClr val="accent1">
              <a:lumMod val="20000"/>
              <a:lumOff val="80000"/>
              <a:alpha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02020"/>
              </a:solidFill>
              <a:cs typeface="思源黑体 CN Regular" panose="020B0500000000000000" charset="-122"/>
            </a:endParaRPr>
          </a:p>
        </p:txBody>
      </p:sp>
      <p:sp>
        <p:nvSpPr>
          <p:cNvPr id="34" name="同侧圆角矩形 33"/>
          <p:cNvSpPr/>
          <p:nvPr>
            <p:custDataLst>
              <p:tags r:id="rId8"/>
            </p:custDataLst>
          </p:nvPr>
        </p:nvSpPr>
        <p:spPr>
          <a:xfrm>
            <a:off x="8904605" y="1552575"/>
            <a:ext cx="2520950" cy="650240"/>
          </a:xfrm>
          <a:prstGeom prst="round2SameRect">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02020"/>
              </a:solidFill>
              <a:cs typeface="思源黑体 CN Regular" panose="020B0500000000000000" charset="-122"/>
            </a:endParaRPr>
          </a:p>
        </p:txBody>
      </p:sp>
      <p:sp>
        <p:nvSpPr>
          <p:cNvPr id="35" name="文本框 34"/>
          <p:cNvSpPr txBox="1"/>
          <p:nvPr>
            <p:custDataLst>
              <p:tags r:id="rId9"/>
            </p:custDataLst>
          </p:nvPr>
        </p:nvSpPr>
        <p:spPr>
          <a:xfrm>
            <a:off x="9275445" y="1708150"/>
            <a:ext cx="1779270" cy="338455"/>
          </a:xfrm>
          <a:prstGeom prst="rect">
            <a:avLst/>
          </a:prstGeom>
          <a:noFill/>
        </p:spPr>
        <p:txBody>
          <a:bodyPr wrap="square" bIns="0" rtlCol="0" anchor="ctr" anchorCtr="0">
            <a:normAutofit fontScale="70000" lnSpcReduction="20000"/>
          </a:bodyPr>
          <a:lstStyle/>
          <a:p>
            <a:pPr algn="ctr"/>
            <a:r>
              <a:rPr lang="en-US" altLang="zh-CN" sz="2000" dirty="0" err="1">
                <a:solidFill>
                  <a:schemeClr val="bg1"/>
                </a:solidFill>
                <a:latin typeface="微软雅黑" panose="020B0503020204020204" charset="-122"/>
                <a:ea typeface="微软雅黑" panose="020B0503020204020204" charset="-122"/>
                <a:cs typeface="思源黑体 CN Regular" panose="020B0500000000000000" charset="-122"/>
              </a:rPr>
              <a:t>LD&amp;Boost</a:t>
            </a:r>
            <a:r>
              <a:rPr lang="zh-CN" altLang="en-US" sz="2000" dirty="0">
                <a:solidFill>
                  <a:schemeClr val="bg1"/>
                </a:solidFill>
                <a:latin typeface="微软雅黑" panose="020B0503020204020204" charset="-122"/>
                <a:ea typeface="微软雅黑" panose="020B0503020204020204" charset="-122"/>
                <a:cs typeface="思源黑体 CN Regular" panose="020B0500000000000000" charset="-122"/>
              </a:rPr>
              <a:t>主要表现</a:t>
            </a:r>
            <a:endParaRPr lang="zh-CN" altLang="en-US" sz="2000" dirty="0">
              <a:solidFill>
                <a:schemeClr val="bg1"/>
              </a:solidFill>
              <a:latin typeface="微软雅黑" panose="020B0503020204020204" charset="-122"/>
              <a:ea typeface="微软雅黑" panose="020B0503020204020204" charset="-122"/>
              <a:cs typeface="思源黑体 CN Regular" panose="020B0500000000000000" charset="-122"/>
            </a:endParaRPr>
          </a:p>
        </p:txBody>
      </p:sp>
      <p:sp>
        <p:nvSpPr>
          <p:cNvPr id="36" name="文本框 35"/>
          <p:cNvSpPr txBox="1"/>
          <p:nvPr>
            <p:custDataLst>
              <p:tags r:id="rId10"/>
            </p:custDataLst>
          </p:nvPr>
        </p:nvSpPr>
        <p:spPr>
          <a:xfrm>
            <a:off x="8957945" y="2272030"/>
            <a:ext cx="2381250" cy="3251200"/>
          </a:xfrm>
          <a:prstGeom prst="rect">
            <a:avLst/>
          </a:prstGeom>
          <a:noFill/>
        </p:spPr>
        <p:txBody>
          <a:bodyPr wrap="square" lIns="90170" tIns="46990" rIns="90170" bIns="46990" rtlCol="0" anchor="t" anchorCtr="0">
            <a:noAutofit/>
          </a:bodyPr>
          <a:lstStyle/>
          <a:p>
            <a:pPr marL="228600" indent="-228600" algn="just">
              <a:lnSpc>
                <a:spcPct val="150000"/>
              </a:lnSpc>
              <a:buFont typeface="+mj-lt"/>
              <a:buAutoNum type="arabicPeriod"/>
            </a:pPr>
            <a:r>
              <a:rPr lang="zh-CN" altLang="en-US" sz="1200" b="1" u="sng" dirty="0">
                <a:solidFill>
                  <a:srgbClr val="202020"/>
                </a:solidFill>
                <a:latin typeface="微软雅黑" panose="020B0503020204020204" charset="-122"/>
                <a:ea typeface="微软雅黑" panose="020B0503020204020204" charset="-122"/>
                <a:cs typeface="微软雅黑" panose="020B0503020204020204" charset="-122"/>
                <a:sym typeface="+mn-ea"/>
              </a:rPr>
              <a:t>光晕</a:t>
            </a:r>
            <a:r>
              <a:rPr lang="en-US" altLang="zh-CN" sz="1200" dirty="0">
                <a:solidFill>
                  <a:srgbClr val="202020"/>
                </a:solidFill>
                <a:latin typeface="微软雅黑" panose="020B0503020204020204" charset="-122"/>
                <a:ea typeface="微软雅黑" panose="020B0503020204020204" charset="-122"/>
                <a:cs typeface="微软雅黑" panose="020B0503020204020204" charset="-122"/>
                <a:sym typeface="+mn-ea"/>
              </a:rPr>
              <a:t>: </a:t>
            </a:r>
            <a:r>
              <a:rPr lang="en-US" altLang="zh-CN" sz="1200" dirty="0" smtClean="0">
                <a:solidFill>
                  <a:srgbClr val="202020"/>
                </a:solidFill>
                <a:latin typeface="微软雅黑" panose="020B0503020204020204" charset="-122"/>
                <a:ea typeface="微软雅黑" panose="020B0503020204020204" charset="-122"/>
                <a:cs typeface="微软雅黑" panose="020B0503020204020204" charset="-122"/>
                <a:sym typeface="+mn-ea"/>
              </a:rPr>
              <a:t>TCL</a:t>
            </a:r>
            <a:r>
              <a:rPr lang="zh-CN" altLang="en-US" sz="1200" dirty="0" smtClean="0">
                <a:solidFill>
                  <a:srgbClr val="202020"/>
                </a:solidFill>
                <a:latin typeface="微软雅黑" panose="020B0503020204020204" charset="-122"/>
                <a:ea typeface="微软雅黑" panose="020B0503020204020204" charset="-122"/>
                <a:cs typeface="微软雅黑" panose="020B0503020204020204" charset="-122"/>
                <a:sym typeface="+mn-ea"/>
              </a:rPr>
              <a:t>主观</a:t>
            </a:r>
            <a:r>
              <a:rPr lang="zh-CN" altLang="en-US" sz="1200" dirty="0">
                <a:solidFill>
                  <a:srgbClr val="202020"/>
                </a:solidFill>
                <a:latin typeface="微软雅黑" panose="020B0503020204020204" charset="-122"/>
                <a:ea typeface="微软雅黑" panose="020B0503020204020204" charset="-122"/>
                <a:cs typeface="微软雅黑" panose="020B0503020204020204" charset="-122"/>
                <a:sym typeface="+mn-ea"/>
              </a:rPr>
              <a:t>上</a:t>
            </a:r>
            <a:r>
              <a:rPr lang="en-US" altLang="zh-CN" sz="1200" dirty="0" err="1">
                <a:solidFill>
                  <a:srgbClr val="202020"/>
                </a:solidFill>
                <a:latin typeface="微软雅黑" panose="020B0503020204020204" charset="-122"/>
                <a:ea typeface="微软雅黑" panose="020B0503020204020204" charset="-122"/>
                <a:cs typeface="微软雅黑" panose="020B0503020204020204" charset="-122"/>
                <a:sym typeface="+mn-ea"/>
              </a:rPr>
              <a:t>光晕</a:t>
            </a:r>
            <a:r>
              <a:rPr lang="zh-CN" altLang="en-US" sz="1200" dirty="0">
                <a:solidFill>
                  <a:srgbClr val="202020"/>
                </a:solidFill>
                <a:latin typeface="微软雅黑" panose="020B0503020204020204" charset="-122"/>
                <a:ea typeface="微软雅黑" panose="020B0503020204020204" charset="-122"/>
                <a:cs typeface="微软雅黑" panose="020B0503020204020204" charset="-122"/>
                <a:sym typeface="+mn-ea"/>
              </a:rPr>
              <a:t>略微小</a:t>
            </a:r>
            <a:r>
              <a:rPr lang="zh-CN" altLang="en-US" sz="1200" dirty="0">
                <a:solidFill>
                  <a:srgbClr val="202020"/>
                </a:solidFill>
                <a:latin typeface="微软雅黑" panose="020B0503020204020204" charset="-122"/>
                <a:ea typeface="微软雅黑" panose="020B0503020204020204" charset="-122"/>
                <a:cs typeface="微软雅黑" panose="020B0503020204020204" charset="-122"/>
                <a:sym typeface="+mn-ea"/>
              </a:rPr>
              <a:t>。</a:t>
            </a:r>
            <a:endParaRPr lang="zh-CN" altLang="en-US" sz="1200" dirty="0" smtClean="0">
              <a:solidFill>
                <a:srgbClr val="202020"/>
              </a:solidFill>
              <a:latin typeface="微软雅黑" panose="020B0503020204020204" charset="-122"/>
              <a:ea typeface="微软雅黑" panose="020B0503020204020204" charset="-122"/>
              <a:cs typeface="微软雅黑" panose="020B0503020204020204" charset="-122"/>
              <a:sym typeface="+mn-ea"/>
            </a:endParaRPr>
          </a:p>
          <a:p>
            <a:pPr marL="228600" indent="-228600" algn="just">
              <a:lnSpc>
                <a:spcPct val="150000"/>
              </a:lnSpc>
              <a:buFont typeface="+mj-lt"/>
              <a:buAutoNum type="arabicPeriod"/>
            </a:pPr>
            <a:r>
              <a:rPr lang="zh-CN" altLang="en-US" sz="1200" b="1" u="sng" dirty="0">
                <a:solidFill>
                  <a:srgbClr val="202020"/>
                </a:solidFill>
                <a:latin typeface="微软雅黑" panose="020B0503020204020204" charset="-122"/>
                <a:ea typeface="微软雅黑" panose="020B0503020204020204" charset="-122"/>
                <a:cs typeface="微软雅黑" panose="020B0503020204020204" charset="-122"/>
                <a:sym typeface="+mn-ea"/>
              </a:rPr>
              <a:t>数据补偿</a:t>
            </a:r>
            <a:r>
              <a:rPr lang="en-US" altLang="zh-CN" sz="1200" dirty="0">
                <a:solidFill>
                  <a:srgbClr val="202020"/>
                </a:solidFill>
                <a:latin typeface="微软雅黑" panose="020B0503020204020204" charset="-122"/>
                <a:ea typeface="微软雅黑" panose="020B0503020204020204" charset="-122"/>
                <a:cs typeface="微软雅黑" panose="020B0503020204020204" charset="-122"/>
                <a:sym typeface="+mn-ea"/>
              </a:rPr>
              <a:t>: </a:t>
            </a:r>
            <a:r>
              <a:rPr lang="en-US" altLang="zh-CN" sz="1200" dirty="0" smtClean="0">
                <a:solidFill>
                  <a:srgbClr val="202020"/>
                </a:solidFill>
                <a:latin typeface="微软雅黑" panose="020B0503020204020204" charset="-122"/>
                <a:ea typeface="微软雅黑" panose="020B0503020204020204" charset="-122"/>
                <a:cs typeface="微软雅黑" panose="020B0503020204020204" charset="-122"/>
                <a:sym typeface="+mn-ea"/>
              </a:rPr>
              <a:t>TCL</a:t>
            </a:r>
            <a:r>
              <a:rPr lang="zh-CN" altLang="en-US" sz="1200" dirty="0" smtClean="0">
                <a:solidFill>
                  <a:srgbClr val="202020"/>
                </a:solidFill>
                <a:latin typeface="微软雅黑" panose="020B0503020204020204" charset="-122"/>
                <a:ea typeface="微软雅黑" panose="020B0503020204020204" charset="-122"/>
                <a:cs typeface="微软雅黑" panose="020B0503020204020204" charset="-122"/>
                <a:sym typeface="+mn-ea"/>
              </a:rPr>
              <a:t>有过补偿的佛光现象</a:t>
            </a:r>
            <a:r>
              <a:rPr lang="zh-CN" altLang="en-US" sz="1200" dirty="0">
                <a:solidFill>
                  <a:srgbClr val="202020"/>
                </a:solidFill>
                <a:latin typeface="微软雅黑" panose="020B0503020204020204" charset="-122"/>
                <a:ea typeface="微软雅黑" panose="020B0503020204020204" charset="-122"/>
                <a:cs typeface="微软雅黑" panose="020B0503020204020204" charset="-122"/>
                <a:sym typeface="+mn-ea"/>
              </a:rPr>
              <a:t>。</a:t>
            </a:r>
            <a:endParaRPr lang="en-US" altLang="zh-CN" sz="1200" dirty="0" smtClean="0">
              <a:solidFill>
                <a:srgbClr val="202020"/>
              </a:solidFill>
              <a:latin typeface="微软雅黑" panose="020B0503020204020204" charset="-122"/>
              <a:ea typeface="微软雅黑" panose="020B0503020204020204" charset="-122"/>
              <a:cs typeface="微软雅黑" panose="020B0503020204020204" charset="-122"/>
              <a:sym typeface="+mn-ea"/>
            </a:endParaRPr>
          </a:p>
          <a:p>
            <a:pPr marL="228600" indent="-228600" algn="just">
              <a:lnSpc>
                <a:spcPct val="150000"/>
              </a:lnSpc>
              <a:buFont typeface="+mj-lt"/>
              <a:buAutoNum type="arabicPeriod"/>
            </a:pPr>
            <a:r>
              <a:rPr lang="zh-CN" altLang="en-US" sz="1200" b="1" u="sng" dirty="0" smtClean="0">
                <a:solidFill>
                  <a:srgbClr val="202020"/>
                </a:solidFill>
                <a:latin typeface="微软雅黑" panose="020B0503020204020204" charset="-122"/>
                <a:ea typeface="微软雅黑" panose="020B0503020204020204" charset="-122"/>
                <a:cs typeface="微软雅黑" panose="020B0503020204020204" charset="-122"/>
                <a:sym typeface="+mn-ea"/>
              </a:rPr>
              <a:t>异常</a:t>
            </a:r>
            <a:r>
              <a:rPr lang="zh-CN" altLang="en-US" sz="1200" b="1" u="sng" dirty="0">
                <a:solidFill>
                  <a:srgbClr val="202020"/>
                </a:solidFill>
                <a:latin typeface="微软雅黑" panose="020B0503020204020204" charset="-122"/>
                <a:ea typeface="微软雅黑" panose="020B0503020204020204" charset="-122"/>
                <a:cs typeface="微软雅黑" panose="020B0503020204020204" charset="-122"/>
                <a:sym typeface="+mn-ea"/>
              </a:rPr>
              <a:t>表现</a:t>
            </a:r>
            <a:r>
              <a:rPr lang="en-US" altLang="zh-CN" sz="1200" dirty="0">
                <a:solidFill>
                  <a:srgbClr val="202020"/>
                </a:solidFill>
                <a:latin typeface="微软雅黑" panose="020B0503020204020204" charset="-122"/>
                <a:ea typeface="微软雅黑" panose="020B0503020204020204" charset="-122"/>
                <a:cs typeface="微软雅黑" panose="020B0503020204020204" charset="-122"/>
                <a:sym typeface="+mn-ea"/>
              </a:rPr>
              <a:t>: </a:t>
            </a:r>
            <a:r>
              <a:rPr lang="zh-CN" altLang="en-US" sz="1200" dirty="0">
                <a:solidFill>
                  <a:srgbClr val="202020"/>
                </a:solidFill>
                <a:latin typeface="微软雅黑" panose="020B0503020204020204" charset="-122"/>
                <a:ea typeface="微软雅黑" panose="020B0503020204020204" charset="-122"/>
                <a:cs typeface="微软雅黑" panose="020B0503020204020204" charset="-122"/>
                <a:sym typeface="+mn-ea"/>
              </a:rPr>
              <a:t>场景切换两者都无异常</a:t>
            </a:r>
            <a:r>
              <a:rPr lang="zh-CN" altLang="en-US" sz="1200" dirty="0">
                <a:solidFill>
                  <a:srgbClr val="202020"/>
                </a:solidFill>
                <a:latin typeface="微软雅黑" panose="020B0503020204020204" charset="-122"/>
                <a:ea typeface="微软雅黑" panose="020B0503020204020204" charset="-122"/>
                <a:cs typeface="微软雅黑" panose="020B0503020204020204" charset="-122"/>
                <a:sym typeface="+mn-ea"/>
              </a:rPr>
              <a:t>。</a:t>
            </a:r>
            <a:endParaRPr lang="zh-CN" altLang="en-US" sz="1200" dirty="0">
              <a:solidFill>
                <a:srgbClr val="202020"/>
              </a:solidFill>
              <a:latin typeface="微软雅黑" panose="020B0503020204020204" charset="-122"/>
              <a:ea typeface="微软雅黑" panose="020B0503020204020204" charset="-122"/>
              <a:cs typeface="微软雅黑" panose="020B0503020204020204" charset="-122"/>
              <a:sym typeface="+mn-ea"/>
            </a:endParaRPr>
          </a:p>
        </p:txBody>
      </p:sp>
      <p:sp>
        <p:nvSpPr>
          <p:cNvPr id="40" name="矩形 39"/>
          <p:cNvSpPr/>
          <p:nvPr>
            <p:custDataLst>
              <p:tags r:id="rId11"/>
            </p:custDataLst>
          </p:nvPr>
        </p:nvSpPr>
        <p:spPr>
          <a:xfrm flipV="1">
            <a:off x="3510280" y="2207260"/>
            <a:ext cx="2508250" cy="4049395"/>
          </a:xfrm>
          <a:prstGeom prst="rect">
            <a:avLst/>
          </a:prstGeom>
          <a:solidFill>
            <a:schemeClr val="accent1">
              <a:lumMod val="20000"/>
              <a:lumOff val="80000"/>
              <a:alpha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02020"/>
              </a:solidFill>
              <a:cs typeface="思源黑体 CN Regular" panose="020B0500000000000000" charset="-122"/>
            </a:endParaRPr>
          </a:p>
        </p:txBody>
      </p:sp>
      <p:sp>
        <p:nvSpPr>
          <p:cNvPr id="41" name="同侧圆角矩形 40"/>
          <p:cNvSpPr/>
          <p:nvPr>
            <p:custDataLst>
              <p:tags r:id="rId12"/>
            </p:custDataLst>
          </p:nvPr>
        </p:nvSpPr>
        <p:spPr>
          <a:xfrm>
            <a:off x="3500755" y="1552575"/>
            <a:ext cx="2520950" cy="650240"/>
          </a:xfrm>
          <a:prstGeom prst="round2SameRect">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02020"/>
              </a:solidFill>
              <a:cs typeface="思源黑体 CN Regular" panose="020B0500000000000000" charset="-122"/>
            </a:endParaRPr>
          </a:p>
        </p:txBody>
      </p:sp>
      <p:sp>
        <p:nvSpPr>
          <p:cNvPr id="42" name="文本框 41"/>
          <p:cNvSpPr txBox="1"/>
          <p:nvPr>
            <p:custDataLst>
              <p:tags r:id="rId13"/>
            </p:custDataLst>
          </p:nvPr>
        </p:nvSpPr>
        <p:spPr>
          <a:xfrm>
            <a:off x="3776980" y="1708150"/>
            <a:ext cx="1969135" cy="338455"/>
          </a:xfrm>
          <a:prstGeom prst="rect">
            <a:avLst/>
          </a:prstGeom>
          <a:noFill/>
        </p:spPr>
        <p:txBody>
          <a:bodyPr wrap="square" bIns="0" rtlCol="0" anchor="ctr" anchorCtr="0">
            <a:normAutofit fontScale="90000"/>
          </a:bodyPr>
          <a:lstStyle/>
          <a:p>
            <a:pPr algn="ctr"/>
            <a:r>
              <a:rPr lang="en-US" altLang="zh-CN" sz="2000" dirty="0">
                <a:solidFill>
                  <a:schemeClr val="bg1"/>
                </a:solidFill>
                <a:latin typeface="微软雅黑" panose="020B0503020204020204" charset="-122"/>
                <a:ea typeface="微软雅黑" panose="020B0503020204020204" charset="-122"/>
                <a:cs typeface="思源黑体 CN Regular" panose="020B0500000000000000" charset="-122"/>
              </a:rPr>
              <a:t>MEMC</a:t>
            </a:r>
            <a:r>
              <a:rPr lang="zh-CN" altLang="en-US" sz="2000" dirty="0">
                <a:solidFill>
                  <a:schemeClr val="bg1"/>
                </a:solidFill>
                <a:latin typeface="微软雅黑" panose="020B0503020204020204" charset="-122"/>
                <a:ea typeface="微软雅黑" panose="020B0503020204020204" charset="-122"/>
                <a:cs typeface="思源黑体 CN Regular" panose="020B0500000000000000" charset="-122"/>
              </a:rPr>
              <a:t>主要表现</a:t>
            </a:r>
            <a:endParaRPr lang="zh-CN" altLang="en-US" sz="2000" dirty="0">
              <a:solidFill>
                <a:schemeClr val="bg1"/>
              </a:solidFill>
              <a:latin typeface="微软雅黑" panose="020B0503020204020204" charset="-122"/>
              <a:ea typeface="微软雅黑" panose="020B0503020204020204" charset="-122"/>
              <a:cs typeface="思源黑体 CN Regular" panose="020B0500000000000000" charset="-122"/>
            </a:endParaRPr>
          </a:p>
        </p:txBody>
      </p:sp>
      <p:sp>
        <p:nvSpPr>
          <p:cNvPr id="43" name="文本框 42"/>
          <p:cNvSpPr txBox="1"/>
          <p:nvPr>
            <p:custDataLst>
              <p:tags r:id="rId14"/>
            </p:custDataLst>
          </p:nvPr>
        </p:nvSpPr>
        <p:spPr>
          <a:xfrm>
            <a:off x="3544570" y="2272030"/>
            <a:ext cx="2393315" cy="3251200"/>
          </a:xfrm>
          <a:prstGeom prst="rect">
            <a:avLst/>
          </a:prstGeom>
          <a:noFill/>
        </p:spPr>
        <p:txBody>
          <a:bodyPr wrap="square" lIns="90170" tIns="46990" rIns="90170" bIns="46990" rtlCol="0" anchor="t" anchorCtr="0">
            <a:noAutofit/>
          </a:bodyPr>
          <a:lstStyle/>
          <a:p>
            <a:pPr marL="228600" indent="-228600" algn="just">
              <a:lnSpc>
                <a:spcPct val="150000"/>
              </a:lnSpc>
              <a:buFont typeface="+mj-lt"/>
              <a:buAutoNum type="arabicPeriod"/>
            </a:pPr>
            <a:r>
              <a:rPr lang="en-US" altLang="zh-CN" sz="1200" b="1" u="sng" dirty="0">
                <a:solidFill>
                  <a:srgbClr val="202020"/>
                </a:solidFill>
                <a:latin typeface="微软雅黑" panose="020B0503020204020204" charset="-122"/>
                <a:ea typeface="微软雅黑" panose="020B0503020204020204" charset="-122"/>
                <a:sym typeface="+mn-ea"/>
              </a:rPr>
              <a:t>De-halo</a:t>
            </a:r>
            <a:r>
              <a:rPr lang="en-US" altLang="zh-CN" sz="1200" dirty="0">
                <a:solidFill>
                  <a:srgbClr val="202020"/>
                </a:solidFill>
                <a:latin typeface="微软雅黑" panose="020B0503020204020204" charset="-122"/>
                <a:ea typeface="微软雅黑" panose="020B0503020204020204" charset="-122"/>
                <a:cs typeface="微软雅黑" panose="020B0503020204020204" charset="-122"/>
                <a:sym typeface="+mn-ea"/>
              </a:rPr>
              <a:t>: </a:t>
            </a:r>
            <a:r>
              <a:rPr lang="zh-CN" altLang="en-US" sz="1200" dirty="0" smtClean="0">
                <a:solidFill>
                  <a:srgbClr val="202020"/>
                </a:solidFill>
                <a:latin typeface="微软雅黑" panose="020B0503020204020204" charset="-122"/>
                <a:ea typeface="微软雅黑" panose="020B0503020204020204" charset="-122"/>
                <a:cs typeface="微软雅黑" panose="020B0503020204020204" charset="-122"/>
                <a:sym typeface="+mn-ea"/>
              </a:rPr>
              <a:t>相当</a:t>
            </a:r>
            <a:endParaRPr lang="en-US" altLang="zh-CN" sz="1200" dirty="0" smtClean="0">
              <a:solidFill>
                <a:srgbClr val="202020"/>
              </a:solidFill>
              <a:latin typeface="微软雅黑" panose="020B0503020204020204" charset="-122"/>
              <a:ea typeface="微软雅黑" panose="020B0503020204020204" charset="-122"/>
              <a:cs typeface="微软雅黑" panose="020B0503020204020204" charset="-122"/>
              <a:sym typeface="+mn-ea"/>
            </a:endParaRPr>
          </a:p>
          <a:p>
            <a:pPr marL="228600" indent="-228600" algn="just">
              <a:lnSpc>
                <a:spcPct val="150000"/>
              </a:lnSpc>
              <a:buFont typeface="+mj-lt"/>
              <a:buAutoNum type="arabicPeriod"/>
            </a:pPr>
            <a:r>
              <a:rPr lang="zh-CN" altLang="en-US" sz="1200" b="1" u="sng" dirty="0" smtClean="0">
                <a:solidFill>
                  <a:srgbClr val="202020"/>
                </a:solidFill>
                <a:latin typeface="微软雅黑" panose="020B0503020204020204" charset="-122"/>
                <a:ea typeface="微软雅黑" panose="020B0503020204020204" charset="-122"/>
                <a:sym typeface="+mn-ea"/>
              </a:rPr>
              <a:t>运动</a:t>
            </a:r>
            <a:r>
              <a:rPr lang="zh-CN" altLang="en-US" sz="1200" b="1" u="sng" dirty="0">
                <a:solidFill>
                  <a:srgbClr val="202020"/>
                </a:solidFill>
                <a:latin typeface="微软雅黑" panose="020B0503020204020204" charset="-122"/>
                <a:ea typeface="微软雅黑" panose="020B0503020204020204" charset="-122"/>
                <a:sym typeface="+mn-ea"/>
              </a:rPr>
              <a:t>流畅度</a:t>
            </a:r>
            <a:r>
              <a:rPr lang="en-US" altLang="zh-CN" sz="1200" dirty="0">
                <a:solidFill>
                  <a:srgbClr val="202020"/>
                </a:solidFill>
                <a:latin typeface="微软雅黑" panose="020B0503020204020204" charset="-122"/>
                <a:ea typeface="微软雅黑" panose="020B0503020204020204" charset="-122"/>
                <a:cs typeface="微软雅黑" panose="020B0503020204020204" charset="-122"/>
                <a:sym typeface="+mn-ea"/>
              </a:rPr>
              <a:t>: </a:t>
            </a:r>
            <a:r>
              <a:rPr lang="en-US" altLang="zh-CN" sz="1200" dirty="0" smtClean="0">
                <a:solidFill>
                  <a:srgbClr val="202020"/>
                </a:solidFill>
                <a:latin typeface="微软雅黑" panose="020B0503020204020204" charset="-122"/>
                <a:ea typeface="微软雅黑" panose="020B0503020204020204" charset="-122"/>
                <a:cs typeface="微软雅黑" panose="020B0503020204020204" charset="-122"/>
                <a:sym typeface="+mn-ea"/>
              </a:rPr>
              <a:t>TCL</a:t>
            </a:r>
            <a:r>
              <a:rPr lang="zh-CN" altLang="en-US" sz="1200" dirty="0" smtClean="0">
                <a:solidFill>
                  <a:srgbClr val="202020"/>
                </a:solidFill>
                <a:latin typeface="微软雅黑" panose="020B0503020204020204" charset="-122"/>
                <a:ea typeface="微软雅黑" panose="020B0503020204020204" charset="-122"/>
                <a:cs typeface="微软雅黑" panose="020B0503020204020204" charset="-122"/>
                <a:sym typeface="+mn-ea"/>
              </a:rPr>
              <a:t>抖动更多</a:t>
            </a:r>
            <a:endParaRPr sz="1200" dirty="0">
              <a:solidFill>
                <a:srgbClr val="202020"/>
              </a:solidFill>
              <a:latin typeface="微软雅黑" panose="020B0503020204020204" charset="-122"/>
              <a:ea typeface="微软雅黑" panose="020B0503020204020204" charset="-122"/>
              <a:cs typeface="微软雅黑" panose="020B0503020204020204" charset="-122"/>
              <a:sym typeface="+mn-ea"/>
            </a:endParaRPr>
          </a:p>
          <a:p>
            <a:pPr marL="228600" indent="-228600" algn="just">
              <a:lnSpc>
                <a:spcPct val="150000"/>
              </a:lnSpc>
              <a:buFont typeface="+mj-lt"/>
              <a:buAutoNum type="arabicPeriod"/>
            </a:pPr>
            <a:r>
              <a:rPr lang="zh-CN" altLang="en-US" sz="1200" b="1" u="sng" dirty="0">
                <a:solidFill>
                  <a:srgbClr val="202020"/>
                </a:solidFill>
                <a:latin typeface="微软雅黑" panose="020B0503020204020204" charset="-122"/>
                <a:ea typeface="微软雅黑" panose="020B0503020204020204" charset="-122"/>
                <a:cs typeface="微软雅黑" panose="020B0503020204020204" charset="-122"/>
                <a:sym typeface="+mn-ea"/>
              </a:rPr>
              <a:t>小物体保护</a:t>
            </a:r>
            <a:r>
              <a:rPr lang="en-US" altLang="zh-CN" sz="1200" dirty="0">
                <a:solidFill>
                  <a:srgbClr val="202020"/>
                </a:solidFill>
                <a:latin typeface="微软雅黑" panose="020B0503020204020204" charset="-122"/>
                <a:ea typeface="微软雅黑" panose="020B0503020204020204" charset="-122"/>
                <a:cs typeface="微软雅黑" panose="020B0503020204020204" charset="-122"/>
                <a:sym typeface="+mn-ea"/>
              </a:rPr>
              <a:t>: </a:t>
            </a:r>
            <a:r>
              <a:rPr lang="zh-CN" altLang="en-US" sz="1200" dirty="0">
                <a:solidFill>
                  <a:srgbClr val="202020"/>
                </a:solidFill>
                <a:latin typeface="微软雅黑" panose="020B0503020204020204" charset="-122"/>
                <a:ea typeface="微软雅黑" panose="020B0503020204020204" charset="-122"/>
                <a:cs typeface="微软雅黑" panose="020B0503020204020204" charset="-122"/>
                <a:sym typeface="+mn-ea"/>
              </a:rPr>
              <a:t>相当</a:t>
            </a:r>
            <a:endParaRPr lang="en-US" altLang="zh-CN" sz="1200" dirty="0">
              <a:solidFill>
                <a:srgbClr val="202020"/>
              </a:solidFill>
              <a:latin typeface="微软雅黑" panose="020B0503020204020204" charset="-122"/>
              <a:ea typeface="微软雅黑" panose="020B0503020204020204" charset="-122"/>
              <a:cs typeface="微软雅黑" panose="020B0503020204020204" charset="-122"/>
              <a:sym typeface="+mn-ea"/>
            </a:endParaRPr>
          </a:p>
          <a:p>
            <a:pPr marL="228600" indent="-228600" algn="just">
              <a:lnSpc>
                <a:spcPct val="150000"/>
              </a:lnSpc>
              <a:buFont typeface="+mj-lt"/>
              <a:buAutoNum type="arabicPeriod"/>
            </a:pPr>
            <a:r>
              <a:rPr lang="zh-CN" altLang="en-US" sz="1200" b="1" u="sng" dirty="0">
                <a:solidFill>
                  <a:srgbClr val="202020"/>
                </a:solidFill>
                <a:latin typeface="微软雅黑" panose="020B0503020204020204" charset="-122"/>
                <a:ea typeface="微软雅黑" panose="020B0503020204020204" charset="-122"/>
                <a:cs typeface="微软雅黑" panose="020B0503020204020204" charset="-122"/>
                <a:sym typeface="+mn-ea"/>
              </a:rPr>
              <a:t>字幕保护</a:t>
            </a:r>
            <a:r>
              <a:rPr lang="en-US" altLang="zh-CN" sz="1200" dirty="0">
                <a:solidFill>
                  <a:srgbClr val="202020"/>
                </a:solidFill>
                <a:latin typeface="微软雅黑" panose="020B0503020204020204" charset="-122"/>
                <a:ea typeface="微软雅黑" panose="020B0503020204020204" charset="-122"/>
                <a:cs typeface="微软雅黑" panose="020B0503020204020204" charset="-122"/>
                <a:sym typeface="+mn-ea"/>
              </a:rPr>
              <a:t>: </a:t>
            </a:r>
            <a:r>
              <a:rPr lang="zh-CN" altLang="en-US" sz="1200" dirty="0" smtClean="0">
                <a:solidFill>
                  <a:srgbClr val="202020"/>
                </a:solidFill>
                <a:latin typeface="微软雅黑" panose="020B0503020204020204" charset="-122"/>
                <a:ea typeface="微软雅黑" panose="020B0503020204020204" charset="-122"/>
                <a:cs typeface="微软雅黑" panose="020B0503020204020204" charset="-122"/>
                <a:sym typeface="+mn-ea"/>
              </a:rPr>
              <a:t>相当</a:t>
            </a:r>
            <a:endParaRPr lang="en-US" altLang="zh-CN" sz="1200" dirty="0" smtClean="0">
              <a:solidFill>
                <a:srgbClr val="202020"/>
              </a:solidFill>
              <a:latin typeface="微软雅黑" panose="020B0503020204020204" charset="-122"/>
              <a:ea typeface="微软雅黑" panose="020B0503020204020204" charset="-122"/>
              <a:cs typeface="微软雅黑" panose="020B0503020204020204" charset="-122"/>
              <a:sym typeface="+mn-ea"/>
            </a:endParaRPr>
          </a:p>
          <a:p>
            <a:pPr marL="228600" indent="-228600" algn="just">
              <a:lnSpc>
                <a:spcPct val="150000"/>
              </a:lnSpc>
              <a:buFont typeface="+mj-lt"/>
              <a:buAutoNum type="arabicPeriod"/>
            </a:pPr>
            <a:r>
              <a:rPr lang="zh-CN" altLang="en-US" sz="1200" b="1" u="sng" dirty="0" smtClean="0">
                <a:solidFill>
                  <a:srgbClr val="202020"/>
                </a:solidFill>
                <a:latin typeface="微软雅黑" panose="020B0503020204020204" charset="-122"/>
                <a:ea typeface="微软雅黑" panose="020B0503020204020204" charset="-122"/>
                <a:cs typeface="微软雅黑" panose="020B0503020204020204" charset="-122"/>
                <a:sym typeface="+mn-ea"/>
              </a:rPr>
              <a:t>破碎</a:t>
            </a:r>
            <a:r>
              <a:rPr lang="en-US" altLang="zh-CN" sz="1200" dirty="0">
                <a:solidFill>
                  <a:srgbClr val="202020"/>
                </a:solidFill>
                <a:latin typeface="微软雅黑" panose="020B0503020204020204" charset="-122"/>
                <a:ea typeface="微软雅黑" panose="020B0503020204020204" charset="-122"/>
                <a:cs typeface="微软雅黑" panose="020B0503020204020204" charset="-122"/>
                <a:sym typeface="+mn-ea"/>
              </a:rPr>
              <a:t>: </a:t>
            </a:r>
            <a:r>
              <a:rPr lang="zh-CN" altLang="en-US" sz="1200" dirty="0" smtClean="0">
                <a:solidFill>
                  <a:srgbClr val="202020"/>
                </a:solidFill>
                <a:latin typeface="微软雅黑" panose="020B0503020204020204" charset="-122"/>
                <a:ea typeface="微软雅黑" panose="020B0503020204020204" charset="-122"/>
                <a:cs typeface="微软雅黑" panose="020B0503020204020204" charset="-122"/>
                <a:sym typeface="+mn-ea"/>
              </a:rPr>
              <a:t>相当</a:t>
            </a:r>
            <a:endParaRPr lang="en-US" altLang="zh-CN" sz="1200" dirty="0" smtClean="0">
              <a:solidFill>
                <a:srgbClr val="202020"/>
              </a:solidFill>
              <a:latin typeface="微软雅黑" panose="020B0503020204020204" charset="-122"/>
              <a:ea typeface="微软雅黑" panose="020B0503020204020204" charset="-122"/>
              <a:cs typeface="微软雅黑" panose="020B0503020204020204" charset="-122"/>
              <a:sym typeface="+mn-ea"/>
            </a:endParaRPr>
          </a:p>
          <a:p>
            <a:pPr marL="228600" indent="-228600" algn="just">
              <a:lnSpc>
                <a:spcPct val="150000"/>
              </a:lnSpc>
              <a:buFont typeface="+mj-lt"/>
              <a:buAutoNum type="arabicPeriod"/>
            </a:pPr>
            <a:r>
              <a:rPr lang="en-US" altLang="zh-CN" sz="1200" b="1" u="sng" dirty="0" smtClean="0">
                <a:solidFill>
                  <a:srgbClr val="202020"/>
                </a:solidFill>
                <a:latin typeface="微软雅黑" panose="020B0503020204020204" charset="-122"/>
                <a:ea typeface="微软雅黑" panose="020B0503020204020204" charset="-122"/>
                <a:sym typeface="+mn-ea"/>
              </a:rPr>
              <a:t>letter-box</a:t>
            </a:r>
            <a:r>
              <a:rPr lang="en-US" altLang="zh-CN" sz="1200" dirty="0">
                <a:solidFill>
                  <a:srgbClr val="202020"/>
                </a:solidFill>
                <a:latin typeface="微软雅黑" panose="020B0503020204020204" charset="-122"/>
                <a:ea typeface="微软雅黑" panose="020B0503020204020204" charset="-122"/>
                <a:cs typeface="微软雅黑" panose="020B0503020204020204" charset="-122"/>
                <a:sym typeface="+mn-ea"/>
              </a:rPr>
              <a:t>: </a:t>
            </a:r>
            <a:r>
              <a:rPr lang="en-US" altLang="zh-CN" sz="1200" dirty="0" err="1">
                <a:solidFill>
                  <a:srgbClr val="202020"/>
                </a:solidFill>
                <a:latin typeface="微软雅黑" panose="020B0503020204020204" charset="-122"/>
                <a:ea typeface="微软雅黑" panose="020B0503020204020204" charset="-122"/>
                <a:cs typeface="微软雅黑" panose="020B0503020204020204" charset="-122"/>
                <a:sym typeface="+mn-ea"/>
              </a:rPr>
              <a:t>相当，均无明显异常</a:t>
            </a:r>
            <a:endParaRPr lang="en-US" altLang="zh-CN" sz="1200" dirty="0">
              <a:solidFill>
                <a:srgbClr val="202020"/>
              </a:solidFill>
              <a:latin typeface="微软雅黑" panose="020B0503020204020204" charset="-122"/>
              <a:ea typeface="微软雅黑" panose="020B0503020204020204" charset="-122"/>
              <a:cs typeface="微软雅黑" panose="020B0503020204020204" charset="-122"/>
              <a:sym typeface="+mn-ea"/>
            </a:endParaRPr>
          </a:p>
          <a:p>
            <a:pPr marL="228600" indent="-228600" algn="just">
              <a:lnSpc>
                <a:spcPct val="150000"/>
              </a:lnSpc>
              <a:buFont typeface="+mj-lt"/>
              <a:buAutoNum type="arabicPeriod"/>
            </a:pPr>
            <a:r>
              <a:rPr lang="zh-CN" altLang="en-US" sz="1200" b="1" u="sng" dirty="0">
                <a:solidFill>
                  <a:srgbClr val="202020"/>
                </a:solidFill>
                <a:latin typeface="微软雅黑" panose="020B0503020204020204" charset="-122"/>
                <a:ea typeface="微软雅黑" panose="020B0503020204020204" charset="-122"/>
                <a:cs typeface="微软雅黑" panose="020B0503020204020204" charset="-122"/>
                <a:sym typeface="+mn-ea"/>
              </a:rPr>
              <a:t>场景切换</a:t>
            </a:r>
            <a:r>
              <a:rPr lang="en-US" altLang="zh-CN" sz="1200" dirty="0">
                <a:solidFill>
                  <a:srgbClr val="202020"/>
                </a:solidFill>
                <a:latin typeface="微软雅黑" panose="020B0503020204020204" charset="-122"/>
                <a:ea typeface="微软雅黑" panose="020B0503020204020204" charset="-122"/>
                <a:cs typeface="微软雅黑" panose="020B0503020204020204" charset="-122"/>
                <a:sym typeface="+mn-ea"/>
              </a:rPr>
              <a:t>: </a:t>
            </a:r>
            <a:r>
              <a:rPr lang="zh-CN" altLang="en-US" sz="1200" dirty="0">
                <a:solidFill>
                  <a:srgbClr val="202020"/>
                </a:solidFill>
                <a:latin typeface="微软雅黑" panose="020B0503020204020204" charset="-122"/>
                <a:ea typeface="微软雅黑" panose="020B0503020204020204" charset="-122"/>
                <a:cs typeface="微软雅黑" panose="020B0503020204020204" charset="-122"/>
                <a:sym typeface="+mn-ea"/>
              </a:rPr>
              <a:t>相当</a:t>
            </a:r>
            <a:endParaRPr lang="zh-CN" altLang="en-US" sz="1200" dirty="0">
              <a:solidFill>
                <a:srgbClr val="202020"/>
              </a:solidFill>
              <a:latin typeface="微软雅黑" panose="020B0503020204020204" charset="-122"/>
              <a:ea typeface="微软雅黑" panose="020B0503020204020204" charset="-122"/>
              <a:cs typeface="微软雅黑" panose="020B0503020204020204" charset="-122"/>
              <a:sym typeface="+mn-ea"/>
            </a:endParaRPr>
          </a:p>
        </p:txBody>
      </p:sp>
      <p:sp>
        <p:nvSpPr>
          <p:cNvPr id="47" name="矩形 46"/>
          <p:cNvSpPr/>
          <p:nvPr>
            <p:custDataLst>
              <p:tags r:id="rId15"/>
            </p:custDataLst>
          </p:nvPr>
        </p:nvSpPr>
        <p:spPr>
          <a:xfrm flipV="1">
            <a:off x="6212205" y="2207260"/>
            <a:ext cx="2508250" cy="4061460"/>
          </a:xfrm>
          <a:prstGeom prst="rect">
            <a:avLst/>
          </a:prstGeom>
          <a:solidFill>
            <a:schemeClr val="accent1">
              <a:lumMod val="20000"/>
              <a:lumOff val="80000"/>
              <a:alpha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02020"/>
              </a:solidFill>
              <a:cs typeface="思源黑体 CN Regular" panose="020B0500000000000000" charset="-122"/>
            </a:endParaRPr>
          </a:p>
        </p:txBody>
      </p:sp>
      <p:sp>
        <p:nvSpPr>
          <p:cNvPr id="48" name="同侧圆角矩形 47"/>
          <p:cNvSpPr/>
          <p:nvPr>
            <p:custDataLst>
              <p:tags r:id="rId16"/>
            </p:custDataLst>
          </p:nvPr>
        </p:nvSpPr>
        <p:spPr>
          <a:xfrm>
            <a:off x="6202680" y="1552575"/>
            <a:ext cx="2520950" cy="650240"/>
          </a:xfrm>
          <a:prstGeom prst="round2SameRect">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02020"/>
              </a:solidFill>
              <a:cs typeface="思源黑体 CN Regular" panose="020B0500000000000000" charset="-122"/>
            </a:endParaRPr>
          </a:p>
        </p:txBody>
      </p:sp>
      <p:sp>
        <p:nvSpPr>
          <p:cNvPr id="49" name="文本框 48"/>
          <p:cNvSpPr txBox="1"/>
          <p:nvPr>
            <p:custDataLst>
              <p:tags r:id="rId17"/>
            </p:custDataLst>
          </p:nvPr>
        </p:nvSpPr>
        <p:spPr>
          <a:xfrm>
            <a:off x="6531610" y="1708150"/>
            <a:ext cx="1863725" cy="338455"/>
          </a:xfrm>
          <a:prstGeom prst="rect">
            <a:avLst/>
          </a:prstGeom>
          <a:noFill/>
        </p:spPr>
        <p:txBody>
          <a:bodyPr wrap="square" bIns="0" rtlCol="0" anchor="ctr" anchorCtr="0">
            <a:normAutofit fontScale="97500" lnSpcReduction="10000"/>
          </a:bodyPr>
          <a:lstStyle/>
          <a:p>
            <a:pPr algn="ctr"/>
            <a:r>
              <a:rPr lang="en-US" altLang="zh-CN" sz="2000" dirty="0">
                <a:solidFill>
                  <a:schemeClr val="bg1"/>
                </a:solidFill>
                <a:latin typeface="微软雅黑" panose="020B0503020204020204" charset="-122"/>
                <a:ea typeface="微软雅黑" panose="020B0503020204020204" charset="-122"/>
                <a:cs typeface="思源黑体 CN Regular" panose="020B0500000000000000" charset="-122"/>
              </a:rPr>
              <a:t>HDR</a:t>
            </a:r>
            <a:r>
              <a:rPr lang="zh-CN" altLang="en-US" sz="2000" dirty="0">
                <a:solidFill>
                  <a:schemeClr val="bg1"/>
                </a:solidFill>
                <a:latin typeface="微软雅黑" panose="020B0503020204020204" charset="-122"/>
                <a:ea typeface="微软雅黑" panose="020B0503020204020204" charset="-122"/>
                <a:cs typeface="思源黑体 CN Regular" panose="020B0500000000000000" charset="-122"/>
              </a:rPr>
              <a:t>主要表现</a:t>
            </a:r>
            <a:endParaRPr lang="zh-CN" altLang="en-US" sz="2000" dirty="0">
              <a:solidFill>
                <a:schemeClr val="bg1"/>
              </a:solidFill>
              <a:latin typeface="微软雅黑" panose="020B0503020204020204" charset="-122"/>
              <a:ea typeface="微软雅黑" panose="020B0503020204020204" charset="-122"/>
              <a:cs typeface="思源黑体 CN Regular" panose="020B0500000000000000" charset="-122"/>
            </a:endParaRPr>
          </a:p>
        </p:txBody>
      </p:sp>
      <p:sp>
        <p:nvSpPr>
          <p:cNvPr id="50" name="文本框 49"/>
          <p:cNvSpPr txBox="1"/>
          <p:nvPr>
            <p:custDataLst>
              <p:tags r:id="rId18"/>
            </p:custDataLst>
          </p:nvPr>
        </p:nvSpPr>
        <p:spPr>
          <a:xfrm>
            <a:off x="6313488" y="2272030"/>
            <a:ext cx="2305685" cy="3879850"/>
          </a:xfrm>
          <a:prstGeom prst="rect">
            <a:avLst/>
          </a:prstGeom>
          <a:noFill/>
        </p:spPr>
        <p:txBody>
          <a:bodyPr wrap="square" lIns="90170" tIns="46990" rIns="90170" bIns="46990" rtlCol="0" anchor="t" anchorCtr="0">
            <a:noAutofit/>
          </a:bodyPr>
          <a:lstStyle/>
          <a:p>
            <a:pPr marL="228600" indent="-228600" algn="just">
              <a:lnSpc>
                <a:spcPct val="150000"/>
              </a:lnSpc>
              <a:buFont typeface="+mj-lt"/>
              <a:buAutoNum type="arabicPeriod"/>
            </a:pPr>
            <a:r>
              <a:rPr lang="zh-CN" altLang="en-US" sz="1200" b="1" u="sng" dirty="0">
                <a:solidFill>
                  <a:srgbClr val="202020"/>
                </a:solidFill>
                <a:latin typeface="微软雅黑" panose="020B0503020204020204" charset="-122"/>
                <a:ea typeface="微软雅黑" panose="020B0503020204020204" charset="-122"/>
                <a:sym typeface="+mn-ea"/>
              </a:rPr>
              <a:t>暗场细节表现</a:t>
            </a:r>
            <a:r>
              <a:rPr lang="en-US" altLang="zh-CN" sz="1200" dirty="0" smtClean="0">
                <a:solidFill>
                  <a:srgbClr val="202020"/>
                </a:solidFill>
                <a:latin typeface="微软雅黑" panose="020B0503020204020204" charset="-122"/>
                <a:ea typeface="微软雅黑" panose="020B0503020204020204" charset="-122"/>
                <a:cs typeface="微软雅黑" panose="020B0503020204020204" charset="-122"/>
                <a:sym typeface="+mn-ea"/>
              </a:rPr>
              <a:t>:TCL</a:t>
            </a:r>
            <a:r>
              <a:rPr lang="zh-CN" altLang="en-US" sz="1200" dirty="0" smtClean="0">
                <a:solidFill>
                  <a:srgbClr val="202020"/>
                </a:solidFill>
                <a:latin typeface="微软雅黑" panose="020B0503020204020204" charset="-122"/>
                <a:ea typeface="微软雅黑" panose="020B0503020204020204" charset="-122"/>
                <a:cs typeface="微软雅黑" panose="020B0503020204020204" charset="-122"/>
                <a:sym typeface="+mn-ea"/>
              </a:rPr>
              <a:t>暗</a:t>
            </a:r>
            <a:r>
              <a:rPr lang="zh-CN" altLang="en-US" sz="1200" dirty="0">
                <a:solidFill>
                  <a:srgbClr val="202020"/>
                </a:solidFill>
                <a:latin typeface="微软雅黑" panose="020B0503020204020204" charset="-122"/>
                <a:ea typeface="微软雅黑" panose="020B0503020204020204" charset="-122"/>
                <a:cs typeface="微软雅黑" panose="020B0503020204020204" charset="-122"/>
                <a:sym typeface="+mn-ea"/>
              </a:rPr>
              <a:t>部细节略</a:t>
            </a:r>
            <a:r>
              <a:rPr lang="zh-CN" altLang="en-US" sz="1200" dirty="0" smtClean="0">
                <a:solidFill>
                  <a:srgbClr val="202020"/>
                </a:solidFill>
                <a:latin typeface="微软雅黑" panose="020B0503020204020204" charset="-122"/>
                <a:ea typeface="微软雅黑" panose="020B0503020204020204" charset="-122"/>
                <a:cs typeface="微软雅黑" panose="020B0503020204020204" charset="-122"/>
                <a:sym typeface="+mn-ea"/>
              </a:rPr>
              <a:t>多，但是某些场景也会有低亮偏高的泛白感</a:t>
            </a:r>
            <a:r>
              <a:rPr lang="zh-CN" altLang="en-US" sz="1200" dirty="0">
                <a:solidFill>
                  <a:srgbClr val="202020"/>
                </a:solidFill>
                <a:latin typeface="微软雅黑" panose="020B0503020204020204" charset="-122"/>
                <a:ea typeface="微软雅黑" panose="020B0503020204020204" charset="-122"/>
                <a:cs typeface="微软雅黑" panose="020B0503020204020204" charset="-122"/>
                <a:sym typeface="+mn-ea"/>
              </a:rPr>
              <a:t>。</a:t>
            </a:r>
            <a:endParaRPr lang="en-US" altLang="zh-CN" sz="1200" dirty="0" smtClean="0">
              <a:solidFill>
                <a:srgbClr val="202020"/>
              </a:solidFill>
              <a:latin typeface="微软雅黑" panose="020B0503020204020204" charset="-122"/>
              <a:ea typeface="微软雅黑" panose="020B0503020204020204" charset="-122"/>
              <a:cs typeface="微软雅黑" panose="020B0503020204020204" charset="-122"/>
              <a:sym typeface="+mn-ea"/>
            </a:endParaRPr>
          </a:p>
          <a:p>
            <a:pPr marL="228600" indent="-228600" algn="just">
              <a:lnSpc>
                <a:spcPct val="150000"/>
              </a:lnSpc>
              <a:buFont typeface="+mj-lt"/>
              <a:buAutoNum type="arabicPeriod"/>
            </a:pPr>
            <a:r>
              <a:rPr lang="zh-CN" altLang="en-US" sz="1200" b="1" u="sng" dirty="0" smtClean="0">
                <a:solidFill>
                  <a:srgbClr val="202020"/>
                </a:solidFill>
                <a:latin typeface="微软雅黑" panose="020B0503020204020204" charset="-122"/>
                <a:ea typeface="微软雅黑" panose="020B0503020204020204" charset="-122"/>
                <a:cs typeface="微软雅黑" panose="020B0503020204020204" charset="-122"/>
                <a:sym typeface="+mn-ea"/>
              </a:rPr>
              <a:t>亮</a:t>
            </a:r>
            <a:r>
              <a:rPr lang="zh-CN" altLang="en-US" sz="1200" b="1" u="sng" dirty="0">
                <a:solidFill>
                  <a:srgbClr val="202020"/>
                </a:solidFill>
                <a:latin typeface="微软雅黑" panose="020B0503020204020204" charset="-122"/>
                <a:ea typeface="微软雅黑" panose="020B0503020204020204" charset="-122"/>
                <a:cs typeface="微软雅黑" panose="020B0503020204020204" charset="-122"/>
                <a:sym typeface="+mn-ea"/>
              </a:rPr>
              <a:t>场细节表现</a:t>
            </a:r>
            <a:r>
              <a:rPr lang="en-US" altLang="zh-CN" sz="1200" dirty="0" smtClean="0">
                <a:solidFill>
                  <a:srgbClr val="202020"/>
                </a:solidFill>
                <a:latin typeface="微软雅黑" panose="020B0503020204020204" charset="-122"/>
                <a:ea typeface="微软雅黑" panose="020B0503020204020204" charset="-122"/>
                <a:cs typeface="微软雅黑" panose="020B0503020204020204" charset="-122"/>
                <a:sym typeface="+mn-ea"/>
              </a:rPr>
              <a:t>:TCL</a:t>
            </a:r>
            <a:r>
              <a:rPr lang="zh-CN" altLang="en-US" sz="1200" dirty="0" smtClean="0">
                <a:solidFill>
                  <a:srgbClr val="202020"/>
                </a:solidFill>
                <a:latin typeface="微软雅黑" panose="020B0503020204020204" charset="-122"/>
                <a:ea typeface="微软雅黑" panose="020B0503020204020204" charset="-122"/>
                <a:cs typeface="微软雅黑" panose="020B0503020204020204" charset="-122"/>
                <a:sym typeface="+mn-ea"/>
              </a:rPr>
              <a:t>保留更多云层等高光细节</a:t>
            </a:r>
            <a:r>
              <a:rPr lang="zh-CN" altLang="en-US" sz="1200" dirty="0">
                <a:solidFill>
                  <a:srgbClr val="202020"/>
                </a:solidFill>
                <a:latin typeface="微软雅黑" panose="020B0503020204020204" charset="-122"/>
                <a:ea typeface="微软雅黑" panose="020B0503020204020204" charset="-122"/>
                <a:cs typeface="微软雅黑" panose="020B0503020204020204" charset="-122"/>
                <a:sym typeface="+mn-ea"/>
              </a:rPr>
              <a:t>。</a:t>
            </a:r>
            <a:endParaRPr lang="zh-CN" altLang="en-US" sz="1200" dirty="0">
              <a:solidFill>
                <a:srgbClr val="202020"/>
              </a:solidFill>
              <a:latin typeface="微软雅黑" panose="020B0503020204020204" charset="-122"/>
              <a:ea typeface="微软雅黑" panose="020B0503020204020204" charset="-122"/>
              <a:cs typeface="微软雅黑" panose="020B0503020204020204" charset="-122"/>
              <a:sym typeface="+mn-ea"/>
            </a:endParaRPr>
          </a:p>
          <a:p>
            <a:pPr marL="228600" indent="-228600" algn="just">
              <a:lnSpc>
                <a:spcPct val="150000"/>
              </a:lnSpc>
              <a:buFont typeface="+mj-lt"/>
              <a:buAutoNum type="arabicPeriod"/>
            </a:pPr>
            <a:r>
              <a:rPr lang="zh-CN" altLang="en-US" sz="1200" b="1" u="sng" dirty="0">
                <a:solidFill>
                  <a:srgbClr val="202020"/>
                </a:solidFill>
                <a:latin typeface="微软雅黑" panose="020B0503020204020204" charset="-122"/>
                <a:ea typeface="微软雅黑" panose="020B0503020204020204" charset="-122"/>
                <a:cs typeface="微软雅黑" panose="020B0503020204020204" charset="-122"/>
                <a:sym typeface="+mn-ea"/>
              </a:rPr>
              <a:t>主观对比度</a:t>
            </a:r>
            <a:r>
              <a:rPr lang="en-US" altLang="zh-CN" sz="1200" dirty="0">
                <a:solidFill>
                  <a:srgbClr val="202020"/>
                </a:solidFill>
                <a:latin typeface="微软雅黑" panose="020B0503020204020204" charset="-122"/>
                <a:ea typeface="微软雅黑" panose="020B0503020204020204" charset="-122"/>
                <a:cs typeface="微软雅黑" panose="020B0503020204020204" charset="-122"/>
                <a:sym typeface="+mn-ea"/>
              </a:rPr>
              <a:t>: </a:t>
            </a:r>
            <a:r>
              <a:rPr lang="zh-CN" altLang="en-US" sz="1200" dirty="0" smtClean="0">
                <a:solidFill>
                  <a:srgbClr val="202020"/>
                </a:solidFill>
                <a:latin typeface="微软雅黑" panose="020B0503020204020204" charset="-122"/>
                <a:ea typeface="微软雅黑" panose="020B0503020204020204" charset="-122"/>
                <a:cs typeface="微软雅黑" panose="020B0503020204020204" charset="-122"/>
                <a:sym typeface="+mn-ea"/>
              </a:rPr>
              <a:t>偏亮的画面</a:t>
            </a:r>
            <a:r>
              <a:rPr lang="en-US" altLang="zh-CN" sz="1200" dirty="0" smtClean="0">
                <a:solidFill>
                  <a:srgbClr val="202020"/>
                </a:solidFill>
                <a:latin typeface="微软雅黑" panose="020B0503020204020204" charset="-122"/>
                <a:ea typeface="微软雅黑" panose="020B0503020204020204" charset="-122"/>
                <a:cs typeface="微软雅黑" panose="020B0503020204020204" charset="-122"/>
                <a:sym typeface="+mn-ea"/>
              </a:rPr>
              <a:t>TCL</a:t>
            </a:r>
            <a:r>
              <a:rPr lang="zh-CN" altLang="en-US" sz="1200" dirty="0" smtClean="0">
                <a:solidFill>
                  <a:srgbClr val="202020"/>
                </a:solidFill>
                <a:latin typeface="微软雅黑" panose="020B0503020204020204" charset="-122"/>
                <a:ea typeface="微软雅黑" panose="020B0503020204020204" charset="-122"/>
                <a:cs typeface="微软雅黑" panose="020B0503020204020204" charset="-122"/>
                <a:sym typeface="+mn-ea"/>
              </a:rPr>
              <a:t>更透亮，偏暗的画面创维更透亮</a:t>
            </a:r>
            <a:r>
              <a:rPr lang="zh-CN" altLang="en-US" sz="1200" dirty="0">
                <a:solidFill>
                  <a:srgbClr val="202020"/>
                </a:solidFill>
                <a:latin typeface="微软雅黑" panose="020B0503020204020204" charset="-122"/>
                <a:ea typeface="微软雅黑" panose="020B0503020204020204" charset="-122"/>
                <a:cs typeface="微软雅黑" panose="020B0503020204020204" charset="-122"/>
                <a:sym typeface="+mn-ea"/>
              </a:rPr>
              <a:t>。</a:t>
            </a:r>
            <a:endParaRPr lang="zh-CN" altLang="en-US" sz="1200" dirty="0">
              <a:solidFill>
                <a:srgbClr val="202020"/>
              </a:solidFill>
              <a:latin typeface="微软雅黑" panose="020B0503020204020204" charset="-122"/>
              <a:ea typeface="微软雅黑" panose="020B0503020204020204" charset="-122"/>
              <a:cs typeface="微软雅黑" panose="020B0503020204020204" charset="-122"/>
              <a:sym typeface="+mn-ea"/>
            </a:endParaRPr>
          </a:p>
          <a:p>
            <a:pPr marL="228600" indent="-228600" algn="just">
              <a:lnSpc>
                <a:spcPct val="150000"/>
              </a:lnSpc>
              <a:buFont typeface="+mj-lt"/>
              <a:buAutoNum type="arabicPeriod"/>
            </a:pPr>
            <a:r>
              <a:rPr lang="zh-CN" altLang="en-US" sz="1200" b="1" u="sng" dirty="0">
                <a:solidFill>
                  <a:srgbClr val="202020"/>
                </a:solidFill>
                <a:latin typeface="微软雅黑" panose="020B0503020204020204" charset="-122"/>
                <a:ea typeface="微软雅黑" panose="020B0503020204020204" charset="-122"/>
                <a:cs typeface="微软雅黑" panose="020B0503020204020204" charset="-122"/>
                <a:sym typeface="+mn-ea"/>
              </a:rPr>
              <a:t>肤色还原度</a:t>
            </a:r>
            <a:r>
              <a:rPr lang="en-US" altLang="zh-CN" sz="1200" dirty="0">
                <a:solidFill>
                  <a:srgbClr val="202020"/>
                </a:solidFill>
                <a:latin typeface="微软雅黑" panose="020B0503020204020204" charset="-122"/>
                <a:ea typeface="微软雅黑" panose="020B0503020204020204" charset="-122"/>
                <a:cs typeface="微软雅黑" panose="020B0503020204020204" charset="-122"/>
                <a:sym typeface="+mn-ea"/>
              </a:rPr>
              <a:t>: </a:t>
            </a:r>
            <a:r>
              <a:rPr lang="en-US" altLang="zh-CN" sz="1200" dirty="0" err="1" smtClean="0">
                <a:solidFill>
                  <a:srgbClr val="202020"/>
                </a:solidFill>
                <a:latin typeface="微软雅黑" panose="020B0503020204020204" charset="-122"/>
                <a:ea typeface="微软雅黑" panose="020B0503020204020204" charset="-122"/>
                <a:cs typeface="微软雅黑" panose="020B0503020204020204" charset="-122"/>
                <a:sym typeface="+mn-ea"/>
              </a:rPr>
              <a:t>创维肤色</a:t>
            </a:r>
            <a:r>
              <a:rPr lang="zh-CN" altLang="en-US" sz="1200" dirty="0" err="1" smtClean="0">
                <a:solidFill>
                  <a:srgbClr val="202020"/>
                </a:solidFill>
                <a:latin typeface="微软雅黑" panose="020B0503020204020204" charset="-122"/>
                <a:ea typeface="微软雅黑" panose="020B0503020204020204" charset="-122"/>
                <a:cs typeface="微软雅黑" panose="020B0503020204020204" charset="-122"/>
                <a:sym typeface="+mn-ea"/>
              </a:rPr>
              <a:t>自然</a:t>
            </a:r>
            <a:r>
              <a:rPr lang="zh-CN" altLang="en-US" sz="1200" dirty="0" smtClean="0">
                <a:solidFill>
                  <a:srgbClr val="202020"/>
                </a:solidFill>
                <a:latin typeface="微软雅黑" panose="020B0503020204020204" charset="-122"/>
                <a:ea typeface="微软雅黑" panose="020B0503020204020204" charset="-122"/>
                <a:cs typeface="微软雅黑" panose="020B0503020204020204" charset="-122"/>
                <a:sym typeface="+mn-ea"/>
              </a:rPr>
              <a:t>，</a:t>
            </a:r>
            <a:r>
              <a:rPr lang="en-US" altLang="zh-CN" sz="1200" dirty="0" smtClean="0">
                <a:solidFill>
                  <a:srgbClr val="202020"/>
                </a:solidFill>
                <a:latin typeface="微软雅黑" panose="020B0503020204020204" charset="-122"/>
                <a:ea typeface="微软雅黑" panose="020B0503020204020204" charset="-122"/>
                <a:cs typeface="微软雅黑" panose="020B0503020204020204" charset="-122"/>
                <a:sym typeface="+mn-ea"/>
              </a:rPr>
              <a:t>TCL</a:t>
            </a:r>
            <a:r>
              <a:rPr lang="zh-CN" altLang="en-US" sz="1200" dirty="0" smtClean="0">
                <a:solidFill>
                  <a:srgbClr val="202020"/>
                </a:solidFill>
                <a:latin typeface="微软雅黑" panose="020B0503020204020204" charset="-122"/>
                <a:ea typeface="微软雅黑" panose="020B0503020204020204" charset="-122"/>
                <a:cs typeface="微软雅黑" panose="020B0503020204020204" charset="-122"/>
                <a:sym typeface="+mn-ea"/>
              </a:rPr>
              <a:t>偏紫色调，风格取舍不同，肤色饱和度相当</a:t>
            </a:r>
            <a:r>
              <a:rPr lang="zh-CN" altLang="en-US" sz="1200" dirty="0">
                <a:solidFill>
                  <a:srgbClr val="202020"/>
                </a:solidFill>
                <a:latin typeface="微软雅黑" panose="020B0503020204020204" charset="-122"/>
                <a:ea typeface="微软雅黑" panose="020B0503020204020204" charset="-122"/>
                <a:cs typeface="微软雅黑" panose="020B0503020204020204" charset="-122"/>
                <a:sym typeface="+mn-ea"/>
              </a:rPr>
              <a:t>。</a:t>
            </a:r>
            <a:endParaRPr lang="en-US" altLang="zh-CN" sz="1200" dirty="0">
              <a:solidFill>
                <a:srgbClr val="202020"/>
              </a:solidFill>
              <a:latin typeface="微软雅黑" panose="020B0503020204020204" charset="-122"/>
              <a:ea typeface="微软雅黑" panose="020B0503020204020204" charset="-122"/>
              <a:cs typeface="微软雅黑" panose="020B0503020204020204" charset="-122"/>
              <a:sym typeface="+mn-ea"/>
            </a:endParaRPr>
          </a:p>
          <a:p>
            <a:pPr marL="228600" indent="-228600" algn="just">
              <a:lnSpc>
                <a:spcPct val="150000"/>
              </a:lnSpc>
              <a:buFont typeface="+mj-lt"/>
              <a:buAutoNum type="arabicPeriod"/>
            </a:pPr>
            <a:r>
              <a:rPr lang="zh-CN" altLang="en-US" sz="1200" b="1" u="sng" dirty="0">
                <a:solidFill>
                  <a:srgbClr val="202020"/>
                </a:solidFill>
                <a:latin typeface="微软雅黑" panose="020B0503020204020204" charset="-122"/>
                <a:ea typeface="微软雅黑" panose="020B0503020204020204" charset="-122"/>
                <a:cs typeface="微软雅黑" panose="020B0503020204020204" charset="-122"/>
                <a:sym typeface="+mn-ea"/>
              </a:rPr>
              <a:t>高饱和色彩鲜艳度</a:t>
            </a:r>
            <a:r>
              <a:rPr lang="en-US" altLang="zh-CN" sz="1200" dirty="0">
                <a:solidFill>
                  <a:srgbClr val="202020"/>
                </a:solidFill>
                <a:latin typeface="微软雅黑" panose="020B0503020204020204" charset="-122"/>
                <a:ea typeface="微软雅黑" panose="020B0503020204020204" charset="-122"/>
                <a:cs typeface="微软雅黑" panose="020B0503020204020204" charset="-122"/>
                <a:sym typeface="+mn-ea"/>
              </a:rPr>
              <a:t>: </a:t>
            </a:r>
            <a:r>
              <a:rPr lang="zh-CN" altLang="en-US" sz="1200" dirty="0" smtClean="0">
                <a:solidFill>
                  <a:srgbClr val="202020"/>
                </a:solidFill>
                <a:latin typeface="微软雅黑" panose="020B0503020204020204" charset="-122"/>
                <a:ea typeface="微软雅黑" panose="020B0503020204020204" charset="-122"/>
                <a:cs typeface="微软雅黑" panose="020B0503020204020204" charset="-122"/>
                <a:sym typeface="+mn-ea"/>
              </a:rPr>
              <a:t>霓虹灯等</a:t>
            </a:r>
            <a:r>
              <a:rPr lang="en-US" altLang="zh-CN" sz="1200" dirty="0" smtClean="0">
                <a:solidFill>
                  <a:srgbClr val="202020"/>
                </a:solidFill>
                <a:latin typeface="微软雅黑" panose="020B0503020204020204" charset="-122"/>
                <a:ea typeface="微软雅黑" panose="020B0503020204020204" charset="-122"/>
                <a:cs typeface="微软雅黑" panose="020B0503020204020204" charset="-122"/>
                <a:sym typeface="+mn-ea"/>
              </a:rPr>
              <a:t>TCL</a:t>
            </a:r>
            <a:r>
              <a:rPr lang="zh-CN" altLang="en-US" sz="1200" dirty="0" smtClean="0">
                <a:solidFill>
                  <a:srgbClr val="202020"/>
                </a:solidFill>
                <a:latin typeface="微软雅黑" panose="020B0503020204020204" charset="-122"/>
                <a:ea typeface="微软雅黑" panose="020B0503020204020204" charset="-122"/>
                <a:cs typeface="微软雅黑" panose="020B0503020204020204" charset="-122"/>
                <a:sym typeface="+mn-ea"/>
              </a:rPr>
              <a:t>更</a:t>
            </a:r>
            <a:r>
              <a:rPr lang="zh-CN" altLang="en-US" sz="1200" dirty="0">
                <a:solidFill>
                  <a:srgbClr val="202020"/>
                </a:solidFill>
                <a:latin typeface="微软雅黑" panose="020B0503020204020204" charset="-122"/>
                <a:ea typeface="微软雅黑" panose="020B0503020204020204" charset="-122"/>
                <a:cs typeface="微软雅黑" panose="020B0503020204020204" charset="-122"/>
                <a:sym typeface="+mn-ea"/>
              </a:rPr>
              <a:t>鲜艳，饱和度更高</a:t>
            </a:r>
            <a:r>
              <a:rPr lang="zh-CN" altLang="en-US" sz="1200" dirty="0">
                <a:solidFill>
                  <a:srgbClr val="202020"/>
                </a:solidFill>
                <a:latin typeface="微软雅黑" panose="020B0503020204020204" charset="-122"/>
                <a:ea typeface="微软雅黑" panose="020B0503020204020204" charset="-122"/>
                <a:cs typeface="微软雅黑" panose="020B0503020204020204" charset="-122"/>
                <a:sym typeface="+mn-ea"/>
              </a:rPr>
              <a:t>。</a:t>
            </a:r>
            <a:endParaRPr lang="en-US" altLang="zh-CN" sz="1200" dirty="0">
              <a:solidFill>
                <a:srgbClr val="202020"/>
              </a:solidFill>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custDataLst>
              <p:tags r:id="rId1"/>
            </p:custDataLst>
          </p:nvPr>
        </p:nvSpPr>
        <p:spPr>
          <a:xfrm>
            <a:off x="342265" y="675640"/>
            <a:ext cx="9647555" cy="430530"/>
          </a:xfrm>
          <a:prstGeom prst="rect">
            <a:avLst/>
          </a:prstGeom>
          <a:noFill/>
        </p:spPr>
        <p:txBody>
          <a:bodyPr wrap="square" lIns="0" tIns="0" rIns="0" bIns="0" rtlCol="0">
            <a:spAutoFit/>
          </a:bodyPr>
          <a:lstStyle/>
          <a:p>
            <a:r>
              <a:rPr lang="zh-CN" altLang="en-US" sz="2800" b="1" dirty="0">
                <a:latin typeface="微软雅黑" panose="020B0503020204020204" charset="-122"/>
                <a:ea typeface="微软雅黑" panose="020B0503020204020204" charset="-122"/>
                <a:cs typeface="微软雅黑" panose="020B0503020204020204" charset="-122"/>
              </a:rPr>
              <a:t>重点模块详解</a:t>
            </a:r>
            <a:r>
              <a:rPr lang="en-US" sz="2800" b="1" dirty="0">
                <a:latin typeface="微软雅黑" panose="020B0503020204020204" charset="-122"/>
                <a:ea typeface="微软雅黑" panose="020B0503020204020204" charset="-122"/>
                <a:cs typeface="微软雅黑" panose="020B0503020204020204" charset="-122"/>
                <a:sym typeface="+mn-ea"/>
              </a:rPr>
              <a:t>:</a:t>
            </a:r>
            <a:r>
              <a:rPr lang="en-US" sz="2800" dirty="0">
                <a:latin typeface="微软雅黑" panose="020B0503020204020204" charset="-122"/>
                <a:ea typeface="微软雅黑" panose="020B0503020204020204" charset="-122"/>
                <a:cs typeface="微软雅黑" panose="020B0503020204020204" charset="-122"/>
                <a:sym typeface="+mn-ea"/>
              </a:rPr>
              <a:t> </a:t>
            </a:r>
            <a:r>
              <a:rPr lang="en-US" altLang="zh-CN" dirty="0" smtClean="0">
                <a:solidFill>
                  <a:schemeClr val="accent1"/>
                </a:solidFill>
                <a:latin typeface="微软雅黑" panose="020B0503020204020204" charset="-122"/>
                <a:ea typeface="微软雅黑" panose="020B0503020204020204" charset="-122"/>
                <a:cs typeface="微软雅黑" panose="020B0503020204020204" charset="-122"/>
                <a:sym typeface="+mn-ea"/>
              </a:rPr>
              <a:t>HDR</a:t>
            </a:r>
            <a:r>
              <a:rPr lang="zh-CN" altLang="en-US" dirty="0" smtClean="0">
                <a:solidFill>
                  <a:schemeClr val="accent1"/>
                </a:solidFill>
                <a:latin typeface="微软雅黑" panose="020B0503020204020204" charset="-122"/>
                <a:ea typeface="微软雅黑" panose="020B0503020204020204" charset="-122"/>
                <a:cs typeface="微软雅黑" panose="020B0503020204020204" charset="-122"/>
                <a:sym typeface="+mn-ea"/>
              </a:rPr>
              <a:t>亮度截断</a:t>
            </a:r>
            <a:endParaRPr lang="en-US" altLang="zh-CN" dirty="0">
              <a:solidFill>
                <a:srgbClr val="FF0000"/>
              </a:solidFill>
              <a:latin typeface="微软雅黑" panose="020B0503020204020204" charset="-122"/>
              <a:ea typeface="微软雅黑" panose="020B0503020204020204" charset="-122"/>
              <a:cs typeface="微软雅黑" panose="020B0503020204020204" charset="-122"/>
              <a:sym typeface="+mn-ea"/>
            </a:endParaRPr>
          </a:p>
        </p:txBody>
      </p:sp>
      <p:sp>
        <p:nvSpPr>
          <p:cNvPr id="5" name="矩形 4"/>
          <p:cNvSpPr/>
          <p:nvPr>
            <p:custDataLst>
              <p:tags r:id="rId2"/>
            </p:custDataLst>
          </p:nvPr>
        </p:nvSpPr>
        <p:spPr>
          <a:xfrm>
            <a:off x="-1905" y="574675"/>
            <a:ext cx="159385" cy="6318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492125" y="1206500"/>
            <a:ext cx="11208385" cy="1060450"/>
          </a:xfrm>
          <a:prstGeom prst="rect">
            <a:avLst/>
          </a:prstGeom>
          <a:noFill/>
        </p:spPr>
        <p:txBody>
          <a:bodyPr wrap="square" rtlCol="0">
            <a:spAutoFit/>
          </a:bodyPr>
          <a:lstStyle/>
          <a:p>
            <a:pPr>
              <a:lnSpc>
                <a:spcPct val="150000"/>
              </a:lnSpc>
            </a:pPr>
            <a:r>
              <a:rPr lang="zh-CN" altLang="en-US" sz="1400" b="1" dirty="0">
                <a:latin typeface="微软雅黑" panose="020B0503020204020204" charset="-122"/>
                <a:ea typeface="微软雅黑" panose="020B0503020204020204" charset="-122"/>
                <a:cs typeface="微软雅黑" panose="020B0503020204020204" charset="-122"/>
              </a:rPr>
              <a:t>问题：</a:t>
            </a:r>
            <a:r>
              <a:rPr lang="zh-CN" altLang="en-US" sz="1400" dirty="0">
                <a:latin typeface="微软雅黑" panose="020B0503020204020204" charset="-122"/>
                <a:ea typeface="微软雅黑" panose="020B0503020204020204" charset="-122"/>
                <a:cs typeface="微软雅黑" panose="020B0503020204020204" charset="-122"/>
              </a:rPr>
              <a:t>播放</a:t>
            </a:r>
            <a:r>
              <a:rPr lang="en-US" altLang="zh-CN" sz="1400" dirty="0">
                <a:latin typeface="微软雅黑" panose="020B0503020204020204" charset="-122"/>
                <a:ea typeface="微软雅黑" panose="020B0503020204020204" charset="-122"/>
                <a:cs typeface="微软雅黑" panose="020B0503020204020204" charset="-122"/>
              </a:rPr>
              <a:t>HDR</a:t>
            </a:r>
            <a:r>
              <a:rPr lang="zh-CN" altLang="en-US" sz="1400" dirty="0">
                <a:latin typeface="微软雅黑" panose="020B0503020204020204" charset="-122"/>
                <a:ea typeface="微软雅黑" panose="020B0503020204020204" charset="-122"/>
                <a:cs typeface="微软雅黑" panose="020B0503020204020204" charset="-122"/>
              </a:rPr>
              <a:t>片源，我司在亮度上较早出现</a:t>
            </a:r>
            <a:r>
              <a:rPr lang="en-US" altLang="zh-CN" sz="1400" dirty="0" smtClean="0">
                <a:latin typeface="微软雅黑" panose="020B0503020204020204" charset="-122"/>
                <a:ea typeface="微软雅黑" panose="020B0503020204020204" charset="-122"/>
                <a:cs typeface="微软雅黑" panose="020B0503020204020204" charset="-122"/>
                <a:sym typeface="+mn-ea"/>
              </a:rPr>
              <a:t>Clip</a:t>
            </a:r>
            <a:r>
              <a:rPr lang="zh-CN" altLang="en-US" sz="1400" dirty="0">
                <a:latin typeface="微软雅黑" panose="020B0503020204020204" charset="-122"/>
                <a:ea typeface="微软雅黑" panose="020B0503020204020204" charset="-122"/>
                <a:cs typeface="微软雅黑" panose="020B0503020204020204" charset="-122"/>
              </a:rPr>
              <a:t>。</a:t>
            </a:r>
            <a:endParaRPr lang="zh-CN" altLang="en-US" sz="1400" dirty="0">
              <a:latin typeface="微软雅黑" panose="020B0503020204020204" charset="-122"/>
              <a:ea typeface="微软雅黑" panose="020B0503020204020204" charset="-122"/>
              <a:cs typeface="微软雅黑" panose="020B0503020204020204" charset="-122"/>
            </a:endParaRPr>
          </a:p>
          <a:p>
            <a:pPr>
              <a:lnSpc>
                <a:spcPct val="150000"/>
              </a:lnSpc>
            </a:pPr>
            <a:r>
              <a:rPr lang="zh-CN" altLang="en-US" sz="1400" b="1" dirty="0">
                <a:latin typeface="微软雅黑" panose="020B0503020204020204" charset="-122"/>
                <a:ea typeface="微软雅黑" panose="020B0503020204020204" charset="-122"/>
                <a:cs typeface="微软雅黑" panose="020B0503020204020204" charset="-122"/>
              </a:rPr>
              <a:t>分析</a:t>
            </a:r>
            <a:r>
              <a:rPr lang="zh-CN" altLang="en-US" sz="1400" b="1" dirty="0" smtClean="0">
                <a:latin typeface="微软雅黑" panose="020B0503020204020204" charset="-122"/>
                <a:ea typeface="微软雅黑" panose="020B0503020204020204" charset="-122"/>
                <a:cs typeface="微软雅黑" panose="020B0503020204020204" charset="-122"/>
              </a:rPr>
              <a:t>：</a:t>
            </a:r>
            <a:r>
              <a:rPr lang="zh-CN" altLang="en-US" sz="1400" dirty="0" smtClean="0">
                <a:latin typeface="微软雅黑" panose="020B0503020204020204" charset="-122"/>
                <a:ea typeface="微软雅黑" panose="020B0503020204020204" charset="-122"/>
                <a:cs typeface="微软雅黑" panose="020B0503020204020204" charset="-122"/>
              </a:rPr>
              <a:t>此</a:t>
            </a:r>
            <a:r>
              <a:rPr lang="zh-CN" altLang="en-US" sz="1400" dirty="0">
                <a:latin typeface="微软雅黑" panose="020B0503020204020204" charset="-122"/>
                <a:ea typeface="微软雅黑" panose="020B0503020204020204" charset="-122"/>
                <a:cs typeface="微软雅黑" panose="020B0503020204020204" charset="-122"/>
              </a:rPr>
              <a:t>问题为方案目前</a:t>
            </a:r>
            <a:r>
              <a:rPr lang="zh-CN" altLang="en-US" sz="1400" dirty="0" smtClean="0">
                <a:latin typeface="微软雅黑" panose="020B0503020204020204" charset="-122"/>
                <a:ea typeface="微软雅黑" panose="020B0503020204020204" charset="-122"/>
                <a:cs typeface="微软雅黑" panose="020B0503020204020204" charset="-122"/>
              </a:rPr>
              <a:t>对</a:t>
            </a:r>
            <a:r>
              <a:rPr lang="en-US" altLang="zh-CN" sz="1400" dirty="0" smtClean="0">
                <a:latin typeface="微软雅黑" panose="020B0503020204020204" charset="-122"/>
                <a:ea typeface="微软雅黑" panose="020B0503020204020204" charset="-122"/>
                <a:cs typeface="微软雅黑" panose="020B0503020204020204" charset="-122"/>
              </a:rPr>
              <a:t>HDR </a:t>
            </a:r>
            <a:r>
              <a:rPr lang="en-US" altLang="zh-CN" sz="1400" dirty="0" err="1" smtClean="0">
                <a:latin typeface="微软雅黑" panose="020B0503020204020204" charset="-122"/>
                <a:ea typeface="微软雅黑" panose="020B0503020204020204" charset="-122"/>
                <a:cs typeface="微软雅黑" panose="020B0503020204020204" charset="-122"/>
              </a:rPr>
              <a:t>Tonemapping</a:t>
            </a:r>
            <a:r>
              <a:rPr lang="zh-CN" altLang="en-US" sz="1400" dirty="0" smtClean="0">
                <a:latin typeface="微软雅黑" panose="020B0503020204020204" charset="-122"/>
                <a:ea typeface="微软雅黑" panose="020B0503020204020204" charset="-122"/>
                <a:cs typeface="微软雅黑" panose="020B0503020204020204" charset="-122"/>
              </a:rPr>
              <a:t>的</a:t>
            </a:r>
            <a:r>
              <a:rPr lang="zh-CN" altLang="en-US" sz="1400" dirty="0">
                <a:latin typeface="微软雅黑" panose="020B0503020204020204" charset="-122"/>
                <a:ea typeface="微软雅黑" panose="020B0503020204020204" charset="-122"/>
                <a:cs typeface="微软雅黑" panose="020B0503020204020204" charset="-122"/>
              </a:rPr>
              <a:t>算法上有缺陷</a:t>
            </a:r>
            <a:r>
              <a:rPr lang="zh-CN" altLang="en-US" sz="1400" dirty="0" smtClean="0">
                <a:latin typeface="微软雅黑" panose="020B0503020204020204" charset="-122"/>
                <a:ea typeface="微软雅黑" panose="020B0503020204020204" charset="-122"/>
                <a:cs typeface="微软雅黑" panose="020B0503020204020204" charset="-122"/>
              </a:rPr>
              <a:t>，无动态</a:t>
            </a:r>
            <a:r>
              <a:rPr lang="en-US" altLang="zh-CN" sz="1400" dirty="0" smtClean="0">
                <a:latin typeface="微软雅黑" panose="020B0503020204020204" charset="-122"/>
                <a:ea typeface="微软雅黑" panose="020B0503020204020204" charset="-122"/>
                <a:cs typeface="微软雅黑" panose="020B0503020204020204" charset="-122"/>
              </a:rPr>
              <a:t>Tone</a:t>
            </a:r>
            <a:r>
              <a:rPr lang="en-US" altLang="zh-CN" sz="1400" dirty="0" err="1" smtClean="0">
                <a:latin typeface="微软雅黑" panose="020B0503020204020204" charset="-122"/>
                <a:ea typeface="微软雅黑" panose="020B0503020204020204" charset="-122"/>
                <a:cs typeface="微软雅黑" panose="020B0503020204020204" charset="-122"/>
                <a:sym typeface="+mn-ea"/>
              </a:rPr>
              <a:t>mapping</a:t>
            </a:r>
            <a:r>
              <a:rPr lang="zh-CN" altLang="en-US" sz="1400" dirty="0">
                <a:latin typeface="微软雅黑" panose="020B0503020204020204" charset="-122"/>
                <a:ea typeface="微软雅黑" panose="020B0503020204020204" charset="-122"/>
                <a:cs typeface="微软雅黑" panose="020B0503020204020204" charset="-122"/>
              </a:rPr>
              <a:t>。</a:t>
            </a:r>
            <a:endParaRPr lang="zh-CN" altLang="en-US" sz="1400" dirty="0">
              <a:latin typeface="微软雅黑" panose="020B0503020204020204" charset="-122"/>
              <a:ea typeface="微软雅黑" panose="020B0503020204020204" charset="-122"/>
              <a:cs typeface="微软雅黑" panose="020B0503020204020204" charset="-122"/>
            </a:endParaRPr>
          </a:p>
          <a:p>
            <a:pPr>
              <a:lnSpc>
                <a:spcPct val="150000"/>
              </a:lnSpc>
            </a:pPr>
            <a:r>
              <a:rPr lang="zh-CN" altLang="en-US" sz="1400" b="1" dirty="0">
                <a:solidFill>
                  <a:schemeClr val="accent1"/>
                </a:solidFill>
                <a:latin typeface="微软雅黑" panose="020B0503020204020204" charset="-122"/>
                <a:ea typeface="微软雅黑" panose="020B0503020204020204" charset="-122"/>
                <a:cs typeface="微软雅黑" panose="020B0503020204020204" charset="-122"/>
              </a:rPr>
              <a:t>优化方向：</a:t>
            </a:r>
            <a:r>
              <a:rPr lang="en-US" altLang="zh-CN" sz="1400" dirty="0">
                <a:latin typeface="微软雅黑" panose="020B0503020204020204" charset="-122"/>
                <a:ea typeface="微软雅黑" panose="020B0503020204020204" charset="-122"/>
                <a:cs typeface="微软雅黑" panose="020B0503020204020204" charset="-122"/>
              </a:rPr>
              <a:t>Clip</a:t>
            </a:r>
            <a:r>
              <a:rPr lang="zh-CN" altLang="en-US" sz="1400" dirty="0">
                <a:latin typeface="微软雅黑" panose="020B0503020204020204" charset="-122"/>
                <a:ea typeface="微软雅黑" panose="020B0503020204020204" charset="-122"/>
                <a:cs typeface="微软雅黑" panose="020B0503020204020204" charset="-122"/>
              </a:rPr>
              <a:t>问题已寄</a:t>
            </a:r>
            <a:r>
              <a:rPr lang="en-US" altLang="zh-CN" sz="1400" dirty="0">
                <a:latin typeface="微软雅黑" panose="020B0503020204020204" charset="-122"/>
                <a:ea typeface="微软雅黑" panose="020B0503020204020204" charset="-122"/>
                <a:cs typeface="微软雅黑" panose="020B0503020204020204" charset="-122"/>
              </a:rPr>
              <a:t>MTK</a:t>
            </a:r>
            <a:r>
              <a:rPr lang="zh-CN" altLang="en-US" sz="1400" dirty="0">
                <a:latin typeface="微软雅黑" panose="020B0503020204020204" charset="-122"/>
                <a:ea typeface="微软雅黑" panose="020B0503020204020204" charset="-122"/>
                <a:cs typeface="微软雅黑" panose="020B0503020204020204" charset="-122"/>
              </a:rPr>
              <a:t>方案给台湾</a:t>
            </a:r>
            <a:r>
              <a:rPr lang="en-US" altLang="zh-CN" sz="1400" dirty="0">
                <a:latin typeface="微软雅黑" panose="020B0503020204020204" charset="-122"/>
                <a:ea typeface="微软雅黑" panose="020B0503020204020204" charset="-122"/>
                <a:cs typeface="微软雅黑" panose="020B0503020204020204" charset="-122"/>
              </a:rPr>
              <a:t>RTK</a:t>
            </a:r>
            <a:r>
              <a:rPr lang="zh-CN" altLang="en-US" sz="1400" dirty="0">
                <a:latin typeface="微软雅黑" panose="020B0503020204020204" charset="-122"/>
                <a:ea typeface="微软雅黑" panose="020B0503020204020204" charset="-122"/>
                <a:cs typeface="微软雅黑" panose="020B0503020204020204" charset="-122"/>
              </a:rPr>
              <a:t>，目前正在优化</a:t>
            </a:r>
            <a:r>
              <a:rPr lang="zh-CN" altLang="en-US" sz="1400" dirty="0">
                <a:latin typeface="微软雅黑" panose="020B0503020204020204" charset="-122"/>
                <a:ea typeface="微软雅黑" panose="020B0503020204020204" charset="-122"/>
                <a:cs typeface="微软雅黑" panose="020B0503020204020204" charset="-122"/>
              </a:rPr>
              <a:t>中。</a:t>
            </a:r>
            <a:endParaRPr lang="zh-CN" altLang="en-US" sz="1400" dirty="0">
              <a:latin typeface="微软雅黑" panose="020B0503020204020204" charset="-122"/>
              <a:ea typeface="微软雅黑" panose="020B0503020204020204" charset="-122"/>
              <a:cs typeface="微软雅黑" panose="020B0503020204020204" charset="-122"/>
            </a:endParaRPr>
          </a:p>
        </p:txBody>
      </p:sp>
      <p:sp>
        <p:nvSpPr>
          <p:cNvPr id="13" name="矩形 12"/>
          <p:cNvSpPr/>
          <p:nvPr>
            <p:custDataLst>
              <p:tags r:id="rId3"/>
            </p:custDataLst>
          </p:nvPr>
        </p:nvSpPr>
        <p:spPr>
          <a:xfrm>
            <a:off x="1087755" y="2967990"/>
            <a:ext cx="759460" cy="302895"/>
          </a:xfrm>
          <a:prstGeom prst="rect">
            <a:avLst/>
          </a:prstGeom>
          <a:solidFill>
            <a:srgbClr val="05B7AB"/>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900" b="1" dirty="0" smtClean="0">
                <a:latin typeface="微软雅黑" panose="020B0503020204020204" charset="-122"/>
                <a:ea typeface="微软雅黑" panose="020B0503020204020204" charset="-122"/>
              </a:rPr>
              <a:t>TCL</a:t>
            </a:r>
            <a:endParaRPr lang="en-US" altLang="zh-CN" sz="900" b="1" dirty="0" smtClean="0">
              <a:latin typeface="微软雅黑" panose="020B0503020204020204" charset="-122"/>
              <a:ea typeface="微软雅黑" panose="020B0503020204020204" charset="-122"/>
            </a:endParaRPr>
          </a:p>
        </p:txBody>
      </p:sp>
      <p:sp>
        <p:nvSpPr>
          <p:cNvPr id="14" name="矩形 13"/>
          <p:cNvSpPr/>
          <p:nvPr>
            <p:custDataLst>
              <p:tags r:id="rId4"/>
            </p:custDataLst>
          </p:nvPr>
        </p:nvSpPr>
        <p:spPr>
          <a:xfrm>
            <a:off x="1087755" y="4775835"/>
            <a:ext cx="759460" cy="302895"/>
          </a:xfrm>
          <a:prstGeom prst="rect">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900" b="1">
                <a:latin typeface="微软雅黑" panose="020B0503020204020204" charset="-122"/>
                <a:ea typeface="微软雅黑" panose="020B0503020204020204" charset="-122"/>
              </a:rPr>
              <a:t>创维</a:t>
            </a:r>
            <a:endParaRPr lang="zh-CN" altLang="en-US" sz="900" b="1">
              <a:latin typeface="微软雅黑" panose="020B0503020204020204" charset="-122"/>
              <a:ea typeface="微软雅黑" panose="020B0503020204020204" charset="-122"/>
            </a:endParaRPr>
          </a:p>
        </p:txBody>
      </p:sp>
      <p:pic>
        <p:nvPicPr>
          <p:cNvPr id="2" name="图片 1"/>
          <p:cNvPicPr>
            <a:picLocks noChangeAspect="1"/>
          </p:cNvPicPr>
          <p:nvPr/>
        </p:nvPicPr>
        <p:blipFill>
          <a:blip r:embed="rId5"/>
          <a:stretch>
            <a:fillRect/>
          </a:stretch>
        </p:blipFill>
        <p:spPr>
          <a:xfrm>
            <a:off x="1847099" y="2967952"/>
            <a:ext cx="3183802" cy="1736962"/>
          </a:xfrm>
          <a:prstGeom prst="rect">
            <a:avLst/>
          </a:prstGeom>
        </p:spPr>
      </p:pic>
      <p:pic>
        <p:nvPicPr>
          <p:cNvPr id="3" name="图片 2"/>
          <p:cNvPicPr>
            <a:picLocks noChangeAspect="1"/>
          </p:cNvPicPr>
          <p:nvPr/>
        </p:nvPicPr>
        <p:blipFill>
          <a:blip r:embed="rId6"/>
          <a:stretch>
            <a:fillRect/>
          </a:stretch>
        </p:blipFill>
        <p:spPr>
          <a:xfrm>
            <a:off x="1847100" y="4775947"/>
            <a:ext cx="3183802" cy="1840201"/>
          </a:xfrm>
          <a:prstGeom prst="rect">
            <a:avLst/>
          </a:prstGeom>
        </p:spPr>
      </p:pic>
      <p:pic>
        <p:nvPicPr>
          <p:cNvPr id="4" name="图片 3"/>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108371" y="2967699"/>
            <a:ext cx="3388360" cy="1744835"/>
          </a:xfrm>
          <a:prstGeom prst="rect">
            <a:avLst/>
          </a:prstGeom>
        </p:spPr>
      </p:pic>
      <p:pic>
        <p:nvPicPr>
          <p:cNvPr id="6" name="图片 5"/>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108575" y="4775835"/>
            <a:ext cx="3378835" cy="184023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custDataLst>
              <p:tags r:id="rId1"/>
            </p:custDataLst>
          </p:nvPr>
        </p:nvSpPr>
        <p:spPr>
          <a:xfrm>
            <a:off x="283292" y="698500"/>
            <a:ext cx="6225540" cy="800100"/>
          </a:xfrm>
          <a:prstGeom prst="rect">
            <a:avLst/>
          </a:prstGeom>
          <a:noFill/>
        </p:spPr>
        <p:txBody>
          <a:bodyPr wrap="square" lIns="0" tIns="0" rIns="0" bIns="0" rtlCol="0">
            <a:spAutoFit/>
          </a:bodyPr>
          <a:lstStyle/>
          <a:p>
            <a:r>
              <a:rPr lang="zh-CN" altLang="en-US" sz="2800" b="1" dirty="0">
                <a:latin typeface="微软雅黑" panose="020B0503020204020204" charset="-122"/>
                <a:ea typeface="微软雅黑" panose="020B0503020204020204" charset="-122"/>
                <a:cs typeface="微软雅黑" panose="020B0503020204020204" charset="-122"/>
              </a:rPr>
              <a:t>重点模块详解</a:t>
            </a:r>
            <a:r>
              <a:rPr lang="en-US" sz="2800" b="1" dirty="0">
                <a:latin typeface="微软雅黑" panose="020B0503020204020204" charset="-122"/>
                <a:ea typeface="微软雅黑" panose="020B0503020204020204" charset="-122"/>
                <a:cs typeface="微软雅黑" panose="020B0503020204020204" charset="-122"/>
                <a:sym typeface="+mn-ea"/>
              </a:rPr>
              <a:t>:</a:t>
            </a:r>
            <a:r>
              <a:rPr lang="en-US" sz="2800" dirty="0">
                <a:latin typeface="微软雅黑" panose="020B0503020204020204" charset="-122"/>
                <a:ea typeface="微软雅黑" panose="020B0503020204020204" charset="-122"/>
                <a:cs typeface="微软雅黑" panose="020B0503020204020204" charset="-122"/>
                <a:sym typeface="+mn-ea"/>
              </a:rPr>
              <a:t> </a:t>
            </a:r>
            <a:r>
              <a:rPr lang="zh-CN" altLang="en-US" sz="2400" dirty="0">
                <a:solidFill>
                  <a:schemeClr val="accent1"/>
                </a:solidFill>
                <a:latin typeface="微软雅黑" panose="020B0503020204020204" charset="-122"/>
                <a:ea typeface="微软雅黑" panose="020B0503020204020204" charset="-122"/>
                <a:cs typeface="微软雅黑" panose="020B0503020204020204" charset="-122"/>
                <a:sym typeface="+mn-ea"/>
              </a:rPr>
              <a:t>电</a:t>
            </a:r>
            <a:r>
              <a:rPr lang="zh-CN" altLang="en-US" sz="2400" dirty="0" smtClean="0">
                <a:solidFill>
                  <a:schemeClr val="accent1"/>
                </a:solidFill>
                <a:latin typeface="微软雅黑" panose="020B0503020204020204" charset="-122"/>
                <a:ea typeface="微软雅黑" panose="020B0503020204020204" charset="-122"/>
                <a:cs typeface="微软雅黑" panose="020B0503020204020204" charset="-122"/>
                <a:sym typeface="+mn-ea"/>
              </a:rPr>
              <a:t>竞模式</a:t>
            </a:r>
            <a:endParaRPr lang="zh-CN" altLang="en-US" sz="2400" dirty="0">
              <a:solidFill>
                <a:schemeClr val="accent1"/>
              </a:solidFill>
              <a:latin typeface="微软雅黑" panose="020B0503020204020204" charset="-122"/>
              <a:ea typeface="微软雅黑" panose="020B0503020204020204" charset="-122"/>
              <a:cs typeface="微软雅黑" panose="020B0503020204020204" charset="-122"/>
            </a:endParaRPr>
          </a:p>
          <a:p>
            <a:endParaRPr lang="zh-CN" altLang="en-US" sz="2400"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5" name="矩形 4"/>
          <p:cNvSpPr/>
          <p:nvPr>
            <p:custDataLst>
              <p:tags r:id="rId2"/>
            </p:custDataLst>
          </p:nvPr>
        </p:nvSpPr>
        <p:spPr>
          <a:xfrm>
            <a:off x="-1905" y="574675"/>
            <a:ext cx="159385" cy="6318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custDataLst>
              <p:tags r:id="rId3"/>
            </p:custDataLst>
          </p:nvPr>
        </p:nvSpPr>
        <p:spPr>
          <a:xfrm>
            <a:off x="614045" y="1202055"/>
            <a:ext cx="10874375" cy="2030095"/>
          </a:xfrm>
          <a:prstGeom prst="rect">
            <a:avLst/>
          </a:prstGeom>
          <a:noFill/>
        </p:spPr>
        <p:txBody>
          <a:bodyPr wrap="square" rtlCol="0">
            <a:spAutoFit/>
          </a:bodyPr>
          <a:lstStyle/>
          <a:p>
            <a:pPr>
              <a:lnSpc>
                <a:spcPct val="150000"/>
              </a:lnSpc>
            </a:pPr>
            <a:r>
              <a:rPr lang="en-US" altLang="zh-CN" sz="1400" dirty="0" smtClean="0">
                <a:latin typeface="微软雅黑" panose="020B0503020204020204" charset="-122"/>
                <a:ea typeface="微软雅黑" panose="020B0503020204020204" charset="-122"/>
                <a:cs typeface="微软雅黑" panose="020B0503020204020204" charset="-122"/>
                <a:sym typeface="+mn-ea"/>
              </a:rPr>
              <a:t>TCL</a:t>
            </a:r>
            <a:r>
              <a:rPr lang="zh-CN" altLang="en-US" sz="1400" dirty="0" smtClean="0">
                <a:latin typeface="微软雅黑" panose="020B0503020204020204" charset="-122"/>
                <a:ea typeface="微软雅黑" panose="020B0503020204020204" charset="-122"/>
                <a:cs typeface="微软雅黑" panose="020B0503020204020204" charset="-122"/>
                <a:sym typeface="+mn-ea"/>
              </a:rPr>
              <a:t>的电竞菜单分为两部分，打开后有一个横向功能栏，打开更多设置后会弹出覆盖大半个屏幕的二级游戏菜单。</a:t>
            </a:r>
            <a:endParaRPr lang="zh-CN" altLang="en-US" sz="1400" dirty="0">
              <a:latin typeface="微软雅黑" panose="020B0503020204020204" charset="-122"/>
              <a:ea typeface="微软雅黑" panose="020B0503020204020204" charset="-122"/>
              <a:cs typeface="微软雅黑" panose="020B0503020204020204" charset="-122"/>
              <a:sym typeface="+mn-ea"/>
            </a:endParaRPr>
          </a:p>
          <a:p>
            <a:pPr>
              <a:lnSpc>
                <a:spcPct val="150000"/>
              </a:lnSpc>
            </a:pPr>
            <a:r>
              <a:rPr lang="en-US" altLang="zh-CN" sz="1400" dirty="0">
                <a:latin typeface="微软雅黑" panose="020B0503020204020204" charset="-122"/>
                <a:ea typeface="微软雅黑" panose="020B0503020204020204" charset="-122"/>
                <a:cs typeface="微软雅黑" panose="020B0503020204020204" charset="-122"/>
                <a:sym typeface="+mn-ea"/>
              </a:rPr>
              <a:t>1</a:t>
            </a:r>
            <a:r>
              <a:rPr lang="zh-CN" altLang="en-US" sz="1400" dirty="0" smtClean="0">
                <a:latin typeface="微软雅黑" panose="020B0503020204020204" charset="-122"/>
                <a:ea typeface="微软雅黑" panose="020B0503020204020204" charset="-122"/>
                <a:cs typeface="微软雅黑" panose="020B0503020204020204" charset="-122"/>
                <a:sym typeface="+mn-ea"/>
              </a:rPr>
              <a:t>、</a:t>
            </a:r>
            <a:r>
              <a:rPr lang="zh-CN" altLang="en-US" sz="1400" b="1" dirty="0" smtClean="0">
                <a:latin typeface="微软雅黑" panose="020B0503020204020204" charset="-122"/>
                <a:ea typeface="微软雅黑" panose="020B0503020204020204" charset="-122"/>
                <a:cs typeface="微软雅黑" panose="020B0503020204020204" charset="-122"/>
                <a:sym typeface="+mn-ea"/>
              </a:rPr>
              <a:t>电竞模式</a:t>
            </a:r>
            <a:r>
              <a:rPr lang="en-US" altLang="zh-CN" sz="1400" b="1" dirty="0" smtClean="0">
                <a:latin typeface="微软雅黑" panose="020B0503020204020204" charset="-122"/>
                <a:ea typeface="微软雅黑" panose="020B0503020204020204" charset="-122"/>
                <a:cs typeface="微软雅黑" panose="020B0503020204020204" charset="-122"/>
                <a:sym typeface="+mn-ea"/>
              </a:rPr>
              <a:t>:</a:t>
            </a:r>
            <a:endParaRPr lang="en-US" altLang="zh-CN" sz="1400" b="1" dirty="0" smtClean="0">
              <a:latin typeface="微软雅黑" panose="020B0503020204020204" charset="-122"/>
              <a:ea typeface="微软雅黑" panose="020B0503020204020204" charset="-122"/>
              <a:cs typeface="微软雅黑" panose="020B0503020204020204" charset="-122"/>
              <a:sym typeface="+mn-ea"/>
            </a:endParaRPr>
          </a:p>
          <a:p>
            <a:pPr>
              <a:lnSpc>
                <a:spcPct val="150000"/>
              </a:lnSpc>
            </a:pPr>
            <a:r>
              <a:rPr lang="zh-CN" altLang="en-US" sz="1400" dirty="0" smtClean="0">
                <a:latin typeface="微软雅黑" panose="020B0503020204020204" charset="-122"/>
                <a:ea typeface="微软雅黑" panose="020B0503020204020204" charset="-122"/>
                <a:cs typeface="微软雅黑" panose="020B0503020204020204" charset="-122"/>
                <a:sym typeface="+mn-ea"/>
              </a:rPr>
              <a:t>分为一个通用游戏模式和两个游戏类型</a:t>
            </a:r>
            <a:r>
              <a:rPr lang="en-US" altLang="zh-CN" sz="1400" dirty="0" smtClean="0">
                <a:latin typeface="微软雅黑" panose="020B0503020204020204" charset="-122"/>
                <a:ea typeface="微软雅黑" panose="020B0503020204020204" charset="-122"/>
                <a:cs typeface="微软雅黑" panose="020B0503020204020204" charset="-122"/>
                <a:sym typeface="+mn-ea"/>
              </a:rPr>
              <a:t>(</a:t>
            </a:r>
            <a:r>
              <a:rPr lang="zh-CN" altLang="en-US" sz="1400" dirty="0" smtClean="0">
                <a:latin typeface="微软雅黑" panose="020B0503020204020204" charset="-122"/>
                <a:ea typeface="微软雅黑" panose="020B0503020204020204" charset="-122"/>
                <a:cs typeface="微软雅黑" panose="020B0503020204020204" charset="-122"/>
                <a:sym typeface="+mn-ea"/>
              </a:rPr>
              <a:t>射击游戏和角色扮演</a:t>
            </a:r>
            <a:r>
              <a:rPr lang="en-US" altLang="zh-CN" sz="1400" dirty="0" smtClean="0">
                <a:latin typeface="微软雅黑" panose="020B0503020204020204" charset="-122"/>
                <a:ea typeface="微软雅黑" panose="020B0503020204020204" charset="-122"/>
                <a:cs typeface="微软雅黑" panose="020B0503020204020204" charset="-122"/>
                <a:sym typeface="+mn-ea"/>
              </a:rPr>
              <a:t>)</a:t>
            </a:r>
            <a:r>
              <a:rPr lang="zh-CN" altLang="en-US" sz="1400" dirty="0" smtClean="0">
                <a:latin typeface="微软雅黑" panose="020B0503020204020204" charset="-122"/>
                <a:ea typeface="微软雅黑" panose="020B0503020204020204" charset="-122"/>
                <a:cs typeface="微软雅黑" panose="020B0503020204020204" charset="-122"/>
                <a:sym typeface="+mn-ea"/>
              </a:rPr>
              <a:t>，每个模式在</a:t>
            </a:r>
            <a:r>
              <a:rPr lang="en-US" altLang="zh-CN" sz="1400" dirty="0" smtClean="0">
                <a:latin typeface="微软雅黑" panose="020B0503020204020204" charset="-122"/>
                <a:ea typeface="微软雅黑" panose="020B0503020204020204" charset="-122"/>
                <a:cs typeface="微软雅黑" panose="020B0503020204020204" charset="-122"/>
                <a:sym typeface="+mn-ea"/>
              </a:rPr>
              <a:t>SDR/HDR</a:t>
            </a:r>
            <a:r>
              <a:rPr lang="zh-CN" altLang="en-US" sz="1400" dirty="0" smtClean="0">
                <a:latin typeface="微软雅黑" panose="020B0503020204020204" charset="-122"/>
                <a:ea typeface="微软雅黑" panose="020B0503020204020204" charset="-122"/>
                <a:cs typeface="微软雅黑" panose="020B0503020204020204" charset="-122"/>
                <a:sym typeface="+mn-ea"/>
              </a:rPr>
              <a:t>和</a:t>
            </a:r>
            <a:r>
              <a:rPr lang="en-US" altLang="zh-CN" sz="1400" dirty="0" smtClean="0">
                <a:latin typeface="微软雅黑" panose="020B0503020204020204" charset="-122"/>
                <a:ea typeface="微软雅黑" panose="020B0503020204020204" charset="-122"/>
                <a:cs typeface="微软雅黑" panose="020B0503020204020204" charset="-122"/>
                <a:sym typeface="+mn-ea"/>
              </a:rPr>
              <a:t>Dolby Vision</a:t>
            </a:r>
            <a:r>
              <a:rPr lang="zh-CN" altLang="en-US" sz="1400" dirty="0" smtClean="0">
                <a:latin typeface="微软雅黑" panose="020B0503020204020204" charset="-122"/>
                <a:ea typeface="微软雅黑" panose="020B0503020204020204" charset="-122"/>
                <a:cs typeface="微软雅黑" panose="020B0503020204020204" charset="-122"/>
                <a:sym typeface="+mn-ea"/>
              </a:rPr>
              <a:t>下都有独立的参数，需要注意的是每个模式的出厂改动都不大且大部分参数可调并开放给用户。</a:t>
            </a:r>
            <a:endParaRPr lang="en-US" altLang="zh-CN" sz="1400" dirty="0" smtClean="0">
              <a:latin typeface="微软雅黑" panose="020B0503020204020204" charset="-122"/>
              <a:ea typeface="微软雅黑" panose="020B0503020204020204" charset="-122"/>
              <a:cs typeface="微软雅黑" panose="020B0503020204020204" charset="-122"/>
              <a:sym typeface="+mn-ea"/>
            </a:endParaRPr>
          </a:p>
          <a:p>
            <a:pPr>
              <a:lnSpc>
                <a:spcPct val="150000"/>
              </a:lnSpc>
            </a:pPr>
            <a:r>
              <a:rPr lang="en-US" altLang="zh-CN" sz="1400" dirty="0" smtClean="0">
                <a:latin typeface="微软雅黑" panose="020B0503020204020204" charset="-122"/>
                <a:ea typeface="微软雅黑" panose="020B0503020204020204" charset="-122"/>
                <a:cs typeface="微软雅黑" panose="020B0503020204020204" charset="-122"/>
                <a:sym typeface="+mn-ea"/>
              </a:rPr>
              <a:t>2</a:t>
            </a:r>
            <a:r>
              <a:rPr lang="zh-CN" altLang="en-US" sz="1400" dirty="0" smtClean="0">
                <a:latin typeface="微软雅黑" panose="020B0503020204020204" charset="-122"/>
                <a:ea typeface="微软雅黑" panose="020B0503020204020204" charset="-122"/>
                <a:cs typeface="微软雅黑" panose="020B0503020204020204" charset="-122"/>
                <a:sym typeface="+mn-ea"/>
              </a:rPr>
              <a:t>、</a:t>
            </a:r>
            <a:r>
              <a:rPr lang="zh-CN" altLang="en-US" sz="1400" b="1" dirty="0" smtClean="0">
                <a:latin typeface="微软雅黑" panose="020B0503020204020204" charset="-122"/>
                <a:ea typeface="微软雅黑" panose="020B0503020204020204" charset="-122"/>
                <a:cs typeface="微软雅黑" panose="020B0503020204020204" charset="-122"/>
                <a:sym typeface="+mn-ea"/>
              </a:rPr>
              <a:t>其他功能</a:t>
            </a:r>
            <a:r>
              <a:rPr lang="en-US" altLang="zh-CN" sz="1400" b="1" dirty="0" smtClean="0">
                <a:latin typeface="微软雅黑" panose="020B0503020204020204" charset="-122"/>
                <a:ea typeface="微软雅黑" panose="020B0503020204020204" charset="-122"/>
                <a:cs typeface="微软雅黑" panose="020B0503020204020204" charset="-122"/>
                <a:sym typeface="+mn-ea"/>
              </a:rPr>
              <a:t>:</a:t>
            </a:r>
            <a:endParaRPr lang="en-US" altLang="zh-CN" sz="1400" dirty="0" smtClean="0">
              <a:latin typeface="微软雅黑" panose="020B0503020204020204" charset="-122"/>
              <a:ea typeface="微软雅黑" panose="020B0503020204020204" charset="-122"/>
              <a:cs typeface="微软雅黑" panose="020B0503020204020204" charset="-122"/>
              <a:sym typeface="+mn-ea"/>
            </a:endParaRPr>
          </a:p>
          <a:p>
            <a:pPr>
              <a:lnSpc>
                <a:spcPct val="150000"/>
              </a:lnSpc>
            </a:pPr>
            <a:r>
              <a:rPr lang="zh-CN" altLang="en-US" sz="1400" dirty="0" smtClean="0">
                <a:latin typeface="微软雅黑" panose="020B0503020204020204" charset="-122"/>
                <a:ea typeface="微软雅黑" panose="020B0503020204020204" charset="-122"/>
                <a:cs typeface="微软雅黑" panose="020B0503020204020204" charset="-122"/>
                <a:sym typeface="+mn-ea"/>
              </a:rPr>
              <a:t>打开游戏菜单后可以显示帧率</a:t>
            </a:r>
            <a:r>
              <a:rPr lang="en-US" altLang="zh-CN" sz="1400" dirty="0" smtClean="0">
                <a:latin typeface="微软雅黑" panose="020B0503020204020204" charset="-122"/>
                <a:ea typeface="微软雅黑" panose="020B0503020204020204" charset="-122"/>
                <a:cs typeface="微软雅黑" panose="020B0503020204020204" charset="-122"/>
                <a:sym typeface="+mn-ea"/>
              </a:rPr>
              <a:t>/HDR/</a:t>
            </a:r>
            <a:r>
              <a:rPr lang="zh-CN" altLang="en-US" sz="1400" dirty="0" smtClean="0">
                <a:latin typeface="微软雅黑" panose="020B0503020204020204" charset="-122"/>
                <a:ea typeface="微软雅黑" panose="020B0503020204020204" charset="-122"/>
                <a:cs typeface="微软雅黑" panose="020B0503020204020204" charset="-122"/>
                <a:sym typeface="+mn-ea"/>
              </a:rPr>
              <a:t>自动低延时与可变刷新率的状态，</a:t>
            </a:r>
            <a:r>
              <a:rPr lang="en-US" altLang="zh-CN" sz="1400" dirty="0" smtClean="0">
                <a:latin typeface="微软雅黑" panose="020B0503020204020204" charset="-122"/>
                <a:ea typeface="微软雅黑" panose="020B0503020204020204" charset="-122"/>
                <a:cs typeface="微软雅黑" panose="020B0503020204020204" charset="-122"/>
                <a:sym typeface="+mn-ea"/>
              </a:rPr>
              <a:t>UI</a:t>
            </a:r>
            <a:r>
              <a:rPr lang="zh-CN" altLang="en-US" sz="1400" dirty="0" smtClean="0">
                <a:latin typeface="微软雅黑" panose="020B0503020204020204" charset="-122"/>
                <a:ea typeface="微软雅黑" panose="020B0503020204020204" charset="-122"/>
                <a:cs typeface="微软雅黑" panose="020B0503020204020204" charset="-122"/>
                <a:sym typeface="+mn-ea"/>
              </a:rPr>
              <a:t>也有三种样式可以切换。</a:t>
            </a:r>
            <a:endParaRPr lang="en-US" altLang="zh-CN" sz="1400" dirty="0">
              <a:latin typeface="微软雅黑" panose="020B0503020204020204" charset="-122"/>
              <a:ea typeface="微软雅黑" panose="020B0503020204020204" charset="-122"/>
              <a:cs typeface="微软雅黑" panose="020B0503020204020204" charset="-122"/>
              <a:sym typeface="+mn-ea"/>
            </a:endParaRPr>
          </a:p>
        </p:txBody>
      </p:sp>
      <p:sp>
        <p:nvSpPr>
          <p:cNvPr id="13" name="标题 11"/>
          <p:cNvSpPr>
            <a:spLocks noGrp="1"/>
          </p:cNvSpPr>
          <p:nvPr>
            <p:custDataLst>
              <p:tags r:id="rId4"/>
            </p:custDataLst>
          </p:nvPr>
        </p:nvSpPr>
        <p:spPr>
          <a:xfrm>
            <a:off x="7156119" y="5968064"/>
            <a:ext cx="1743075" cy="742950"/>
          </a:xfrm>
          <a:prstGeom prst="rect">
            <a:avLst/>
          </a:prstGeom>
        </p:spPr>
        <p:txBody>
          <a:bodyPr vert="horz" wrap="square" lIns="91440" tIns="45720" rIns="91440" bIns="46800" rtlCol="0" anchor="ctr">
            <a:normAutofit/>
          </a:bodyPr>
          <a:lstStyle>
            <a:lvl1pPr algn="l" defTabSz="914400" rtl="0" eaLnBrk="1" latinLnBrk="0" hangingPunct="1">
              <a:lnSpc>
                <a:spcPct val="90000"/>
              </a:lnSpc>
              <a:spcBef>
                <a:spcPct val="0"/>
              </a:spcBef>
              <a:buNone/>
              <a:defRPr sz="4000" kern="1200">
                <a:solidFill>
                  <a:schemeClr val="tx1"/>
                </a:solidFill>
                <a:latin typeface="+mj-lt"/>
                <a:ea typeface="+mj-ea"/>
                <a:cs typeface="+mj-cs"/>
              </a:defRPr>
            </a:lvl1pPr>
          </a:lstStyle>
          <a:p>
            <a:endParaRPr lang="en-US" altLang="zh-CN" sz="1400" dirty="0">
              <a:latin typeface="微软雅黑" panose="020B0503020204020204" charset="-122"/>
              <a:ea typeface="微软雅黑" panose="020B0503020204020204" charset="-122"/>
              <a:cs typeface="微软雅黑" panose="020B0503020204020204" charset="-122"/>
            </a:endParaRPr>
          </a:p>
        </p:txBody>
      </p:sp>
      <p:pic>
        <p:nvPicPr>
          <p:cNvPr id="2" name="图片 1"/>
          <p:cNvPicPr>
            <a:picLocks noChangeAspect="1"/>
          </p:cNvPicPr>
          <p:nvPr/>
        </p:nvPicPr>
        <p:blipFill rotWithShape="1">
          <a:blip r:embed="rId5" cstate="print">
            <a:extLst>
              <a:ext uri="{28A0092B-C50C-407E-A947-70E740481C1C}">
                <a14:useLocalDpi xmlns:a14="http://schemas.microsoft.com/office/drawing/2010/main" val="0"/>
              </a:ext>
            </a:extLst>
          </a:blip>
          <a:srcRect l="1" t="11392" r="2079" b="8190"/>
          <a:stretch>
            <a:fillRect/>
          </a:stretch>
        </p:blipFill>
        <p:spPr>
          <a:xfrm>
            <a:off x="6313139" y="3383710"/>
            <a:ext cx="4938833" cy="3041984"/>
          </a:xfrm>
          <a:prstGeom prst="rect">
            <a:avLst/>
          </a:prstGeom>
        </p:spPr>
      </p:pic>
      <p:pic>
        <p:nvPicPr>
          <p:cNvPr id="6" name="图片 5"/>
          <p:cNvPicPr>
            <a:picLocks noChangeAspect="1"/>
          </p:cNvPicPr>
          <p:nvPr/>
        </p:nvPicPr>
        <p:blipFill rotWithShape="1">
          <a:blip r:embed="rId6" cstate="print">
            <a:extLst>
              <a:ext uri="{28A0092B-C50C-407E-A947-70E740481C1C}">
                <a14:useLocalDpi xmlns:a14="http://schemas.microsoft.com/office/drawing/2010/main" val="0"/>
              </a:ext>
            </a:extLst>
          </a:blip>
          <a:srcRect l="470" t="19348" r="3166" b="4135"/>
          <a:stretch>
            <a:fillRect/>
          </a:stretch>
        </p:blipFill>
        <p:spPr>
          <a:xfrm>
            <a:off x="711218" y="3383710"/>
            <a:ext cx="5108041" cy="304198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custDataLst>
              <p:tags r:id="rId1"/>
            </p:custDataLst>
          </p:nvPr>
        </p:nvSpPr>
        <p:spPr>
          <a:xfrm>
            <a:off x="361950" y="698500"/>
            <a:ext cx="6225540" cy="800100"/>
          </a:xfrm>
          <a:prstGeom prst="rect">
            <a:avLst/>
          </a:prstGeom>
          <a:noFill/>
        </p:spPr>
        <p:txBody>
          <a:bodyPr wrap="square" lIns="0" tIns="0" rIns="0" bIns="0" rtlCol="0">
            <a:spAutoFit/>
          </a:bodyPr>
          <a:lstStyle/>
          <a:p>
            <a:r>
              <a:rPr lang="zh-CN" altLang="en-US" sz="2800" b="1">
                <a:latin typeface="微软雅黑" panose="020B0503020204020204" charset="-122"/>
                <a:ea typeface="微软雅黑" panose="020B0503020204020204" charset="-122"/>
                <a:cs typeface="微软雅黑" panose="020B0503020204020204" charset="-122"/>
              </a:rPr>
              <a:t>价值点总结</a:t>
            </a:r>
            <a:endParaRPr lang="zh-CN" altLang="en-US" sz="2400">
              <a:solidFill>
                <a:schemeClr val="accent1"/>
              </a:solidFill>
              <a:latin typeface="微软雅黑" panose="020B0503020204020204" charset="-122"/>
              <a:ea typeface="微软雅黑" panose="020B0503020204020204" charset="-122"/>
              <a:cs typeface="微软雅黑" panose="020B0503020204020204" charset="-122"/>
            </a:endParaRPr>
          </a:p>
          <a:p>
            <a:endParaRPr lang="zh-CN" altLang="en-US" sz="240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5" name="矩形 4"/>
          <p:cNvSpPr/>
          <p:nvPr>
            <p:custDataLst>
              <p:tags r:id="rId2"/>
            </p:custDataLst>
          </p:nvPr>
        </p:nvSpPr>
        <p:spPr>
          <a:xfrm>
            <a:off x="-1905" y="574675"/>
            <a:ext cx="159385" cy="6318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custDataLst>
              <p:tags r:id="rId3"/>
            </p:custDataLst>
          </p:nvPr>
        </p:nvSpPr>
        <p:spPr>
          <a:xfrm>
            <a:off x="649605" y="1334770"/>
            <a:ext cx="10667365" cy="368300"/>
          </a:xfrm>
          <a:prstGeom prst="rect">
            <a:avLst/>
          </a:prstGeom>
          <a:noFill/>
        </p:spPr>
        <p:txBody>
          <a:bodyPr wrap="square" rtlCol="0">
            <a:spAutoFit/>
          </a:bodyPr>
          <a:lstStyle/>
          <a:p>
            <a:pPr>
              <a:lnSpc>
                <a:spcPct val="150000"/>
              </a:lnSpc>
            </a:pPr>
            <a:r>
              <a:rPr lang="en-US" altLang="zh-CN" sz="1200">
                <a:latin typeface="微软雅黑" panose="020B0503020204020204" charset="-122"/>
                <a:ea typeface="微软雅黑" panose="020B0503020204020204" charset="-122"/>
                <a:cs typeface="微软雅黑" panose="020B0503020204020204" charset="-122"/>
                <a:sym typeface="+mn-ea"/>
              </a:rPr>
              <a:t> </a:t>
            </a:r>
            <a:endParaRPr lang="zh-CN" altLang="en-US" sz="1200">
              <a:latin typeface="微软雅黑" panose="020B0503020204020204" charset="-122"/>
              <a:ea typeface="微软雅黑" panose="020B0503020204020204" charset="-122"/>
              <a:cs typeface="微软雅黑" panose="020B0503020204020204" charset="-122"/>
              <a:sym typeface="+mn-ea"/>
            </a:endParaRPr>
          </a:p>
        </p:txBody>
      </p:sp>
      <p:graphicFrame>
        <p:nvGraphicFramePr>
          <p:cNvPr id="3" name="表格 2"/>
          <p:cNvGraphicFramePr/>
          <p:nvPr>
            <p:custDataLst>
              <p:tags r:id="rId4"/>
            </p:custDataLst>
          </p:nvPr>
        </p:nvGraphicFramePr>
        <p:xfrm>
          <a:off x="900430" y="1653540"/>
          <a:ext cx="10258425" cy="4408805"/>
        </p:xfrm>
        <a:graphic>
          <a:graphicData uri="http://schemas.openxmlformats.org/drawingml/2006/table">
            <a:tbl>
              <a:tblPr>
                <a:tableStyleId>{5C22544A-7EE6-4342-B048-85BDC9FD1C3A}</a:tableStyleId>
              </a:tblPr>
              <a:tblGrid>
                <a:gridCol w="1816735"/>
                <a:gridCol w="3307715"/>
                <a:gridCol w="3562350"/>
                <a:gridCol w="1571625"/>
              </a:tblGrid>
              <a:tr h="800735">
                <a:tc>
                  <a:txBody>
                    <a:bodyPr/>
                    <a:lstStyle/>
                    <a:p>
                      <a:pPr algn="l">
                        <a:buNone/>
                      </a:pPr>
                      <a:r>
                        <a:rPr lang="zh-CN" altLang="en-US" sz="1600" b="1">
                          <a:latin typeface="微软雅黑" panose="020B0503020204020204" charset="-122"/>
                          <a:ea typeface="微软雅黑" panose="020B0503020204020204" charset="-122"/>
                        </a:rPr>
                        <a:t>价值点名称</a:t>
                      </a:r>
                      <a:endParaRPr lang="zh-CN" altLang="en-US" sz="1600" b="1">
                        <a:latin typeface="微软雅黑" panose="020B0503020204020204" charset="-122"/>
                        <a:ea typeface="微软雅黑" panose="020B0503020204020204" charset="-122"/>
                      </a:endParaRPr>
                    </a:p>
                  </a:txBody>
                  <a:tcPr anchor="ctr">
                    <a:solidFill>
                      <a:schemeClr val="accent1">
                        <a:lumMod val="40000"/>
                        <a:lumOff val="60000"/>
                      </a:schemeClr>
                    </a:solidFill>
                  </a:tcPr>
                </a:tc>
                <a:tc>
                  <a:txBody>
                    <a:bodyPr/>
                    <a:lstStyle/>
                    <a:p>
                      <a:pPr algn="l">
                        <a:buNone/>
                      </a:pPr>
                      <a:r>
                        <a:rPr lang="zh-CN" altLang="en-US" sz="1600" b="1">
                          <a:latin typeface="微软雅黑" panose="020B0503020204020204" charset="-122"/>
                          <a:ea typeface="微软雅黑" panose="020B0503020204020204" charset="-122"/>
                        </a:rPr>
                        <a:t>概述</a:t>
                      </a:r>
                      <a:endParaRPr lang="zh-CN" altLang="en-US" sz="1600" b="1">
                        <a:latin typeface="微软雅黑" panose="020B0503020204020204" charset="-122"/>
                        <a:ea typeface="微软雅黑" panose="020B0503020204020204" charset="-122"/>
                      </a:endParaRPr>
                    </a:p>
                  </a:txBody>
                  <a:tcPr anchor="ctr">
                    <a:solidFill>
                      <a:schemeClr val="accent1">
                        <a:lumMod val="40000"/>
                        <a:lumOff val="60000"/>
                      </a:schemeClr>
                    </a:solidFill>
                  </a:tcPr>
                </a:tc>
                <a:tc>
                  <a:txBody>
                    <a:bodyPr/>
                    <a:lstStyle/>
                    <a:p>
                      <a:pPr algn="l">
                        <a:buNone/>
                      </a:pPr>
                      <a:r>
                        <a:rPr lang="zh-CN" altLang="en-US" sz="1600" b="1">
                          <a:latin typeface="微软雅黑" panose="020B0503020204020204" charset="-122"/>
                          <a:ea typeface="微软雅黑" panose="020B0503020204020204" charset="-122"/>
                        </a:rPr>
                        <a:t>预期收益</a:t>
                      </a:r>
                      <a:endParaRPr lang="zh-CN" altLang="en-US" sz="1600" b="1">
                        <a:latin typeface="微软雅黑" panose="020B0503020204020204" charset="-122"/>
                        <a:ea typeface="微软雅黑" panose="020B0503020204020204" charset="-122"/>
                      </a:endParaRPr>
                    </a:p>
                  </a:txBody>
                  <a:tcPr anchor="ctr">
                    <a:solidFill>
                      <a:schemeClr val="accent1">
                        <a:lumMod val="40000"/>
                        <a:lumOff val="60000"/>
                      </a:schemeClr>
                    </a:solidFill>
                  </a:tcPr>
                </a:tc>
                <a:tc>
                  <a:txBody>
                    <a:bodyPr/>
                    <a:lstStyle/>
                    <a:p>
                      <a:pPr algn="l">
                        <a:buNone/>
                      </a:pPr>
                      <a:r>
                        <a:rPr lang="zh-CN" altLang="en-US" sz="1600" b="1">
                          <a:latin typeface="微软雅黑" panose="020B0503020204020204" charset="-122"/>
                          <a:ea typeface="微软雅黑" panose="020B0503020204020204" charset="-122"/>
                        </a:rPr>
                        <a:t>落地部门</a:t>
                      </a:r>
                      <a:endParaRPr lang="zh-CN" altLang="en-US" sz="1600" b="1">
                        <a:latin typeface="微软雅黑" panose="020B0503020204020204" charset="-122"/>
                        <a:ea typeface="微软雅黑" panose="020B0503020204020204" charset="-122"/>
                      </a:endParaRPr>
                    </a:p>
                  </a:txBody>
                  <a:tcPr anchor="ctr">
                    <a:solidFill>
                      <a:schemeClr val="accent1">
                        <a:lumMod val="40000"/>
                        <a:lumOff val="60000"/>
                      </a:schemeClr>
                    </a:solidFill>
                  </a:tcPr>
                </a:tc>
              </a:tr>
              <a:tr h="1682750">
                <a:tc>
                  <a:txBody>
                    <a:bodyPr/>
                    <a:lstStyle/>
                    <a:p>
                      <a:pPr>
                        <a:buNone/>
                      </a:pPr>
                      <a:r>
                        <a:rPr lang="en-US" altLang="zh-CN" sz="1400">
                          <a:latin typeface="微软雅黑" panose="020B0503020204020204" charset="-122"/>
                          <a:ea typeface="微软雅黑" panose="020B0503020204020204" charset="-122"/>
                          <a:cs typeface="微软雅黑" panose="020B0503020204020204" charset="-122"/>
                        </a:rPr>
                        <a:t>HDR</a:t>
                      </a:r>
                      <a:r>
                        <a:rPr lang="zh-CN" altLang="en-US" sz="1400">
                          <a:latin typeface="微软雅黑" panose="020B0503020204020204" charset="-122"/>
                          <a:ea typeface="微软雅黑" panose="020B0503020204020204" charset="-122"/>
                          <a:cs typeface="微软雅黑" panose="020B0503020204020204" charset="-122"/>
                        </a:rPr>
                        <a:t>优化</a:t>
                      </a:r>
                      <a:endParaRPr lang="zh-CN" altLang="en-US" sz="1400">
                        <a:latin typeface="微软雅黑" panose="020B0503020204020204" charset="-122"/>
                        <a:ea typeface="微软雅黑" panose="020B0503020204020204" charset="-122"/>
                        <a:cs typeface="微软雅黑" panose="020B0503020204020204" charset="-122"/>
                      </a:endParaRPr>
                    </a:p>
                  </a:txBody>
                  <a:tcPr anchor="ctr"/>
                </a:tc>
                <a:tc>
                  <a:txBody>
                    <a:bodyPr/>
                    <a:lstStyle/>
                    <a:p>
                      <a:pPr>
                        <a:lnSpc>
                          <a:spcPct val="150000"/>
                        </a:lnSpc>
                        <a:buNone/>
                      </a:pPr>
                      <a:r>
                        <a:rPr lang="zh-CN" altLang="en-US" sz="1400" dirty="0">
                          <a:latin typeface="微软雅黑" panose="020B0503020204020204" charset="-122"/>
                          <a:ea typeface="微软雅黑" panose="020B0503020204020204" charset="-122"/>
                          <a:cs typeface="微软雅黑" panose="020B0503020204020204" charset="-122"/>
                        </a:rPr>
                        <a:t>HDR亮度映射调试优化。</a:t>
                      </a:r>
                      <a:endParaRPr lang="en-US" altLang="zh-CN" sz="1400" dirty="0">
                        <a:latin typeface="微软雅黑" panose="020B0503020204020204" charset="-122"/>
                        <a:ea typeface="微软雅黑" panose="020B0503020204020204" charset="-122"/>
                        <a:cs typeface="微软雅黑" panose="020B0503020204020204" charset="-122"/>
                      </a:endParaRPr>
                    </a:p>
                  </a:txBody>
                  <a:tcPr anchor="ctr"/>
                </a:tc>
                <a:tc>
                  <a:txBody>
                    <a:bodyPr/>
                    <a:lstStyle/>
                    <a:p>
                      <a:pPr>
                        <a:lnSpc>
                          <a:spcPct val="150000"/>
                        </a:lnSpc>
                        <a:buNone/>
                      </a:pPr>
                      <a:r>
                        <a:rPr lang="zh-CN" altLang="en-US" sz="1400" dirty="0">
                          <a:latin typeface="微软雅黑" panose="020B0503020204020204" charset="-122"/>
                          <a:ea typeface="微软雅黑" panose="020B0503020204020204" charset="-122"/>
                          <a:cs typeface="微软雅黑" panose="020B0503020204020204" charset="-122"/>
                        </a:rPr>
                        <a:t>为用户提供更沉浸的</a:t>
                      </a:r>
                      <a:r>
                        <a:rPr lang="en-US" altLang="zh-CN" sz="1400" dirty="0">
                          <a:latin typeface="微软雅黑" panose="020B0503020204020204" charset="-122"/>
                          <a:ea typeface="微软雅黑" panose="020B0503020204020204" charset="-122"/>
                          <a:cs typeface="微软雅黑" panose="020B0503020204020204" charset="-122"/>
                        </a:rPr>
                        <a:t>HDR</a:t>
                      </a:r>
                      <a:r>
                        <a:rPr lang="zh-CN" altLang="en-US" sz="1400" dirty="0">
                          <a:latin typeface="微软雅黑" panose="020B0503020204020204" charset="-122"/>
                          <a:ea typeface="微软雅黑" panose="020B0503020204020204" charset="-122"/>
                          <a:cs typeface="微软雅黑" panose="020B0503020204020204" charset="-122"/>
                        </a:rPr>
                        <a:t>画质观看体验，提升品牌画质竞争力。</a:t>
                      </a:r>
                      <a:endParaRPr lang="zh-CN" altLang="en-US" sz="1400" dirty="0">
                        <a:latin typeface="微软雅黑" panose="020B0503020204020204" charset="-122"/>
                        <a:ea typeface="微软雅黑" panose="020B0503020204020204" charset="-122"/>
                        <a:cs typeface="微软雅黑" panose="020B0503020204020204" charset="-122"/>
                      </a:endParaRPr>
                    </a:p>
                  </a:txBody>
                  <a:tcPr anchor="ctr"/>
                </a:tc>
                <a:tc>
                  <a:txBody>
                    <a:bodyPr/>
                    <a:lstStyle/>
                    <a:p>
                      <a:pPr>
                        <a:buNone/>
                      </a:pPr>
                      <a:r>
                        <a:rPr lang="zh-CN" altLang="en-US" sz="1400" dirty="0">
                          <a:latin typeface="微软雅黑" panose="020B0503020204020204" charset="-122"/>
                          <a:ea typeface="微软雅黑" panose="020B0503020204020204" charset="-122"/>
                        </a:rPr>
                        <a:t>画质</a:t>
                      </a:r>
                      <a:endParaRPr lang="zh-CN" altLang="en-US" sz="1400" dirty="0">
                        <a:latin typeface="微软雅黑" panose="020B0503020204020204" charset="-122"/>
                        <a:ea typeface="微软雅黑" panose="020B0503020204020204" charset="-122"/>
                      </a:endParaRPr>
                    </a:p>
                  </a:txBody>
                  <a:tcPr anchor="ctr"/>
                </a:tc>
              </a:tr>
              <a:tr h="1925320">
                <a:tc>
                  <a:txBody>
                    <a:bodyPr/>
                    <a:lstStyle/>
                    <a:p>
                      <a:pPr>
                        <a:lnSpc>
                          <a:spcPct val="150000"/>
                        </a:lnSpc>
                        <a:buNone/>
                      </a:pPr>
                      <a:r>
                        <a:rPr lang="en-US" altLang="zh-CN" sz="1400" dirty="0" smtClean="0">
                          <a:latin typeface="微软雅黑" panose="020B0503020204020204" charset="-122"/>
                          <a:ea typeface="微软雅黑" panose="020B0503020204020204" charset="-122"/>
                          <a:cs typeface="微软雅黑" panose="020B0503020204020204" charset="-122"/>
                        </a:rPr>
                        <a:t>HDR</a:t>
                      </a:r>
                      <a:r>
                        <a:rPr lang="zh-CN" altLang="en-US" sz="1400" dirty="0" smtClean="0">
                          <a:latin typeface="微软雅黑" panose="020B0503020204020204" charset="-122"/>
                          <a:ea typeface="微软雅黑" panose="020B0503020204020204" charset="-122"/>
                          <a:cs typeface="微软雅黑" panose="020B0503020204020204" charset="-122"/>
                        </a:rPr>
                        <a:t>测试图片识别</a:t>
                      </a:r>
                      <a:endParaRPr lang="zh-CN" altLang="en-US" sz="1400" dirty="0" smtClean="0">
                        <a:latin typeface="微软雅黑" panose="020B0503020204020204" charset="-122"/>
                        <a:ea typeface="微软雅黑" panose="020B0503020204020204" charset="-122"/>
                        <a:cs typeface="微软雅黑" panose="020B0503020204020204" charset="-122"/>
                      </a:endParaRPr>
                    </a:p>
                  </a:txBody>
                  <a:tcPr anchor="ctr"/>
                </a:tc>
                <a:tc>
                  <a:txBody>
                    <a:bodyPr/>
                    <a:lstStyle/>
                    <a:p>
                      <a:pPr>
                        <a:lnSpc>
                          <a:spcPct val="150000"/>
                        </a:lnSpc>
                      </a:pPr>
                      <a:r>
                        <a:rPr lang="en-US" altLang="zh-CN" sz="1400" dirty="0" smtClean="0">
                          <a:latin typeface="微软雅黑" panose="020B0503020204020204" charset="-122"/>
                          <a:ea typeface="微软雅黑" panose="020B0503020204020204" charset="-122"/>
                          <a:cs typeface="微软雅黑" panose="020B0503020204020204" charset="-122"/>
                        </a:rPr>
                        <a:t>TCL </a:t>
                      </a:r>
                      <a:r>
                        <a:rPr lang="zh-CN" altLang="en-US" sz="1400" dirty="0" smtClean="0">
                          <a:latin typeface="微软雅黑" panose="020B0503020204020204" charset="-122"/>
                          <a:ea typeface="微软雅黑" panose="020B0503020204020204" charset="-122"/>
                          <a:cs typeface="微软雅黑" panose="020B0503020204020204" charset="-122"/>
                        </a:rPr>
                        <a:t>客观针对客观测试的窗口画面做了图片识别，可以测试到更好的</a:t>
                      </a:r>
                      <a:r>
                        <a:rPr lang="en-US" altLang="zh-CN" sz="1400" dirty="0" smtClean="0">
                          <a:latin typeface="微软雅黑" panose="020B0503020204020204" charset="-122"/>
                          <a:ea typeface="微软雅黑" panose="020B0503020204020204" charset="-122"/>
                          <a:cs typeface="微软雅黑" panose="020B0503020204020204" charset="-122"/>
                        </a:rPr>
                        <a:t>EOTF</a:t>
                      </a:r>
                      <a:r>
                        <a:rPr lang="zh-CN" altLang="en-US" sz="1400" dirty="0" smtClean="0">
                          <a:latin typeface="微软雅黑" panose="020B0503020204020204" charset="-122"/>
                          <a:ea typeface="微软雅黑" panose="020B0503020204020204" charset="-122"/>
                          <a:cs typeface="微软雅黑" panose="020B0503020204020204" charset="-122"/>
                        </a:rPr>
                        <a:t>数据</a:t>
                      </a:r>
                      <a:endParaRPr lang="zh-CN" altLang="en-US" sz="1400" dirty="0" smtClean="0">
                        <a:latin typeface="微软雅黑" panose="020B0503020204020204" charset="-122"/>
                        <a:ea typeface="微软雅黑" panose="020B0503020204020204" charset="-122"/>
                        <a:cs typeface="微软雅黑" panose="020B0503020204020204" charset="-122"/>
                      </a:endParaRPr>
                    </a:p>
                  </a:txBody>
                  <a:tcPr anchor="ctr"/>
                </a:tc>
                <a:tc>
                  <a:txBody>
                    <a:bodyPr/>
                    <a:lstStyle/>
                    <a:p>
                      <a:pPr>
                        <a:lnSpc>
                          <a:spcPct val="150000"/>
                        </a:lnSpc>
                      </a:pPr>
                      <a:r>
                        <a:rPr lang="zh-CN" altLang="en-US" sz="1400" dirty="0" smtClean="0">
                          <a:latin typeface="微软雅黑" panose="020B0503020204020204" charset="-122"/>
                          <a:ea typeface="微软雅黑" panose="020B0503020204020204" charset="-122"/>
                        </a:rPr>
                        <a:t>更灵活的应对评测和认证</a:t>
                      </a:r>
                      <a:endParaRPr lang="zh-CN" altLang="en-US" sz="1400" dirty="0" smtClean="0">
                        <a:latin typeface="微软雅黑" panose="020B0503020204020204" charset="-122"/>
                        <a:ea typeface="微软雅黑" panose="020B0503020204020204" charset="-122"/>
                      </a:endParaRPr>
                    </a:p>
                  </a:txBody>
                  <a:tcPr anchor="ctr"/>
                </a:tc>
                <a:tc>
                  <a:txBody>
                    <a:bodyPr/>
                    <a:lstStyle/>
                    <a:p>
                      <a:pPr>
                        <a:lnSpc>
                          <a:spcPct val="150000"/>
                        </a:lnSpc>
                      </a:pPr>
                      <a:r>
                        <a:rPr lang="zh-CN" altLang="en-US" sz="1400" dirty="0" smtClean="0">
                          <a:latin typeface="微软雅黑" panose="020B0503020204020204" charset="-122"/>
                          <a:ea typeface="微软雅黑" panose="020B0503020204020204" charset="-122"/>
                          <a:cs typeface="微软雅黑" panose="020B0503020204020204" charset="-122"/>
                        </a:rPr>
                        <a:t>软件</a:t>
                      </a:r>
                      <a:r>
                        <a:rPr lang="en-US" altLang="zh-CN" sz="1400" dirty="0" smtClean="0">
                          <a:latin typeface="微软雅黑" panose="020B0503020204020204" charset="-122"/>
                          <a:ea typeface="微软雅黑" panose="020B0503020204020204" charset="-122"/>
                          <a:cs typeface="微软雅黑" panose="020B0503020204020204" charset="-122"/>
                        </a:rPr>
                        <a:t>+</a:t>
                      </a:r>
                      <a:r>
                        <a:rPr lang="zh-CN" altLang="en-US" sz="1400" dirty="0" smtClean="0">
                          <a:latin typeface="微软雅黑" panose="020B0503020204020204" charset="-122"/>
                          <a:ea typeface="微软雅黑" panose="020B0503020204020204" charset="-122"/>
                          <a:cs typeface="微软雅黑" panose="020B0503020204020204" charset="-122"/>
                        </a:rPr>
                        <a:t>画质</a:t>
                      </a:r>
                      <a:endParaRPr lang="zh-CN" altLang="en-US" sz="1400" dirty="0" smtClean="0">
                        <a:latin typeface="微软雅黑" panose="020B0503020204020204" charset="-122"/>
                        <a:ea typeface="微软雅黑" panose="020B0503020204020204" charset="-122"/>
                        <a:cs typeface="微软雅黑" panose="020B0503020204020204" charset="-122"/>
                      </a:endParaRPr>
                    </a:p>
                  </a:txBody>
                  <a:tcPr anchor="ctr"/>
                </a:tc>
              </a:tr>
            </a:tbl>
          </a:graphicData>
        </a:graphic>
      </p:graphicFrame>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i*19"/>
  <p:tag name="KSO_WM_UNIT_LAYERLEVEL" val="1"/>
  <p:tag name="KSO_WM_TAG_VERSION" val="1.0"/>
  <p:tag name="KSO_WM_BEAUTIFY_FLAG" val="#wm#"/>
  <p:tag name="KSO_WM_UNIT_TYPE" val="i"/>
  <p:tag name="KSO_WM_UNIT_INDEX" val="19"/>
  <p:tag name="KSO_WM_SLIDE_BACKGROUND_TYPE" val="general"/>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i*20"/>
  <p:tag name="KSO_WM_UNIT_LAYERLEVEL" val="1"/>
  <p:tag name="KSO_WM_TAG_VERSION" val="1.0"/>
  <p:tag name="KSO_WM_BEAUTIFY_FLAG" val="#wm#"/>
  <p:tag name="KSO_WM_UNIT_TYPE" val="i"/>
  <p:tag name="KSO_WM_UNIT_INDEX" val="20"/>
  <p:tag name="KSO_WM_SLIDE_BACKGROUND_TYPE" val="general"/>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i*21"/>
  <p:tag name="KSO_WM_UNIT_LAYERLEVEL" val="1"/>
  <p:tag name="KSO_WM_TAG_VERSION" val="1.0"/>
  <p:tag name="KSO_WM_BEAUTIFY_FLAG" val="#wm#"/>
  <p:tag name="KSO_WM_UNIT_TYPE" val="i"/>
  <p:tag name="KSO_WM_UNIT_INDEX" val="21"/>
  <p:tag name="KSO_WM_SLIDE_BACKGROUND_TYPE" val="general"/>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i*2"/>
  <p:tag name="KSO_WM_UNIT_LAYERLEVEL" val="1"/>
  <p:tag name="KSO_WM_TAG_VERSION" val="1.0"/>
  <p:tag name="KSO_WM_BEAUTIFY_FLAG" val="#wm#"/>
  <p:tag name="KSO_WM_UNIT_TYPE" val="i"/>
  <p:tag name="KSO_WM_UNIT_INDEX" val="2"/>
  <p:tag name="KSO_WM_SLIDE_BACKGROUND_TYPE" val="general"/>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i*6"/>
  <p:tag name="KSO_WM_UNIT_LAYERLEVEL" val="1"/>
  <p:tag name="KSO_WM_TAG_VERSION" val="1.0"/>
  <p:tag name="KSO_WM_BEAUTIFY_FLAG" val="#wm#"/>
  <p:tag name="KSO_WM_UNIT_TYPE" val="i"/>
  <p:tag name="KSO_WM_UNIT_INDEX" val="6"/>
  <p:tag name="KSO_WM_SLIDE_BACKGROUND_TYPE" val="general"/>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i*7"/>
  <p:tag name="KSO_WM_UNIT_LAYERLEVEL" val="1"/>
  <p:tag name="KSO_WM_TAG_VERSION" val="1.0"/>
  <p:tag name="KSO_WM_BEAUTIFY_FLAG" val="#wm#"/>
  <p:tag name="KSO_WM_UNIT_TYPE" val="i"/>
  <p:tag name="KSO_WM_UNIT_INDEX" val="7"/>
  <p:tag name="KSO_WM_SLIDE_BACKGROUND_TYPE" val="general"/>
</p:tagLst>
</file>

<file path=ppt/tags/tag121.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122.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123.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124.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125.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i*1"/>
  <p:tag name="KSO_WM_UNIT_LAYERLEVEL" val="1"/>
  <p:tag name="KSO_WM_TAG_VERSION" val="1.0"/>
  <p:tag name="KSO_WM_BEAUTIFY_FLAG" val="#wm#"/>
  <p:tag name="KSO_WM_UNIT_BK_DARK_LIGHT" val="2"/>
  <p:tag name="KSO_WM_UNIT_SUBTYPE" val="h"/>
  <p:tag name="KSO_WM_UNIT_TYPE" val="i"/>
  <p:tag name="KSO_WM_UNIT_INDEX" val="1"/>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i*19"/>
  <p:tag name="KSO_WM_UNIT_LAYERLEVEL" val="1"/>
  <p:tag name="KSO_WM_TAG_VERSION" val="1.0"/>
  <p:tag name="KSO_WM_BEAUTIFY_FLAG" val="#wm#"/>
  <p:tag name="KSO_WM_UNIT_TYPE" val="i"/>
  <p:tag name="KSO_WM_UNIT_INDEX" val="19"/>
  <p:tag name="KSO_WM_SLIDE_BACKGROUND_TYPE" val="frame"/>
  <p:tag name="KSO_WM_SLIDE_BK_DARK_LIGHT" val="2"/>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i*20"/>
  <p:tag name="KSO_WM_UNIT_LAYERLEVEL" val="1"/>
  <p:tag name="KSO_WM_TAG_VERSION" val="1.0"/>
  <p:tag name="KSO_WM_BEAUTIFY_FLAG" val="#wm#"/>
  <p:tag name="KSO_WM_UNIT_TYPE" val="i"/>
  <p:tag name="KSO_WM_UNIT_INDEX" val="20"/>
  <p:tag name="KSO_WM_SLIDE_BACKGROUND_TYPE" val="frame"/>
  <p:tag name="KSO_WM_SLIDE_BK_DARK_LIGHT" val="2"/>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i*21"/>
  <p:tag name="KSO_WM_UNIT_LAYERLEVEL" val="1"/>
  <p:tag name="KSO_WM_TAG_VERSION" val="1.0"/>
  <p:tag name="KSO_WM_BEAUTIFY_FLAG" val="#wm#"/>
  <p:tag name="KSO_WM_UNIT_TYPE" val="i"/>
  <p:tag name="KSO_WM_UNIT_INDEX" val="21"/>
  <p:tag name="KSO_WM_SLIDE_BACKGROUND_TYPE" val="frame"/>
  <p:tag name="KSO_WM_SLIDE_BK_DARK_LIGHT" val="2"/>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i*2"/>
  <p:tag name="KSO_WM_UNIT_LAYERLEVEL" val="1"/>
  <p:tag name="KSO_WM_TAG_VERSION" val="1.0"/>
  <p:tag name="KSO_WM_BEAUTIFY_FLAG" val="#wm#"/>
  <p:tag name="KSO_WM_UNIT_TYPE" val="i"/>
  <p:tag name="KSO_WM_UNIT_INDEX" val="2"/>
  <p:tag name="KSO_WM_SLIDE_BACKGROUND_TYPE" val="frame"/>
  <p:tag name="KSO_WM_SLIDE_BK_DARK_LIGHT" val="2"/>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i*6"/>
  <p:tag name="KSO_WM_UNIT_LAYERLEVEL" val="1"/>
  <p:tag name="KSO_WM_TAG_VERSION" val="1.0"/>
  <p:tag name="KSO_WM_BEAUTIFY_FLAG" val="#wm#"/>
  <p:tag name="KSO_WM_UNIT_TYPE" val="i"/>
  <p:tag name="KSO_WM_UNIT_INDEX" val="6"/>
  <p:tag name="KSO_WM_SLIDE_BACKGROUND_TYPE" val="frame"/>
  <p:tag name="KSO_WM_SLIDE_BK_DARK_LIGHT" val="2"/>
</p:tagLst>
</file>

<file path=ppt/tags/tag1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i*7"/>
  <p:tag name="KSO_WM_UNIT_LAYERLEVEL" val="1"/>
  <p:tag name="KSO_WM_TAG_VERSION" val="1.0"/>
  <p:tag name="KSO_WM_BEAUTIFY_FLAG" val="#wm#"/>
  <p:tag name="KSO_WM_UNIT_TYPE" val="i"/>
  <p:tag name="KSO_WM_UNIT_INDEX" val="7"/>
  <p:tag name="KSO_WM_SLIDE_BACKGROUND_TYPE" val="frame"/>
  <p:tag name="KSO_WM_SLIDE_BK_DARK_LIGHT" val="2"/>
</p:tagLst>
</file>

<file path=ppt/tags/tag132.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33.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34.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35.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36.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37.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i*1"/>
  <p:tag name="KSO_WM_UNIT_LAYERLEVEL" val="1"/>
  <p:tag name="KSO_WM_TAG_VERSION" val="1.0"/>
  <p:tag name="KSO_WM_BEAUTIFY_FLAG" val="#wm#"/>
  <p:tag name="KSO_WM_UNIT_SUBTYPE" val="h"/>
  <p:tag name="KSO_WM_UNIT_TYPE" val="i"/>
  <p:tag name="KSO_WM_UNIT_INDEX" val="1"/>
  <p:tag name="KSO_WM_UNIT_BK_DARK_LIGHT" val="2"/>
</p:tagLst>
</file>

<file path=ppt/tags/tag1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i*19"/>
  <p:tag name="KSO_WM_UNIT_LAYERLEVEL" val="1"/>
  <p:tag name="KSO_WM_TAG_VERSION" val="1.0"/>
  <p:tag name="KSO_WM_BEAUTIFY_FLAG" val="#wm#"/>
  <p:tag name="KSO_WM_UNIT_TYPE" val="i"/>
  <p:tag name="KSO_WM_UNIT_INDEX" val="19"/>
  <p:tag name="KSO_WM_SLIDE_BACKGROUND_TYPE" val="leftRight"/>
  <p:tag name="KSO_WM_SLIDE_BK_DARK_LIGHT" val="2"/>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i*20"/>
  <p:tag name="KSO_WM_UNIT_LAYERLEVEL" val="1"/>
  <p:tag name="KSO_WM_TAG_VERSION" val="1.0"/>
  <p:tag name="KSO_WM_BEAUTIFY_FLAG" val="#wm#"/>
  <p:tag name="KSO_WM_UNIT_TYPE" val="i"/>
  <p:tag name="KSO_WM_UNIT_INDEX" val="20"/>
  <p:tag name="KSO_WM_SLIDE_BACKGROUND_TYPE" val="leftRight"/>
  <p:tag name="KSO_WM_SLIDE_BK_DARK_LIGHT" val="2"/>
</p:tagLst>
</file>

<file path=ppt/tags/tag1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i*21"/>
  <p:tag name="KSO_WM_UNIT_LAYERLEVEL" val="1"/>
  <p:tag name="KSO_WM_TAG_VERSION" val="1.0"/>
  <p:tag name="KSO_WM_BEAUTIFY_FLAG" val="#wm#"/>
  <p:tag name="KSO_WM_UNIT_TYPE" val="i"/>
  <p:tag name="KSO_WM_UNIT_INDEX" val="21"/>
  <p:tag name="KSO_WM_SLIDE_BACKGROUND_TYPE" val="leftRight"/>
  <p:tag name="KSO_WM_SLIDE_BK_DARK_LIGHT" val="2"/>
</p:tagLst>
</file>

<file path=ppt/tags/tag1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i*2"/>
  <p:tag name="KSO_WM_UNIT_LAYERLEVEL" val="1"/>
  <p:tag name="KSO_WM_TAG_VERSION" val="1.0"/>
  <p:tag name="KSO_WM_BEAUTIFY_FLAG" val="#wm#"/>
  <p:tag name="KSO_WM_UNIT_TYPE" val="i"/>
  <p:tag name="KSO_WM_UNIT_INDEX" val="2"/>
  <p:tag name="KSO_WM_SLIDE_BACKGROUND_TYPE" val="leftRight"/>
  <p:tag name="KSO_WM_SLIDE_BK_DARK_LIGHT" val="2"/>
</p:tagLst>
</file>

<file path=ppt/tags/tag1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i*6"/>
  <p:tag name="KSO_WM_UNIT_LAYERLEVEL" val="1"/>
  <p:tag name="KSO_WM_TAG_VERSION" val="1.0"/>
  <p:tag name="KSO_WM_BEAUTIFY_FLAG" val="#wm#"/>
  <p:tag name="KSO_WM_UNIT_TYPE" val="i"/>
  <p:tag name="KSO_WM_UNIT_INDEX" val="6"/>
  <p:tag name="KSO_WM_SLIDE_BACKGROUND_TYPE" val="leftRight"/>
  <p:tag name="KSO_WM_SLIDE_BK_DARK_LIGHT" val="2"/>
</p:tagLst>
</file>

<file path=ppt/tags/tag1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i*7"/>
  <p:tag name="KSO_WM_UNIT_LAYERLEVEL" val="1"/>
  <p:tag name="KSO_WM_TAG_VERSION" val="1.0"/>
  <p:tag name="KSO_WM_BEAUTIFY_FLAG" val="#wm#"/>
  <p:tag name="KSO_WM_UNIT_TYPE" val="i"/>
  <p:tag name="KSO_WM_UNIT_INDEX" val="7"/>
  <p:tag name="KSO_WM_SLIDE_BACKGROUND_TYPE" val="leftRight"/>
  <p:tag name="KSO_WM_SLIDE_BK_DARK_LIGHT" val="2"/>
</p:tagLst>
</file>

<file path=ppt/tags/tag144.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45.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46.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47.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48.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49.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50.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SUBTYPE" val="h"/>
  <p:tag name="KSO_WM_UNIT_TYPE" val="i"/>
  <p:tag name="KSO_WM_UNIT_INDEX" val="1"/>
  <p:tag name="KSO_WM_UNIT_BK_DARK_LIGHT" val="2"/>
</p:tagLst>
</file>

<file path=ppt/tags/tag1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9"/>
  <p:tag name="KSO_WM_UNIT_LAYERLEVEL" val="1"/>
  <p:tag name="KSO_WM_TAG_VERSION" val="1.0"/>
  <p:tag name="KSO_WM_BEAUTIFY_FLAG" val="#wm#"/>
  <p:tag name="KSO_WM_UNIT_TYPE" val="i"/>
  <p:tag name="KSO_WM_UNIT_INDEX" val="19"/>
  <p:tag name="KSO_WM_SLIDE_BACKGROUND_TYPE" val="topBottom"/>
  <p:tag name="KSO_WM_SLIDE_BK_DARK_LIGHT" val="2"/>
</p:tagLst>
</file>

<file path=ppt/tags/tag1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20"/>
  <p:tag name="KSO_WM_UNIT_LAYERLEVEL" val="1"/>
  <p:tag name="KSO_WM_TAG_VERSION" val="1.0"/>
  <p:tag name="KSO_WM_BEAUTIFY_FLAG" val="#wm#"/>
  <p:tag name="KSO_WM_UNIT_TYPE" val="i"/>
  <p:tag name="KSO_WM_UNIT_INDEX" val="20"/>
  <p:tag name="KSO_WM_SLIDE_BACKGROUND_TYPE" val="topBottom"/>
  <p:tag name="KSO_WM_SLIDE_BK_DARK_LIGHT" val="2"/>
</p:tagLst>
</file>

<file path=ppt/tags/tag1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21"/>
  <p:tag name="KSO_WM_UNIT_LAYERLEVEL" val="1"/>
  <p:tag name="KSO_WM_TAG_VERSION" val="1.0"/>
  <p:tag name="KSO_WM_BEAUTIFY_FLAG" val="#wm#"/>
  <p:tag name="KSO_WM_UNIT_TYPE" val="i"/>
  <p:tag name="KSO_WM_UNIT_INDEX" val="21"/>
  <p:tag name="KSO_WM_SLIDE_BACKGROUND_TYPE" val="topBottom"/>
  <p:tag name="KSO_WM_SLIDE_BK_DARK_LIGHT" val="2"/>
</p:tagLst>
</file>

<file path=ppt/tags/tag1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2"/>
  <p:tag name="KSO_WM_UNIT_LAYERLEVEL" val="1"/>
  <p:tag name="KSO_WM_TAG_VERSION" val="1.0"/>
  <p:tag name="KSO_WM_BEAUTIFY_FLAG" val="#wm#"/>
  <p:tag name="KSO_WM_UNIT_TYPE" val="i"/>
  <p:tag name="KSO_WM_UNIT_INDEX" val="2"/>
  <p:tag name="KSO_WM_SLIDE_BACKGROUND_TYPE" val="topBottom"/>
  <p:tag name="KSO_WM_SLIDE_BK_DARK_LIGHT" val="2"/>
</p:tagLst>
</file>

<file path=ppt/tags/tag1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6"/>
  <p:tag name="KSO_WM_UNIT_LAYERLEVEL" val="1"/>
  <p:tag name="KSO_WM_TAG_VERSION" val="1.0"/>
  <p:tag name="KSO_WM_BEAUTIFY_FLAG" val="#wm#"/>
  <p:tag name="KSO_WM_UNIT_TYPE" val="i"/>
  <p:tag name="KSO_WM_UNIT_INDEX" val="6"/>
  <p:tag name="KSO_WM_SLIDE_BACKGROUND_TYPE" val="topBottom"/>
  <p:tag name="KSO_WM_SLIDE_BK_DARK_LIGHT" val="2"/>
</p:tagLst>
</file>

<file path=ppt/tags/tag1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7"/>
  <p:tag name="KSO_WM_UNIT_LAYERLEVEL" val="1"/>
  <p:tag name="KSO_WM_TAG_VERSION" val="1.0"/>
  <p:tag name="KSO_WM_BEAUTIFY_FLAG" val="#wm#"/>
  <p:tag name="KSO_WM_UNIT_TYPE" val="i"/>
  <p:tag name="KSO_WM_UNIT_INDEX" val="7"/>
  <p:tag name="KSO_WM_SLIDE_BACKGROUND_TYPE" val="topBottom"/>
  <p:tag name="KSO_WM_SLIDE_BK_DARK_LIGHT" val="2"/>
</p:tagLst>
</file>

<file path=ppt/tags/tag1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2"/>
  <p:tag name="KSO_WM_UNIT_LAYERLEVEL" val="1"/>
  <p:tag name="KSO_WM_TAG_VERSION" val="1.0"/>
  <p:tag name="KSO_WM_BEAUTIFY_FLAG" val="#wm#"/>
  <p:tag name="KSO_WM_UNIT_TYPE" val="i"/>
  <p:tag name="KSO_WM_UNIT_INDEX" val="12"/>
  <p:tag name="KSO_WM_SLIDE_BACKGROUND_TYPE" val="topBottom"/>
  <p:tag name="KSO_WM_SLIDE_BK_DARK_LIGHT" val="2"/>
</p:tagLst>
</file>

<file path=ppt/tags/tag1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6"/>
  <p:tag name="KSO_WM_UNIT_LAYERLEVEL" val="1"/>
  <p:tag name="KSO_WM_TAG_VERSION" val="1.0"/>
  <p:tag name="KSO_WM_BEAUTIFY_FLAG" val="#wm#"/>
  <p:tag name="KSO_WM_UNIT_TYPE" val="i"/>
  <p:tag name="KSO_WM_UNIT_INDEX" val="16"/>
  <p:tag name="KSO_WM_SLIDE_BACKGROUND_TYPE" val="topBottom"/>
  <p:tag name="KSO_WM_SLIDE_BK_DARK_LIGHT" val="2"/>
</p:tagLst>
</file>

<file path=ppt/tags/tag1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7"/>
  <p:tag name="KSO_WM_UNIT_LAYERLEVEL" val="1"/>
  <p:tag name="KSO_WM_TAG_VERSION" val="1.0"/>
  <p:tag name="KSO_WM_BEAUTIFY_FLAG" val="#wm#"/>
  <p:tag name="KSO_WM_UNIT_TYPE" val="i"/>
  <p:tag name="KSO_WM_UNIT_INDEX" val="17"/>
  <p:tag name="KSO_WM_SLIDE_BACKGROUND_TYPE" val="topBottom"/>
  <p:tag name="KSO_WM_SLIDE_BK_DARK_LIGHT" val="2"/>
</p:tagLst>
</file>

<file path=ppt/tags/tag1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SLIDE_BACKGROUND_TYPE" val="topBottom"/>
  <p:tag name="KSO_WM_SLIDE_BK_DARK_LIGHT" val="2"/>
</p:tagLst>
</file>

<file path=ppt/tags/tag1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5"/>
  <p:tag name="KSO_WM_UNIT_LAYERLEVEL" val="1"/>
  <p:tag name="KSO_WM_TAG_VERSION" val="1.0"/>
  <p:tag name="KSO_WM_BEAUTIFY_FLAG" val="#wm#"/>
  <p:tag name="KSO_WM_UNIT_TYPE" val="i"/>
  <p:tag name="KSO_WM_UNIT_INDEX" val="15"/>
  <p:tag name="KSO_WM_SLIDE_BACKGROUND_TYPE" val="topBottom"/>
  <p:tag name="KSO_WM_SLIDE_BK_DARK_LIGHT" val="2"/>
</p:tagLst>
</file>

<file path=ppt/tags/tag1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8"/>
  <p:tag name="KSO_WM_UNIT_LAYERLEVEL" val="1"/>
  <p:tag name="KSO_WM_TAG_VERSION" val="1.0"/>
  <p:tag name="KSO_WM_BEAUTIFY_FLAG" val="#wm#"/>
  <p:tag name="KSO_WM_UNIT_TYPE" val="i"/>
  <p:tag name="KSO_WM_UNIT_INDEX" val="18"/>
  <p:tag name="KSO_WM_SLIDE_BACKGROUND_TYPE" val="topBottom"/>
  <p:tag name="KSO_WM_SLIDE_BK_DARK_LIGHT" val="2"/>
</p:tagLst>
</file>

<file path=ppt/tags/tag163.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64.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65.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66.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67.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68.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69.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SUBTYPE" val="h"/>
  <p:tag name="KSO_WM_UNIT_TYPE" val="i"/>
  <p:tag name="KSO_WM_UNIT_INDEX" val="1"/>
  <p:tag name="KSO_WM_UNIT_BK_DARK_LIGHT" val="2"/>
</p:tagLst>
</file>

<file path=ppt/tags/tag1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19"/>
  <p:tag name="KSO_WM_UNIT_LAYERLEVEL" val="1"/>
  <p:tag name="KSO_WM_TAG_VERSION" val="1.0"/>
  <p:tag name="KSO_WM_BEAUTIFY_FLAG" val="#wm#"/>
  <p:tag name="KSO_WM_UNIT_TYPE" val="i"/>
  <p:tag name="KSO_WM_UNIT_INDEX" val="19"/>
  <p:tag name="KSO_WM_SLIDE_BACKGROUND_TYPE" val="bottomTop"/>
  <p:tag name="KSO_WM_SLIDE_BK_DARK_LIGHT" val="2"/>
</p:tagLst>
</file>

<file path=ppt/tags/tag1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20"/>
  <p:tag name="KSO_WM_UNIT_LAYERLEVEL" val="1"/>
  <p:tag name="KSO_WM_TAG_VERSION" val="1.0"/>
  <p:tag name="KSO_WM_BEAUTIFY_FLAG" val="#wm#"/>
  <p:tag name="KSO_WM_UNIT_TYPE" val="i"/>
  <p:tag name="KSO_WM_UNIT_INDEX" val="20"/>
  <p:tag name="KSO_WM_SLIDE_BACKGROUND_TYPE" val="bottomTop"/>
  <p:tag name="KSO_WM_SLIDE_BK_DARK_LIGHT" val="2"/>
</p:tagLst>
</file>

<file path=ppt/tags/tag1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21"/>
  <p:tag name="KSO_WM_UNIT_LAYERLEVEL" val="1"/>
  <p:tag name="KSO_WM_TAG_VERSION" val="1.0"/>
  <p:tag name="KSO_WM_BEAUTIFY_FLAG" val="#wm#"/>
  <p:tag name="KSO_WM_UNIT_TYPE" val="i"/>
  <p:tag name="KSO_WM_UNIT_INDEX" val="21"/>
  <p:tag name="KSO_WM_SLIDE_BACKGROUND_TYPE" val="bottomTop"/>
  <p:tag name="KSO_WM_SLIDE_BK_DARK_LIGHT" val="2"/>
</p:tagLst>
</file>

<file path=ppt/tags/tag1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2"/>
  <p:tag name="KSO_WM_UNIT_LAYERLEVEL" val="1"/>
  <p:tag name="KSO_WM_TAG_VERSION" val="1.0"/>
  <p:tag name="KSO_WM_BEAUTIFY_FLAG" val="#wm#"/>
  <p:tag name="KSO_WM_UNIT_TYPE" val="i"/>
  <p:tag name="KSO_WM_UNIT_INDEX" val="2"/>
  <p:tag name="KSO_WM_SLIDE_BACKGROUND_TYPE" val="bottomTop"/>
  <p:tag name="KSO_WM_SLIDE_BK_DARK_LIGHT" val="2"/>
</p:tagLst>
</file>

<file path=ppt/tags/tag1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6"/>
  <p:tag name="KSO_WM_UNIT_LAYERLEVEL" val="1"/>
  <p:tag name="KSO_WM_TAG_VERSION" val="1.0"/>
  <p:tag name="KSO_WM_BEAUTIFY_FLAG" val="#wm#"/>
  <p:tag name="KSO_WM_UNIT_TYPE" val="i"/>
  <p:tag name="KSO_WM_UNIT_INDEX" val="6"/>
  <p:tag name="KSO_WM_SLIDE_BACKGROUND_TYPE" val="bottomTop"/>
  <p:tag name="KSO_WM_SLIDE_BK_DARK_LIGHT" val="2"/>
</p:tagLst>
</file>

<file path=ppt/tags/tag1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7"/>
  <p:tag name="KSO_WM_UNIT_LAYERLEVEL" val="1"/>
  <p:tag name="KSO_WM_TAG_VERSION" val="1.0"/>
  <p:tag name="KSO_WM_BEAUTIFY_FLAG" val="#wm#"/>
  <p:tag name="KSO_WM_UNIT_TYPE" val="i"/>
  <p:tag name="KSO_WM_UNIT_INDEX" val="7"/>
  <p:tag name="KSO_WM_SLIDE_BACKGROUND_TYPE" val="bottomTop"/>
  <p:tag name="KSO_WM_SLIDE_BK_DARK_LIGHT" val="2"/>
</p:tagLst>
</file>

<file path=ppt/tags/tag1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12"/>
  <p:tag name="KSO_WM_UNIT_LAYERLEVEL" val="1"/>
  <p:tag name="KSO_WM_TAG_VERSION" val="1.0"/>
  <p:tag name="KSO_WM_BEAUTIFY_FLAG" val="#wm#"/>
  <p:tag name="KSO_WM_UNIT_TYPE" val="i"/>
  <p:tag name="KSO_WM_UNIT_INDEX" val="12"/>
  <p:tag name="KSO_WM_SLIDE_BACKGROUND_TYPE" val="bottomTop"/>
  <p:tag name="KSO_WM_SLIDE_BK_DARK_LIGHT" val="2"/>
</p:tagLst>
</file>

<file path=ppt/tags/tag1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16"/>
  <p:tag name="KSO_WM_UNIT_LAYERLEVEL" val="1"/>
  <p:tag name="KSO_WM_TAG_VERSION" val="1.0"/>
  <p:tag name="KSO_WM_BEAUTIFY_FLAG" val="#wm#"/>
  <p:tag name="KSO_WM_UNIT_TYPE" val="i"/>
  <p:tag name="KSO_WM_UNIT_INDEX" val="16"/>
  <p:tag name="KSO_WM_SLIDE_BACKGROUND_TYPE" val="bottomTop"/>
  <p:tag name="KSO_WM_SLIDE_BK_DARK_LIGHT" val="2"/>
</p:tagLst>
</file>

<file path=ppt/tags/tag1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17"/>
  <p:tag name="KSO_WM_UNIT_LAYERLEVEL" val="1"/>
  <p:tag name="KSO_WM_TAG_VERSION" val="1.0"/>
  <p:tag name="KSO_WM_BEAUTIFY_FLAG" val="#wm#"/>
  <p:tag name="KSO_WM_UNIT_TYPE" val="i"/>
  <p:tag name="KSO_WM_UNIT_INDEX" val="17"/>
  <p:tag name="KSO_WM_SLIDE_BACKGROUND_TYPE" val="bottomTop"/>
  <p:tag name="KSO_WM_SLIDE_BK_DARK_LIGHT" val="2"/>
</p:tagLst>
</file>

<file path=ppt/tags/tag1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TYPE" val="i"/>
  <p:tag name="KSO_WM_UNIT_INDEX" val="1"/>
  <p:tag name="KSO_WM_SLIDE_BACKGROUND_TYPE" val="bottomTop"/>
  <p:tag name="KSO_WM_SLIDE_BK_DARK_LIGHT" val="2"/>
</p:tagLst>
</file>

<file path=ppt/tags/tag1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15"/>
  <p:tag name="KSO_WM_UNIT_LAYERLEVEL" val="1"/>
  <p:tag name="KSO_WM_TAG_VERSION" val="1.0"/>
  <p:tag name="KSO_WM_BEAUTIFY_FLAG" val="#wm#"/>
  <p:tag name="KSO_WM_UNIT_TYPE" val="i"/>
  <p:tag name="KSO_WM_UNIT_INDEX" val="15"/>
  <p:tag name="KSO_WM_SLIDE_BACKGROUND_TYPE" val="bottomTop"/>
  <p:tag name="KSO_WM_SLIDE_BK_DARK_LIGHT" val="2"/>
</p:tagLst>
</file>

<file path=ppt/tags/tag1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18"/>
  <p:tag name="KSO_WM_UNIT_LAYERLEVEL" val="1"/>
  <p:tag name="KSO_WM_TAG_VERSION" val="1.0"/>
  <p:tag name="KSO_WM_BEAUTIFY_FLAG" val="#wm#"/>
  <p:tag name="KSO_WM_UNIT_TYPE" val="i"/>
  <p:tag name="KSO_WM_UNIT_INDEX" val="18"/>
  <p:tag name="KSO_WM_SLIDE_BACKGROUND_TYPE" val="bottomTop"/>
  <p:tag name="KSO_WM_SLIDE_BK_DARK_LIGHT" val="2"/>
</p:tagLst>
</file>

<file path=ppt/tags/tag182.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83.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84.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85.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86.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87.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88.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SUBTYPE" val="h"/>
  <p:tag name="KSO_WM_UNIT_TYPE" val="i"/>
  <p:tag name="KSO_WM_UNIT_INDEX" val="1"/>
  <p:tag name="KSO_WM_UNIT_BK_DARK_LIGHT" val="2"/>
</p:tagLst>
</file>

<file path=ppt/tags/tag1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i*19"/>
  <p:tag name="KSO_WM_UNIT_LAYERLEVEL" val="1"/>
  <p:tag name="KSO_WM_TAG_VERSION" val="1.0"/>
  <p:tag name="KSO_WM_BEAUTIFY_FLAG" val="#wm#"/>
  <p:tag name="KSO_WM_UNIT_TYPE" val="i"/>
  <p:tag name="KSO_WM_UNIT_INDEX" val="19"/>
  <p:tag name="KSO_WM_SLIDE_BACKGROUND_TYPE" val="navigation"/>
  <p:tag name="KSO_WM_SLIDE_BK_DARK_LIGHT" val="2"/>
</p:tagLst>
</file>

<file path=ppt/tags/tag1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i*20"/>
  <p:tag name="KSO_WM_UNIT_LAYERLEVEL" val="1"/>
  <p:tag name="KSO_WM_TAG_VERSION" val="1.0"/>
  <p:tag name="KSO_WM_BEAUTIFY_FLAG" val="#wm#"/>
  <p:tag name="KSO_WM_UNIT_TYPE" val="i"/>
  <p:tag name="KSO_WM_UNIT_INDEX" val="20"/>
  <p:tag name="KSO_WM_SLIDE_BACKGROUND_TYPE" val="navigation"/>
  <p:tag name="KSO_WM_SLIDE_BK_DARK_LIGHT" val="2"/>
</p:tagLst>
</file>

<file path=ppt/tags/tag1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i*21"/>
  <p:tag name="KSO_WM_UNIT_LAYERLEVEL" val="1"/>
  <p:tag name="KSO_WM_TAG_VERSION" val="1.0"/>
  <p:tag name="KSO_WM_BEAUTIFY_FLAG" val="#wm#"/>
  <p:tag name="KSO_WM_UNIT_TYPE" val="i"/>
  <p:tag name="KSO_WM_UNIT_INDEX" val="21"/>
  <p:tag name="KSO_WM_SLIDE_BACKGROUND_TYPE" val="navigation"/>
  <p:tag name="KSO_WM_SLIDE_BK_DARK_LIGHT" val="2"/>
</p:tagLst>
</file>

<file path=ppt/tags/tag1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i*2"/>
  <p:tag name="KSO_WM_UNIT_LAYERLEVEL" val="1"/>
  <p:tag name="KSO_WM_TAG_VERSION" val="1.0"/>
  <p:tag name="KSO_WM_BEAUTIFY_FLAG" val="#wm#"/>
  <p:tag name="KSO_WM_UNIT_TYPE" val="i"/>
  <p:tag name="KSO_WM_UNIT_INDEX" val="2"/>
  <p:tag name="KSO_WM_SLIDE_BACKGROUND_TYPE" val="navigation"/>
  <p:tag name="KSO_WM_SLIDE_BK_DARK_LIGHT" val="2"/>
</p:tagLst>
</file>

<file path=ppt/tags/tag1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i*6"/>
  <p:tag name="KSO_WM_UNIT_LAYERLEVEL" val="1"/>
  <p:tag name="KSO_WM_TAG_VERSION" val="1.0"/>
  <p:tag name="KSO_WM_BEAUTIFY_FLAG" val="#wm#"/>
  <p:tag name="KSO_WM_UNIT_TYPE" val="i"/>
  <p:tag name="KSO_WM_UNIT_INDEX" val="6"/>
  <p:tag name="KSO_WM_SLIDE_BACKGROUND_TYPE" val="navigation"/>
  <p:tag name="KSO_WM_SLIDE_BK_DARK_LIGHT" val="2"/>
</p:tagLst>
</file>

<file path=ppt/tags/tag1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i*7"/>
  <p:tag name="KSO_WM_UNIT_LAYERLEVEL" val="1"/>
  <p:tag name="KSO_WM_TAG_VERSION" val="1.0"/>
  <p:tag name="KSO_WM_BEAUTIFY_FLAG" val="#wm#"/>
  <p:tag name="KSO_WM_UNIT_TYPE" val="i"/>
  <p:tag name="KSO_WM_UNIT_INDEX" val="7"/>
  <p:tag name="KSO_WM_SLIDE_BACKGROUND_TYPE" val="navigation"/>
  <p:tag name="KSO_WM_SLIDE_BK_DARK_LIGHT" val="2"/>
</p:tagLst>
</file>

<file path=ppt/tags/tag1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i*12"/>
  <p:tag name="KSO_WM_UNIT_LAYERLEVEL" val="1"/>
  <p:tag name="KSO_WM_TAG_VERSION" val="1.0"/>
  <p:tag name="KSO_WM_BEAUTIFY_FLAG" val="#wm#"/>
  <p:tag name="KSO_WM_UNIT_TYPE" val="i"/>
  <p:tag name="KSO_WM_UNIT_INDEX" val="12"/>
  <p:tag name="KSO_WM_SLIDE_BACKGROUND_TYPE" val="navigation"/>
  <p:tag name="KSO_WM_SLIDE_BK_DARK_LIGHT" val="2"/>
</p:tagLst>
</file>

<file path=ppt/tags/tag1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i*16"/>
  <p:tag name="KSO_WM_UNIT_LAYERLEVEL" val="1"/>
  <p:tag name="KSO_WM_TAG_VERSION" val="1.0"/>
  <p:tag name="KSO_WM_BEAUTIFY_FLAG" val="#wm#"/>
  <p:tag name="KSO_WM_UNIT_TYPE" val="i"/>
  <p:tag name="KSO_WM_UNIT_INDEX" val="16"/>
  <p:tag name="KSO_WM_SLIDE_BACKGROUND_TYPE" val="navigation"/>
  <p:tag name="KSO_WM_SLIDE_BK_DARK_LIGHT" val="2"/>
</p:tagLst>
</file>

<file path=ppt/tags/tag1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i*17"/>
  <p:tag name="KSO_WM_UNIT_LAYERLEVEL" val="1"/>
  <p:tag name="KSO_WM_TAG_VERSION" val="1.0"/>
  <p:tag name="KSO_WM_BEAUTIFY_FLAG" val="#wm#"/>
  <p:tag name="KSO_WM_UNIT_TYPE" val="i"/>
  <p:tag name="KSO_WM_UNIT_INDEX" val="17"/>
  <p:tag name="KSO_WM_SLIDE_BACKGROUND_TYPE" val="navigation"/>
  <p:tag name="KSO_WM_SLIDE_BK_DARK_LIGHT" val="2"/>
</p:tagLst>
</file>

<file path=ppt/tags/tag1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TYPE" val="i"/>
  <p:tag name="KSO_WM_UNIT_INDEX" val="1"/>
  <p:tag name="KSO_WM_SLIDE_BACKGROUND_TYPE" val="navigation"/>
  <p:tag name="KSO_WM_SLIDE_BK_DARK_LIGHT" val="2"/>
</p:tagLst>
</file>

<file path=ppt/tags/tag1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i*15"/>
  <p:tag name="KSO_WM_UNIT_LAYERLEVEL" val="1"/>
  <p:tag name="KSO_WM_TAG_VERSION" val="1.0"/>
  <p:tag name="KSO_WM_BEAUTIFY_FLAG" val="#wm#"/>
  <p:tag name="KSO_WM_UNIT_TYPE" val="i"/>
  <p:tag name="KSO_WM_UNIT_INDEX" val="15"/>
  <p:tag name="KSO_WM_SLIDE_BACKGROUND_TYPE" val="navigation"/>
  <p:tag name="KSO_WM_SLIDE_BK_DARK_LIGHT" val="2"/>
</p:tagLst>
</file>

<file path=ppt/tags/tag2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i*18"/>
  <p:tag name="KSO_WM_UNIT_LAYERLEVEL" val="1"/>
  <p:tag name="KSO_WM_TAG_VERSION" val="1.0"/>
  <p:tag name="KSO_WM_BEAUTIFY_FLAG" val="#wm#"/>
  <p:tag name="KSO_WM_UNIT_TYPE" val="i"/>
  <p:tag name="KSO_WM_UNIT_INDEX" val="18"/>
  <p:tag name="KSO_WM_SLIDE_BACKGROUND_TYPE" val="navigation"/>
  <p:tag name="KSO_WM_SLIDE_BK_DARK_LIGHT" val="2"/>
</p:tagLst>
</file>

<file path=ppt/tags/tag201.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202.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203.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204.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205.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206.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207.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208.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209.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UNIT_SUBTYPE" val="h"/>
  <p:tag name="KSO_WM_UNIT_TYPE" val="i"/>
  <p:tag name="KSO_WM_UNIT_INDEX" val="1"/>
  <p:tag name="KSO_WM_UNIT_BK_DARK_LIGHT" val="2"/>
</p:tagLst>
</file>

<file path=ppt/tags/tag210.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11.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12.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13.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14.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2314"/>
</p:tagLst>
</file>

<file path=ppt/tags/tag2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2314"/>
</p:tagLst>
</file>

<file path=ppt/tags/tag2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20.xml><?xml version="1.0" encoding="utf-8"?>
<p:tagLst xmlns:p="http://schemas.openxmlformats.org/presentationml/2006/main">
  <p:tag name="KSO_WM_TEMPLATE_SUBCATEGORY" val="0"/>
  <p:tag name="KSO_WM_TAG_VERSION" val="1.0"/>
  <p:tag name="KSO_WM_BEAUTIFY_FLAG" val="#wm#"/>
  <p:tag name="KSO_WM_TEMPLATE_CATEGORY" val="custom"/>
  <p:tag name="KSO_WM_TEMPLATE_INDEX" val="20202314"/>
  <p:tag name="KSO_WM_TEMPLATE_THUMBS_INDEX" val="1、5、6、8、9、10、13、14"/>
  <p:tag name="KSO_WM_TEMPLATE_MASTER_TYPE" val="1"/>
</p:tagLst>
</file>

<file path=ppt/tags/tag2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2314_7*e*1"/>
  <p:tag name="KSO_WM_TEMPLATE_CATEGORY" val="custom"/>
  <p:tag name="KSO_WM_TEMPLATE_INDEX" val="20202314"/>
  <p:tag name="KSO_WM_UNIT_LAYERLEVEL" val="1"/>
  <p:tag name="KSO_WM_TAG_VERSION" val="1.0"/>
  <p:tag name="KSO_WM_BEAUTIFY_FLAG" val="#wm#"/>
  <p:tag name="KSO_WM_UNIT_PRESET_TEXT" val="PART  01"/>
  <p:tag name="KSO_WM_UNIT_NOCLEAR" val="0"/>
  <p:tag name="KSO_WM_UNIT_VALUE" val="10"/>
  <p:tag name="KSO_WM_UNIT_TYPE" val="e"/>
  <p:tag name="KSO_WM_UNIT_INDEX" val="1"/>
</p:tagLst>
</file>

<file path=ppt/tags/tag2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2314_7*a*1"/>
  <p:tag name="KSO_WM_TEMPLATE_CATEGORY" val="custom"/>
  <p:tag name="KSO_WM_TEMPLATE_INDEX" val="20202314"/>
  <p:tag name="KSO_WM_UNIT_LAYERLEVEL" val="1"/>
  <p:tag name="KSO_WM_TAG_VERSION" val="1.0"/>
  <p:tag name="KSO_WM_BEAUTIFY_FLAG" val="#wm#"/>
  <p:tag name="KSO_WM_UNIT_ISCONTENTSTITLE" val="0"/>
  <p:tag name="KSO_WM_UNIT_PRESET_TEXT" val="单击此处添加标题"/>
  <p:tag name="KSO_WM_UNIT_NOCLEAR" val="0"/>
  <p:tag name="KSO_WM_UNIT_VALUE" val="9"/>
  <p:tag name="KSO_WM_UNIT_TYPE" val="a"/>
  <p:tag name="KSO_WM_UNIT_INDEX" val="1"/>
  <p:tag name="KSO_WM_UNIT_ISNUMDGMTITLE" val="0"/>
</p:tagLst>
</file>

<file path=ppt/tags/tag223.xml><?xml version="1.0" encoding="utf-8"?>
<p:tagLst xmlns:p="http://schemas.openxmlformats.org/presentationml/2006/main">
  <p:tag name="KSO_WM_SLIDE_ID" val="custom20202314_7"/>
  <p:tag name="KSO_WM_TEMPLATE_SUBCATEGORY" val="0"/>
  <p:tag name="KSO_WM_SLIDE_ITEM_CNT" val="0"/>
  <p:tag name="KSO_WM_SLIDE_INDEX" val="7"/>
  <p:tag name="KSO_WM_TAG_VERSION" val="1.0"/>
  <p:tag name="KSO_WM_BEAUTIFY_FLAG" val="#wm#"/>
  <p:tag name="KSO_WM_TEMPLATE_CATEGORY" val="custom"/>
  <p:tag name="KSO_WM_TEMPLATE_INDEX" val="20202314"/>
  <p:tag name="KSO_WM_SLIDE_TYPE" val="sectionTitle"/>
  <p:tag name="KSO_WM_SLIDE_SUBTYPE" val="pureTxt"/>
  <p:tag name="KSO_WM_SLIDE_LAYOUT" val="a_e"/>
  <p:tag name="KSO_WM_SLIDE_LAYOUT_CNT" val="1_1"/>
  <p:tag name="KSO_WM_TEMPLATE_MASTER_TYPE" val="1"/>
  <p:tag name="KSO_WM_TEMPLATE_COLOR_TYPE" val="0"/>
</p:tagLst>
</file>

<file path=ppt/tags/tag224.xml><?xml version="1.0" encoding="utf-8"?>
<p:tagLst xmlns:p="http://schemas.openxmlformats.org/presentationml/2006/main">
  <p:tag name="KSO_WM_BEAUTIFY_FLAG" val=""/>
</p:tagLst>
</file>

<file path=ppt/tags/tag225.xml><?xml version="1.0" encoding="utf-8"?>
<p:tagLst xmlns:p="http://schemas.openxmlformats.org/presentationml/2006/main">
  <p:tag name="KSO_WM_BEAUTIFY_FLAG" val=""/>
</p:tagLst>
</file>

<file path=ppt/tags/tag226.xml><?xml version="1.0" encoding="utf-8"?>
<p:tagLst xmlns:p="http://schemas.openxmlformats.org/presentationml/2006/main">
  <p:tag name="TABLE_ENDDRAG_ORIGIN_RECT" val="866*355"/>
  <p:tag name="TABLE_ENDDRAG_RECT" val="43*117*866*355"/>
  <p:tag name="KSO_WM_BEAUTIFY_FLAG" val=""/>
</p:tagLst>
</file>

<file path=ppt/tags/tag227.xml><?xml version="1.0" encoding="utf-8"?>
<p:tagLst xmlns:p="http://schemas.openxmlformats.org/presentationml/2006/main">
  <p:tag name="KSO_WM_BEAUTIFY_FLAG" val=""/>
</p:tagLst>
</file>

<file path=ppt/tags/tag228.xml><?xml version="1.0" encoding="utf-8"?>
<p:tagLst xmlns:p="http://schemas.openxmlformats.org/presentationml/2006/main">
  <p:tag name="KSO_WM_BEAUTIFY_FLAG" val=""/>
</p:tagLst>
</file>

<file path=ppt/tags/tag229.xml><?xml version="1.0" encoding="utf-8"?>
<p:tagLst xmlns:p="http://schemas.openxmlformats.org/presentationml/2006/main">
  <p:tag name="KSO_WM_BEAUTIFY_FLAG" val=""/>
</p:tagLst>
</file>

<file path=ppt/tags/tag230.xml><?xml version="1.0" encoding="utf-8"?>
<p:tagLst xmlns:p="http://schemas.openxmlformats.org/presentationml/2006/main">
  <p:tag name="TABLE_ENDDRAG_ORIGIN_RECT" val="316*396"/>
  <p:tag name="TABLE_ENDDRAG_RECT" val="47*120*316*396"/>
</p:tagLst>
</file>

<file path=ppt/tags/tag231.xml><?xml version="1.0" encoding="utf-8"?>
<p:tagLst xmlns:p="http://schemas.openxmlformats.org/presentationml/2006/main">
  <p:tag name="KSO_WM_BEAUTIFY_FLAG" val=""/>
</p:tagLst>
</file>

<file path=ppt/tags/tag232.xml><?xml version="1.0" encoding="utf-8"?>
<p:tagLst xmlns:p="http://schemas.openxmlformats.org/presentationml/2006/main">
  <p:tag name="KSO_WM_BEAUTIFY_FLAG" val=""/>
</p:tagLst>
</file>

<file path=ppt/tags/tag233.xml><?xml version="1.0" encoding="utf-8"?>
<p:tagLst xmlns:p="http://schemas.openxmlformats.org/presentationml/2006/main">
  <p:tag name="KSO_WM_BEAUTIFY_FLAG" val=""/>
</p:tagLst>
</file>

<file path=ppt/tags/tag234.xml><?xml version="1.0" encoding="utf-8"?>
<p:tagLst xmlns:p="http://schemas.openxmlformats.org/presentationml/2006/main">
  <p:tag name="KSO_WM_BEAUTIFY_FLAG" val=""/>
</p:tagLst>
</file>

<file path=ppt/tags/tag235.xml><?xml version="1.0" encoding="utf-8"?>
<p:tagLst xmlns:p="http://schemas.openxmlformats.org/presentationml/2006/main">
  <p:tag name="TABLE_ENDDRAG_ORIGIN_RECT" val="884*323"/>
  <p:tag name="TABLE_ENDDRAG_RECT" val="43*177*884*323"/>
  <p:tag name="KSO_WM_BEAUTIFY_FLAG" val=""/>
</p:tagLst>
</file>

<file path=ppt/tags/tag236.xml><?xml version="1.0" encoding="utf-8"?>
<p:tagLst xmlns:p="http://schemas.openxmlformats.org/presentationml/2006/main">
  <p:tag name="KSO_WM_BEAUTIFY_FLAG" val=""/>
</p:tagLst>
</file>

<file path=ppt/tags/tag237.xml><?xml version="1.0" encoding="utf-8"?>
<p:tagLst xmlns:p="http://schemas.openxmlformats.org/presentationml/2006/main">
  <p:tag name="KSO_WM_BEAUTIFY_FLAG" val=""/>
</p:tagLst>
</file>

<file path=ppt/tags/tag238.xml><?xml version="1.0" encoding="utf-8"?>
<p:tagLst xmlns:p="http://schemas.openxmlformats.org/presentationml/2006/main">
  <p:tag name="KSO_WM_BEAUTIFY_FLAG" val=""/>
</p:tagLst>
</file>

<file path=ppt/tags/tag239.xml><?xml version="1.0" encoding="utf-8"?>
<p:tagLst xmlns:p="http://schemas.openxmlformats.org/presentationml/2006/main">
  <p:tag name="TABLE_ENDDRAG_ORIGIN_RECT" val="884*323"/>
  <p:tag name="TABLE_ENDDRAG_RECT" val="43*177*884*323"/>
  <p:tag name="KSO_WM_BEAUTIFY_FLAG" val=""/>
</p:tagLst>
</file>

<file path=ppt/tags/tag240.xml><?xml version="1.0" encoding="utf-8"?>
<p:tagLst xmlns:p="http://schemas.openxmlformats.org/presentationml/2006/main">
  <p:tag name="KSO_WM_BEAUTIFY_FLAG" val=""/>
</p:tagLst>
</file>

<file path=ppt/tags/tag241.xml><?xml version="1.0" encoding="utf-8"?>
<p:tagLst xmlns:p="http://schemas.openxmlformats.org/presentationml/2006/main">
  <p:tag name="KSO_WM_BEAUTIFY_FLAG" val=""/>
</p:tagLst>
</file>

<file path=ppt/tags/tag242.xml><?xml version="1.0" encoding="utf-8"?>
<p:tagLst xmlns:p="http://schemas.openxmlformats.org/presentationml/2006/main">
  <p:tag name="KSO_WM_BEAUTIFY_FLAG" val=""/>
</p:tagLst>
</file>

<file path=ppt/tags/tag243.xml><?xml version="1.0" encoding="utf-8"?>
<p:tagLst xmlns:p="http://schemas.openxmlformats.org/presentationml/2006/main">
  <p:tag name="KSO_WM_BEAUTIFY_FLAG" val=""/>
</p:tagLst>
</file>

<file path=ppt/tags/tag244.xml><?xml version="1.0" encoding="utf-8"?>
<p:tagLst xmlns:p="http://schemas.openxmlformats.org/presentationml/2006/main">
  <p:tag name="KSO_WM_BEAUTIFY_FLAG" val=""/>
</p:tagLst>
</file>

<file path=ppt/tags/tag245.xml><?xml version="1.0" encoding="utf-8"?>
<p:tagLst xmlns:p="http://schemas.openxmlformats.org/presentationml/2006/main">
  <p:tag name="KSO_WM_BEAUTIFY_FLAG" val=""/>
</p:tagLst>
</file>

<file path=ppt/tags/tag246.xml><?xml version="1.0" encoding="utf-8"?>
<p:tagLst xmlns:p="http://schemas.openxmlformats.org/presentationml/2006/main">
  <p:tag name="KSO_WM_BEAUTIFY_FLAG" val=""/>
</p:tagLst>
</file>

<file path=ppt/tags/tag247.xml><?xml version="1.0" encoding="utf-8"?>
<p:tagLst xmlns:p="http://schemas.openxmlformats.org/presentationml/2006/main">
  <p:tag name="TABLE_ENDDRAG_ORIGIN_RECT" val="375*57"/>
  <p:tag name="TABLE_ENDDRAG_RECT" val="557*171*375*57"/>
</p:tagLst>
</file>

<file path=ppt/tags/tag248.xml><?xml version="1.0" encoding="utf-8"?>
<p:tagLst xmlns:p="http://schemas.openxmlformats.org/presentationml/2006/main">
  <p:tag name="TABLE_ENDDRAG_ORIGIN_RECT" val="288*72"/>
  <p:tag name="TABLE_ENDDRAG_RECT" val="144*225*288*72"/>
</p:tagLst>
</file>

<file path=ppt/tags/tag249.xml><?xml version="1.0" encoding="utf-8"?>
<p:tagLst xmlns:p="http://schemas.openxmlformats.org/presentationml/2006/main">
  <p:tag name="KSO_WM_BEAUTIFY_FLAG" val=""/>
</p:tagLst>
</file>

<file path=ppt/tags/tag250.xml><?xml version="1.0" encoding="utf-8"?>
<p:tagLst xmlns:p="http://schemas.openxmlformats.org/presentationml/2006/main">
  <p:tag name="TABLE_ENDDRAG_ORIGIN_RECT" val="437*57"/>
  <p:tag name="TABLE_ENDDRAG_RECT" val="80*321*437*57"/>
</p:tagLst>
</file>

<file path=ppt/tags/tag2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2314_7*e*1"/>
  <p:tag name="KSO_WM_TEMPLATE_CATEGORY" val="custom"/>
  <p:tag name="KSO_WM_TEMPLATE_INDEX" val="20202314"/>
  <p:tag name="KSO_WM_UNIT_LAYERLEVEL" val="1"/>
  <p:tag name="KSO_WM_TAG_VERSION" val="1.0"/>
  <p:tag name="KSO_WM_BEAUTIFY_FLAG" val="#wm#"/>
  <p:tag name="KSO_WM_UNIT_PRESET_TEXT" val="PART  01"/>
  <p:tag name="KSO_WM_UNIT_NOCLEAR" val="0"/>
  <p:tag name="KSO_WM_UNIT_VALUE" val="10"/>
  <p:tag name="KSO_WM_UNIT_TYPE" val="e"/>
  <p:tag name="KSO_WM_UNIT_INDEX" val="1"/>
</p:tagLst>
</file>

<file path=ppt/tags/tag2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2314_7*a*1"/>
  <p:tag name="KSO_WM_TEMPLATE_CATEGORY" val="custom"/>
  <p:tag name="KSO_WM_TEMPLATE_INDEX" val="20202314"/>
  <p:tag name="KSO_WM_UNIT_LAYERLEVEL" val="1"/>
  <p:tag name="KSO_WM_TAG_VERSION" val="1.0"/>
  <p:tag name="KSO_WM_BEAUTIFY_FLAG" val="#wm#"/>
  <p:tag name="KSO_WM_UNIT_ISCONTENTSTITLE" val="0"/>
  <p:tag name="KSO_WM_UNIT_PRESET_TEXT" val="单击此处添加标题"/>
  <p:tag name="KSO_WM_UNIT_NOCLEAR" val="0"/>
  <p:tag name="KSO_WM_UNIT_VALUE" val="9"/>
  <p:tag name="KSO_WM_UNIT_TYPE" val="a"/>
  <p:tag name="KSO_WM_UNIT_INDEX" val="1"/>
  <p:tag name="KSO_WM_UNIT_ISNUMDGMTITLE" val="0"/>
</p:tagLst>
</file>

<file path=ppt/tags/tag253.xml><?xml version="1.0" encoding="utf-8"?>
<p:tagLst xmlns:p="http://schemas.openxmlformats.org/presentationml/2006/main">
  <p:tag name="KSO_WM_SLIDE_ID" val="custom20202314_7"/>
  <p:tag name="KSO_WM_TEMPLATE_SUBCATEGORY" val="0"/>
  <p:tag name="KSO_WM_SLIDE_ITEM_CNT" val="0"/>
  <p:tag name="KSO_WM_SLIDE_INDEX" val="7"/>
  <p:tag name="KSO_WM_TAG_VERSION" val="1.0"/>
  <p:tag name="KSO_WM_BEAUTIFY_FLAG" val="#wm#"/>
  <p:tag name="KSO_WM_TEMPLATE_CATEGORY" val="custom"/>
  <p:tag name="KSO_WM_TEMPLATE_INDEX" val="20202314"/>
  <p:tag name="KSO_WM_SLIDE_TYPE" val="sectionTitle"/>
  <p:tag name="KSO_WM_SLIDE_SUBTYPE" val="pureTxt"/>
  <p:tag name="KSO_WM_SLIDE_LAYOUT" val="a_e"/>
  <p:tag name="KSO_WM_SLIDE_LAYOUT_CNT" val="1_1"/>
  <p:tag name="KSO_WM_TEMPLATE_MASTER_TYPE" val="1"/>
  <p:tag name="KSO_WM_TEMPLATE_COLOR_TYPE" val="0"/>
</p:tagLst>
</file>

<file path=ppt/tags/tag254.xml><?xml version="1.0" encoding="utf-8"?>
<p:tagLst xmlns:p="http://schemas.openxmlformats.org/presentationml/2006/main">
  <p:tag name="KSO_WM_BEAUTIFY_FLAG" val=""/>
</p:tagLst>
</file>

<file path=ppt/tags/tag255.xml><?xml version="1.0" encoding="utf-8"?>
<p:tagLst xmlns:p="http://schemas.openxmlformats.org/presentationml/2006/main">
  <p:tag name="KSO_WM_BEAUTIFY_FLAG" val=""/>
</p:tagLst>
</file>

<file path=ppt/tags/tag256.xml><?xml version="1.0" encoding="utf-8"?>
<p:tagLst xmlns:p="http://schemas.openxmlformats.org/presentationml/2006/main">
  <p:tag name="TABLE_ENDDRAG_ORIGIN_RECT" val="525*366"/>
  <p:tag name="TABLE_ENDDRAG_RECT" val="41*123*525*366"/>
</p:tagLst>
</file>

<file path=ppt/tags/tag257.xml><?xml version="1.0" encoding="utf-8"?>
<p:tagLst xmlns:p="http://schemas.openxmlformats.org/presentationml/2006/main">
  <p:tag name="KSO_WM_BEAUTIFY_FLAG" val=""/>
</p:tagLst>
</file>

<file path=ppt/tags/tag258.xml><?xml version="1.0" encoding="utf-8"?>
<p:tagLst xmlns:p="http://schemas.openxmlformats.org/presentationml/2006/main">
  <p:tag name="KSO_WM_BEAUTIFY_FLAG" val=""/>
</p:tagLst>
</file>

<file path=ppt/tags/tag259.xml><?xml version="1.0" encoding="utf-8"?>
<p:tagLst xmlns:p="http://schemas.openxmlformats.org/presentationml/2006/main">
  <p:tag name="KSO_WM_BEAUTIFY_FLAG" val=""/>
</p:tagLst>
</file>

<file path=ppt/tags/tag26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diagram20228091_4*l_h_i*1_1_3"/>
  <p:tag name="KSO_WM_TEMPLATE_CATEGORY" val="diagram"/>
  <p:tag name="KSO_WM_TEMPLATE_INDEX" val="20228091"/>
  <p:tag name="KSO_WM_UNIT_LAYERLEVEL" val="1_1_1"/>
  <p:tag name="KSO_WM_TAG_VERSION" val="1.0"/>
  <p:tag name="KSO_WM_BEAUTIFY_FLAG" val=""/>
  <p:tag name="KSO_WM_DIAGRAM_VIRTUALLY_FRAME" val="{&quot;height&quot;:382.15,&quot;left&quot;:62.9,&quot;top&quot;:127.65,&quot;width&quot;:198.75}"/>
</p:tagLst>
</file>

<file path=ppt/tags/tag26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28091_4*l_h_i*1_1_1"/>
  <p:tag name="KSO_WM_TEMPLATE_CATEGORY" val="diagram"/>
  <p:tag name="KSO_WM_TEMPLATE_INDEX" val="20228091"/>
  <p:tag name="KSO_WM_UNIT_LAYERLEVEL" val="1_1_1"/>
  <p:tag name="KSO_WM_TAG_VERSION" val="1.0"/>
  <p:tag name="KSO_WM_BEAUTIFY_FLAG" val=""/>
  <p:tag name="KSO_WM_DIAGRAM_VIRTUALLY_FRAME" val="{&quot;height&quot;:382.15,&quot;left&quot;:62.9,&quot;top&quot;:127.65,&quot;width&quot;:198.75}"/>
</p:tagLst>
</file>

<file path=ppt/tags/tag26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2"/>
  <p:tag name="KSO_WM_UNIT_ID" val="diagram20228091_4*l_h_i*1_1_2"/>
  <p:tag name="KSO_WM_TEMPLATE_CATEGORY" val="diagram"/>
  <p:tag name="KSO_WM_TEMPLATE_INDEX" val="20228091"/>
  <p:tag name="KSO_WM_UNIT_LAYERLEVEL" val="1_1_1"/>
  <p:tag name="KSO_WM_TAG_VERSION" val="1.0"/>
  <p:tag name="KSO_WM_BEAUTIFY_FLAG" val=""/>
  <p:tag name="KSO_WM_DIAGRAM_VIRTUALLY_FRAME" val="{&quot;height&quot;:382.15,&quot;left&quot;:62.9,&quot;top&quot;:127.65,&quot;width&quot;:198.75}"/>
</p:tagLst>
</file>

<file path=ppt/tags/tag263.xml><?xml version="1.0" encoding="utf-8"?>
<p:tagLst xmlns:p="http://schemas.openxmlformats.org/presentationml/2006/main">
  <p:tag name="KSO_WM_UNIT_SUBTYPE" val="a"/>
  <p:tag name="KSO_WM_UNIT_PRESET_TEXT" val="单击此处输入你的正文，文字是您思想的提炼，为了最终演示发布的良好效果，请尽量言简意赅的阐述观点。"/>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28091_4*l_h_f*1_1_1"/>
  <p:tag name="KSO_WM_TEMPLATE_CATEGORY" val="diagram"/>
  <p:tag name="KSO_WM_TEMPLATE_INDEX" val="20228091"/>
  <p:tag name="KSO_WM_UNIT_LAYERLEVEL" val="1_1_1"/>
  <p:tag name="KSO_WM_TAG_VERSION" val="1.0"/>
  <p:tag name="KSO_WM_BEAUTIFY_FLAG" val=""/>
  <p:tag name="KSO_WM_DIAGRAM_VIRTUALLY_FRAME" val="{&quot;height&quot;:382.15,&quot;left&quot;:62.9,&quot;top&quot;:127.65,&quot;width&quot;:198.75}"/>
</p:tagLst>
</file>

<file path=ppt/tags/tag26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diagram20228091_4*l_h_i*1_1_3"/>
  <p:tag name="KSO_WM_TEMPLATE_CATEGORY" val="diagram"/>
  <p:tag name="KSO_WM_TEMPLATE_INDEX" val="20228091"/>
  <p:tag name="KSO_WM_UNIT_LAYERLEVEL" val="1_1_1"/>
  <p:tag name="KSO_WM_TAG_VERSION" val="1.0"/>
  <p:tag name="KSO_WM_BEAUTIFY_FLAG" val=""/>
  <p:tag name="KSO_WM_DIAGRAM_VIRTUALLY_FRAME" val="{&quot;height&quot;:382.15,&quot;left&quot;:62.9,&quot;top&quot;:127.65,&quot;width&quot;:198.75}"/>
</p:tagLst>
</file>

<file path=ppt/tags/tag26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28091_4*l_h_i*1_1_1"/>
  <p:tag name="KSO_WM_TEMPLATE_CATEGORY" val="diagram"/>
  <p:tag name="KSO_WM_TEMPLATE_INDEX" val="20228091"/>
  <p:tag name="KSO_WM_UNIT_LAYERLEVEL" val="1_1_1"/>
  <p:tag name="KSO_WM_TAG_VERSION" val="1.0"/>
  <p:tag name="KSO_WM_BEAUTIFY_FLAG" val=""/>
  <p:tag name="KSO_WM_DIAGRAM_VIRTUALLY_FRAME" val="{&quot;height&quot;:382.15,&quot;left&quot;:62.9,&quot;top&quot;:127.65,&quot;width&quot;:198.75}"/>
</p:tagLst>
</file>

<file path=ppt/tags/tag26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2"/>
  <p:tag name="KSO_WM_UNIT_ID" val="diagram20228091_4*l_h_i*1_1_2"/>
  <p:tag name="KSO_WM_TEMPLATE_CATEGORY" val="diagram"/>
  <p:tag name="KSO_WM_TEMPLATE_INDEX" val="20228091"/>
  <p:tag name="KSO_WM_UNIT_LAYERLEVEL" val="1_1_1"/>
  <p:tag name="KSO_WM_TAG_VERSION" val="1.0"/>
  <p:tag name="KSO_WM_BEAUTIFY_FLAG" val=""/>
  <p:tag name="KSO_WM_DIAGRAM_VIRTUALLY_FRAME" val="{&quot;height&quot;:382.15,&quot;left&quot;:62.9,&quot;top&quot;:127.65,&quot;width&quot;:198.75}"/>
</p:tagLst>
</file>

<file path=ppt/tags/tag267.xml><?xml version="1.0" encoding="utf-8"?>
<p:tagLst xmlns:p="http://schemas.openxmlformats.org/presentationml/2006/main">
  <p:tag name="KSO_WM_UNIT_SUBTYPE" val="a"/>
  <p:tag name="KSO_WM_UNIT_PRESET_TEXT" val="单击此处输入你的正文，文字是您思想的提炼，为了最终演示发布的良好效果，请尽量言简意赅的阐述观点。"/>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28091_4*l_h_f*1_1_1"/>
  <p:tag name="KSO_WM_TEMPLATE_CATEGORY" val="diagram"/>
  <p:tag name="KSO_WM_TEMPLATE_INDEX" val="20228091"/>
  <p:tag name="KSO_WM_UNIT_LAYERLEVEL" val="1_1_1"/>
  <p:tag name="KSO_WM_TAG_VERSION" val="1.0"/>
  <p:tag name="KSO_WM_BEAUTIFY_FLAG" val=""/>
  <p:tag name="KSO_WM_DIAGRAM_VIRTUALLY_FRAME" val="{&quot;height&quot;:382.15,&quot;left&quot;:62.9,&quot;top&quot;:127.65,&quot;width&quot;:198.75}"/>
</p:tagLst>
</file>

<file path=ppt/tags/tag26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diagram20228091_4*l_h_i*1_1_3"/>
  <p:tag name="KSO_WM_TEMPLATE_CATEGORY" val="diagram"/>
  <p:tag name="KSO_WM_TEMPLATE_INDEX" val="20228091"/>
  <p:tag name="KSO_WM_UNIT_LAYERLEVEL" val="1_1_1"/>
  <p:tag name="KSO_WM_TAG_VERSION" val="1.0"/>
  <p:tag name="KSO_WM_BEAUTIFY_FLAG" val=""/>
  <p:tag name="KSO_WM_DIAGRAM_VIRTUALLY_FRAME" val="{&quot;height&quot;:382.15,&quot;left&quot;:62.9,&quot;top&quot;:127.65,&quot;width&quot;:198.75}"/>
</p:tagLst>
</file>

<file path=ppt/tags/tag26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28091_4*l_h_i*1_1_1"/>
  <p:tag name="KSO_WM_TEMPLATE_CATEGORY" val="diagram"/>
  <p:tag name="KSO_WM_TEMPLATE_INDEX" val="20228091"/>
  <p:tag name="KSO_WM_UNIT_LAYERLEVEL" val="1_1_1"/>
  <p:tag name="KSO_WM_TAG_VERSION" val="1.0"/>
  <p:tag name="KSO_WM_BEAUTIFY_FLAG" val=""/>
  <p:tag name="KSO_WM_DIAGRAM_VIRTUALLY_FRAME" val="{&quot;height&quot;:382.15,&quot;left&quot;:62.9,&quot;top&quot;:127.65,&quot;width&quot;:198.75}"/>
</p:tagLst>
</file>

<file path=ppt/tags/tag27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2"/>
  <p:tag name="KSO_WM_UNIT_ID" val="diagram20228091_4*l_h_i*1_1_2"/>
  <p:tag name="KSO_WM_TEMPLATE_CATEGORY" val="diagram"/>
  <p:tag name="KSO_WM_TEMPLATE_INDEX" val="20228091"/>
  <p:tag name="KSO_WM_UNIT_LAYERLEVEL" val="1_1_1"/>
  <p:tag name="KSO_WM_TAG_VERSION" val="1.0"/>
  <p:tag name="KSO_WM_BEAUTIFY_FLAG" val=""/>
  <p:tag name="KSO_WM_DIAGRAM_VIRTUALLY_FRAME" val="{&quot;height&quot;:382.15,&quot;left&quot;:62.9,&quot;top&quot;:127.65,&quot;width&quot;:198.75}"/>
</p:tagLst>
</file>

<file path=ppt/tags/tag271.xml><?xml version="1.0" encoding="utf-8"?>
<p:tagLst xmlns:p="http://schemas.openxmlformats.org/presentationml/2006/main">
  <p:tag name="KSO_WM_UNIT_SUBTYPE" val="a"/>
  <p:tag name="KSO_WM_UNIT_PRESET_TEXT" val="单击此处输入你的正文，文字是您思想的提炼，为了最终演示发布的良好效果，请尽量言简意赅的阐述观点。"/>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28091_4*l_h_f*1_1_1"/>
  <p:tag name="KSO_WM_TEMPLATE_CATEGORY" val="diagram"/>
  <p:tag name="KSO_WM_TEMPLATE_INDEX" val="20228091"/>
  <p:tag name="KSO_WM_UNIT_LAYERLEVEL" val="1_1_1"/>
  <p:tag name="KSO_WM_TAG_VERSION" val="1.0"/>
  <p:tag name="KSO_WM_BEAUTIFY_FLAG" val=""/>
  <p:tag name="KSO_WM_DIAGRAM_VIRTUALLY_FRAME" val="{&quot;height&quot;:382.15,&quot;left&quot;:62.9,&quot;top&quot;:127.65,&quot;width&quot;:198.75}"/>
</p:tagLst>
</file>

<file path=ppt/tags/tag27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diagram20228091_4*l_h_i*1_1_3"/>
  <p:tag name="KSO_WM_TEMPLATE_CATEGORY" val="diagram"/>
  <p:tag name="KSO_WM_TEMPLATE_INDEX" val="20228091"/>
  <p:tag name="KSO_WM_UNIT_LAYERLEVEL" val="1_1_1"/>
  <p:tag name="KSO_WM_TAG_VERSION" val="1.0"/>
  <p:tag name="KSO_WM_BEAUTIFY_FLAG" val=""/>
  <p:tag name="KSO_WM_DIAGRAM_VIRTUALLY_FRAME" val="{&quot;height&quot;:382.15,&quot;left&quot;:62.9,&quot;top&quot;:127.65,&quot;width&quot;:198.75}"/>
</p:tagLst>
</file>

<file path=ppt/tags/tag27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28091_4*l_h_i*1_1_1"/>
  <p:tag name="KSO_WM_TEMPLATE_CATEGORY" val="diagram"/>
  <p:tag name="KSO_WM_TEMPLATE_INDEX" val="20228091"/>
  <p:tag name="KSO_WM_UNIT_LAYERLEVEL" val="1_1_1"/>
  <p:tag name="KSO_WM_TAG_VERSION" val="1.0"/>
  <p:tag name="KSO_WM_BEAUTIFY_FLAG" val=""/>
  <p:tag name="KSO_WM_DIAGRAM_VIRTUALLY_FRAME" val="{&quot;height&quot;:382.15,&quot;left&quot;:62.9,&quot;top&quot;:127.65,&quot;width&quot;:198.75}"/>
</p:tagLst>
</file>

<file path=ppt/tags/tag27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2"/>
  <p:tag name="KSO_WM_UNIT_ID" val="diagram20228091_4*l_h_i*1_1_2"/>
  <p:tag name="KSO_WM_TEMPLATE_CATEGORY" val="diagram"/>
  <p:tag name="KSO_WM_TEMPLATE_INDEX" val="20228091"/>
  <p:tag name="KSO_WM_UNIT_LAYERLEVEL" val="1_1_1"/>
  <p:tag name="KSO_WM_TAG_VERSION" val="1.0"/>
  <p:tag name="KSO_WM_BEAUTIFY_FLAG" val=""/>
  <p:tag name="KSO_WM_DIAGRAM_VIRTUALLY_FRAME" val="{&quot;height&quot;:382.15,&quot;left&quot;:62.9,&quot;top&quot;:127.65,&quot;width&quot;:198.75}"/>
</p:tagLst>
</file>

<file path=ppt/tags/tag275.xml><?xml version="1.0" encoding="utf-8"?>
<p:tagLst xmlns:p="http://schemas.openxmlformats.org/presentationml/2006/main">
  <p:tag name="KSO_WM_UNIT_SUBTYPE" val="a"/>
  <p:tag name="KSO_WM_UNIT_PRESET_TEXT" val="单击此处输入你的正文，文字是您思想的提炼，为了最终演示发布的良好效果，请尽量言简意赅的阐述观点。"/>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28091_4*l_h_f*1_1_1"/>
  <p:tag name="KSO_WM_TEMPLATE_CATEGORY" val="diagram"/>
  <p:tag name="KSO_WM_TEMPLATE_INDEX" val="20228091"/>
  <p:tag name="KSO_WM_UNIT_LAYERLEVEL" val="1_1_1"/>
  <p:tag name="KSO_WM_TAG_VERSION" val="1.0"/>
  <p:tag name="KSO_WM_BEAUTIFY_FLAG" val=""/>
  <p:tag name="KSO_WM_DIAGRAM_VIRTUALLY_FRAME" val="{&quot;height&quot;:382.15,&quot;left&quot;:62.9,&quot;top&quot;:127.65,&quot;width&quot;:198.75}"/>
</p:tagLst>
</file>

<file path=ppt/tags/tag276.xml><?xml version="1.0" encoding="utf-8"?>
<p:tagLst xmlns:p="http://schemas.openxmlformats.org/presentationml/2006/main">
  <p:tag name="KSO_WM_BEAUTIFY_FLAG" val=""/>
</p:tagLst>
</file>

<file path=ppt/tags/tag277.xml><?xml version="1.0" encoding="utf-8"?>
<p:tagLst xmlns:p="http://schemas.openxmlformats.org/presentationml/2006/main">
  <p:tag name="KSO_WM_BEAUTIFY_FLAG" val=""/>
</p:tagLst>
</file>

<file path=ppt/tags/tag27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diagram20228091_4*l_h_i*1_1_3"/>
  <p:tag name="KSO_WM_TEMPLATE_CATEGORY" val="diagram"/>
  <p:tag name="KSO_WM_TEMPLATE_INDEX" val="20228091"/>
  <p:tag name="KSO_WM_UNIT_LAYERLEVEL" val="1_1_1"/>
  <p:tag name="KSO_WM_TAG_VERSION" val="1.0"/>
  <p:tag name="KSO_WM_BEAUTIFY_FLAG" val=""/>
  <p:tag name="KSO_WM_DIAGRAM_VIRTUALLY_FRAME" val="{&quot;height&quot;:382.15,&quot;left&quot;:62.9,&quot;top&quot;:127.65,&quot;width&quot;:198.75}"/>
</p:tagLst>
</file>

<file path=ppt/tags/tag27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28091_4*l_h_i*1_1_1"/>
  <p:tag name="KSO_WM_TEMPLATE_CATEGORY" val="diagram"/>
  <p:tag name="KSO_WM_TEMPLATE_INDEX" val="20228091"/>
  <p:tag name="KSO_WM_UNIT_LAYERLEVEL" val="1_1_1"/>
  <p:tag name="KSO_WM_TAG_VERSION" val="1.0"/>
  <p:tag name="KSO_WM_BEAUTIFY_FLAG" val=""/>
  <p:tag name="KSO_WM_DIAGRAM_VIRTUALLY_FRAME" val="{&quot;height&quot;:382.15,&quot;left&quot;:62.9,&quot;top&quot;:127.65,&quot;width&quot;:198.75}"/>
</p:tagLst>
</file>

<file path=ppt/tags/tag28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2"/>
  <p:tag name="KSO_WM_UNIT_ID" val="diagram20228091_4*l_h_i*1_1_2"/>
  <p:tag name="KSO_WM_TEMPLATE_CATEGORY" val="diagram"/>
  <p:tag name="KSO_WM_TEMPLATE_INDEX" val="20228091"/>
  <p:tag name="KSO_WM_UNIT_LAYERLEVEL" val="1_1_1"/>
  <p:tag name="KSO_WM_TAG_VERSION" val="1.0"/>
  <p:tag name="KSO_WM_BEAUTIFY_FLAG" val=""/>
  <p:tag name="KSO_WM_DIAGRAM_VIRTUALLY_FRAME" val="{&quot;height&quot;:382.15,&quot;left&quot;:62.9,&quot;top&quot;:127.65,&quot;width&quot;:198.75}"/>
</p:tagLst>
</file>

<file path=ppt/tags/tag281.xml><?xml version="1.0" encoding="utf-8"?>
<p:tagLst xmlns:p="http://schemas.openxmlformats.org/presentationml/2006/main">
  <p:tag name="KSO_WM_UNIT_SUBTYPE" val="a"/>
  <p:tag name="KSO_WM_UNIT_PRESET_TEXT" val="单击此处输入你的正文，文字是您思想的提炼，为了最终演示发布的良好效果，请尽量言简意赅的阐述观点。"/>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28091_4*l_h_f*1_1_1"/>
  <p:tag name="KSO_WM_TEMPLATE_CATEGORY" val="diagram"/>
  <p:tag name="KSO_WM_TEMPLATE_INDEX" val="20228091"/>
  <p:tag name="KSO_WM_UNIT_LAYERLEVEL" val="1_1_1"/>
  <p:tag name="KSO_WM_TAG_VERSION" val="1.0"/>
  <p:tag name="KSO_WM_BEAUTIFY_FLAG" val=""/>
  <p:tag name="KSO_WM_DIAGRAM_VIRTUALLY_FRAME" val="{&quot;height&quot;:382.15,&quot;left&quot;:62.9,&quot;top&quot;:127.65,&quot;width&quot;:198.75}"/>
</p:tagLst>
</file>

<file path=ppt/tags/tag28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diagram20228091_4*l_h_i*1_1_3"/>
  <p:tag name="KSO_WM_TEMPLATE_CATEGORY" val="diagram"/>
  <p:tag name="KSO_WM_TEMPLATE_INDEX" val="20228091"/>
  <p:tag name="KSO_WM_UNIT_LAYERLEVEL" val="1_1_1"/>
  <p:tag name="KSO_WM_TAG_VERSION" val="1.0"/>
  <p:tag name="KSO_WM_BEAUTIFY_FLAG" val=""/>
  <p:tag name="KSO_WM_DIAGRAM_VIRTUALLY_FRAME" val="{&quot;height&quot;:382.15,&quot;left&quot;:62.9,&quot;top&quot;:127.65,&quot;width&quot;:198.75}"/>
</p:tagLst>
</file>

<file path=ppt/tags/tag28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28091_4*l_h_i*1_1_1"/>
  <p:tag name="KSO_WM_TEMPLATE_CATEGORY" val="diagram"/>
  <p:tag name="KSO_WM_TEMPLATE_INDEX" val="20228091"/>
  <p:tag name="KSO_WM_UNIT_LAYERLEVEL" val="1_1_1"/>
  <p:tag name="KSO_WM_TAG_VERSION" val="1.0"/>
  <p:tag name="KSO_WM_BEAUTIFY_FLAG" val=""/>
  <p:tag name="KSO_WM_DIAGRAM_VIRTUALLY_FRAME" val="{&quot;height&quot;:382.15,&quot;left&quot;:62.9,&quot;top&quot;:127.65,&quot;width&quot;:198.75}"/>
</p:tagLst>
</file>

<file path=ppt/tags/tag28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2"/>
  <p:tag name="KSO_WM_UNIT_ID" val="diagram20228091_4*l_h_i*1_1_2"/>
  <p:tag name="KSO_WM_TEMPLATE_CATEGORY" val="diagram"/>
  <p:tag name="KSO_WM_TEMPLATE_INDEX" val="20228091"/>
  <p:tag name="KSO_WM_UNIT_LAYERLEVEL" val="1_1_1"/>
  <p:tag name="KSO_WM_TAG_VERSION" val="1.0"/>
  <p:tag name="KSO_WM_BEAUTIFY_FLAG" val=""/>
  <p:tag name="KSO_WM_DIAGRAM_VIRTUALLY_FRAME" val="{&quot;height&quot;:382.15,&quot;left&quot;:62.9,&quot;top&quot;:127.65,&quot;width&quot;:198.75}"/>
</p:tagLst>
</file>

<file path=ppt/tags/tag285.xml><?xml version="1.0" encoding="utf-8"?>
<p:tagLst xmlns:p="http://schemas.openxmlformats.org/presentationml/2006/main">
  <p:tag name="KSO_WM_UNIT_SUBTYPE" val="a"/>
  <p:tag name="KSO_WM_UNIT_PRESET_TEXT" val="单击此处输入你的正文，文字是您思想的提炼，为了最终演示发布的良好效果，请尽量言简意赅的阐述观点。"/>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28091_4*l_h_f*1_1_1"/>
  <p:tag name="KSO_WM_TEMPLATE_CATEGORY" val="diagram"/>
  <p:tag name="KSO_WM_TEMPLATE_INDEX" val="20228091"/>
  <p:tag name="KSO_WM_UNIT_LAYERLEVEL" val="1_1_1"/>
  <p:tag name="KSO_WM_TAG_VERSION" val="1.0"/>
  <p:tag name="KSO_WM_BEAUTIFY_FLAG" val=""/>
  <p:tag name="KSO_WM_DIAGRAM_VIRTUALLY_FRAME" val="{&quot;height&quot;:382.15,&quot;left&quot;:62.9,&quot;top&quot;:127.65,&quot;width&quot;:198.75}"/>
</p:tagLst>
</file>

<file path=ppt/tags/tag28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diagram20228091_4*l_h_i*1_1_3"/>
  <p:tag name="KSO_WM_TEMPLATE_CATEGORY" val="diagram"/>
  <p:tag name="KSO_WM_TEMPLATE_INDEX" val="20228091"/>
  <p:tag name="KSO_WM_UNIT_LAYERLEVEL" val="1_1_1"/>
  <p:tag name="KSO_WM_TAG_VERSION" val="1.0"/>
  <p:tag name="KSO_WM_BEAUTIFY_FLAG" val=""/>
  <p:tag name="KSO_WM_DIAGRAM_VIRTUALLY_FRAME" val="{&quot;height&quot;:382.15,&quot;left&quot;:62.9,&quot;top&quot;:127.65,&quot;width&quot;:198.75}"/>
</p:tagLst>
</file>

<file path=ppt/tags/tag28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28091_4*l_h_i*1_1_1"/>
  <p:tag name="KSO_WM_TEMPLATE_CATEGORY" val="diagram"/>
  <p:tag name="KSO_WM_TEMPLATE_INDEX" val="20228091"/>
  <p:tag name="KSO_WM_UNIT_LAYERLEVEL" val="1_1_1"/>
  <p:tag name="KSO_WM_TAG_VERSION" val="1.0"/>
  <p:tag name="KSO_WM_BEAUTIFY_FLAG" val=""/>
  <p:tag name="KSO_WM_DIAGRAM_VIRTUALLY_FRAME" val="{&quot;height&quot;:382.15,&quot;left&quot;:62.9,&quot;top&quot;:127.65,&quot;width&quot;:198.75}"/>
</p:tagLst>
</file>

<file path=ppt/tags/tag28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2"/>
  <p:tag name="KSO_WM_UNIT_ID" val="diagram20228091_4*l_h_i*1_1_2"/>
  <p:tag name="KSO_WM_TEMPLATE_CATEGORY" val="diagram"/>
  <p:tag name="KSO_WM_TEMPLATE_INDEX" val="20228091"/>
  <p:tag name="KSO_WM_UNIT_LAYERLEVEL" val="1_1_1"/>
  <p:tag name="KSO_WM_TAG_VERSION" val="1.0"/>
  <p:tag name="KSO_WM_BEAUTIFY_FLAG" val=""/>
  <p:tag name="KSO_WM_DIAGRAM_VIRTUALLY_FRAME" val="{&quot;height&quot;:382.15,&quot;left&quot;:62.9,&quot;top&quot;:127.65,&quot;width&quot;:198.75}"/>
</p:tagLst>
</file>

<file path=ppt/tags/tag289.xml><?xml version="1.0" encoding="utf-8"?>
<p:tagLst xmlns:p="http://schemas.openxmlformats.org/presentationml/2006/main">
  <p:tag name="KSO_WM_UNIT_SUBTYPE" val="a"/>
  <p:tag name="KSO_WM_UNIT_PRESET_TEXT" val="单击此处输入你的正文，文字是您思想的提炼，为了最终演示发布的良好效果，请尽量言简意赅的阐述观点。"/>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28091_4*l_h_f*1_1_1"/>
  <p:tag name="KSO_WM_TEMPLATE_CATEGORY" val="diagram"/>
  <p:tag name="KSO_WM_TEMPLATE_INDEX" val="20228091"/>
  <p:tag name="KSO_WM_UNIT_LAYERLEVEL" val="1_1_1"/>
  <p:tag name="KSO_WM_TAG_VERSION" val="1.0"/>
  <p:tag name="KSO_WM_BEAUTIFY_FLAG" val=""/>
  <p:tag name="KSO_WM_DIAGRAM_VIRTUALLY_FRAME" val="{&quot;height&quot;:382.15,&quot;left&quot;:62.9,&quot;top&quot;:127.65,&quot;width&quot;:198.75}"/>
</p:tagLst>
</file>

<file path=ppt/tags/tag29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diagram20228091_4*l_h_i*1_1_3"/>
  <p:tag name="KSO_WM_TEMPLATE_CATEGORY" val="diagram"/>
  <p:tag name="KSO_WM_TEMPLATE_INDEX" val="20228091"/>
  <p:tag name="KSO_WM_UNIT_LAYERLEVEL" val="1_1_1"/>
  <p:tag name="KSO_WM_TAG_VERSION" val="1.0"/>
  <p:tag name="KSO_WM_BEAUTIFY_FLAG" val=""/>
  <p:tag name="KSO_WM_DIAGRAM_VIRTUALLY_FRAME" val="{&quot;height&quot;:382.15,&quot;left&quot;:62.9,&quot;top&quot;:127.65,&quot;width&quot;:198.75}"/>
</p:tagLst>
</file>

<file path=ppt/tags/tag29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28091_4*l_h_i*1_1_1"/>
  <p:tag name="KSO_WM_TEMPLATE_CATEGORY" val="diagram"/>
  <p:tag name="KSO_WM_TEMPLATE_INDEX" val="20228091"/>
  <p:tag name="KSO_WM_UNIT_LAYERLEVEL" val="1_1_1"/>
  <p:tag name="KSO_WM_TAG_VERSION" val="1.0"/>
  <p:tag name="KSO_WM_BEAUTIFY_FLAG" val=""/>
  <p:tag name="KSO_WM_DIAGRAM_VIRTUALLY_FRAME" val="{&quot;height&quot;:382.15,&quot;left&quot;:62.9,&quot;top&quot;:127.65,&quot;width&quot;:198.75}"/>
</p:tagLst>
</file>

<file path=ppt/tags/tag29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2"/>
  <p:tag name="KSO_WM_UNIT_ID" val="diagram20228091_4*l_h_i*1_1_2"/>
  <p:tag name="KSO_WM_TEMPLATE_CATEGORY" val="diagram"/>
  <p:tag name="KSO_WM_TEMPLATE_INDEX" val="20228091"/>
  <p:tag name="KSO_WM_UNIT_LAYERLEVEL" val="1_1_1"/>
  <p:tag name="KSO_WM_TAG_VERSION" val="1.0"/>
  <p:tag name="KSO_WM_BEAUTIFY_FLAG" val=""/>
  <p:tag name="KSO_WM_DIAGRAM_VIRTUALLY_FRAME" val="{&quot;height&quot;:382.15,&quot;left&quot;:62.9,&quot;top&quot;:127.65,&quot;width&quot;:198.75}"/>
</p:tagLst>
</file>

<file path=ppt/tags/tag293.xml><?xml version="1.0" encoding="utf-8"?>
<p:tagLst xmlns:p="http://schemas.openxmlformats.org/presentationml/2006/main">
  <p:tag name="KSO_WM_UNIT_SUBTYPE" val="a"/>
  <p:tag name="KSO_WM_UNIT_PRESET_TEXT" val="单击此处输入你的正文，文字是您思想的提炼，为了最终演示发布的良好效果，请尽量言简意赅的阐述观点。"/>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28091_4*l_h_f*1_1_1"/>
  <p:tag name="KSO_WM_TEMPLATE_CATEGORY" val="diagram"/>
  <p:tag name="KSO_WM_TEMPLATE_INDEX" val="20228091"/>
  <p:tag name="KSO_WM_UNIT_LAYERLEVEL" val="1_1_1"/>
  <p:tag name="KSO_WM_TAG_VERSION" val="1.0"/>
  <p:tag name="KSO_WM_BEAUTIFY_FLAG" val=""/>
  <p:tag name="KSO_WM_DIAGRAM_VIRTUALLY_FRAME" val="{&quot;height&quot;:382.15,&quot;left&quot;:62.9,&quot;top&quot;:127.65,&quot;width&quot;:198.75}"/>
</p:tagLst>
</file>

<file path=ppt/tags/tag294.xml><?xml version="1.0" encoding="utf-8"?>
<p:tagLst xmlns:p="http://schemas.openxmlformats.org/presentationml/2006/main">
  <p:tag name="KSO_WM_BEAUTIFY_FLAG" val=""/>
</p:tagLst>
</file>

<file path=ppt/tags/tag295.xml><?xml version="1.0" encoding="utf-8"?>
<p:tagLst xmlns:p="http://schemas.openxmlformats.org/presentationml/2006/main">
  <p:tag name="KSO_WM_BEAUTIFY_FLAG" val=""/>
</p:tagLst>
</file>

<file path=ppt/tags/tag296.xml><?xml version="1.0" encoding="utf-8"?>
<p:tagLst xmlns:p="http://schemas.openxmlformats.org/presentationml/2006/main">
  <p:tag name="KSO_WM_BEAUTIFY_FLAG" val=""/>
</p:tagLst>
</file>

<file path=ppt/tags/tag297.xml><?xml version="1.0" encoding="utf-8"?>
<p:tagLst xmlns:p="http://schemas.openxmlformats.org/presentationml/2006/main">
  <p:tag name="KSO_WM_BEAUTIFY_FLAG" val=""/>
</p:tagLst>
</file>

<file path=ppt/tags/tag298.xml><?xml version="1.0" encoding="utf-8"?>
<p:tagLst xmlns:p="http://schemas.openxmlformats.org/presentationml/2006/main">
  <p:tag name="KSO_WM_BEAUTIFY_FLAG" val=""/>
</p:tagLst>
</file>

<file path=ppt/tags/tag299.xml><?xml version="1.0" encoding="utf-8"?>
<p:tagLst xmlns:p="http://schemas.openxmlformats.org/presentationml/2006/main">
  <p:tag name="KSO_WM_BEAUTIFY_FLAG" val=""/>
</p:tagLst>
</file>

<file path=ppt/tags/tag300.xml><?xml version="1.0" encoding="utf-8"?>
<p:tagLst xmlns:p="http://schemas.openxmlformats.org/presentationml/2006/main">
  <p:tag name="KSO_WM_BEAUTIFY_FLAG" val=""/>
</p:tagLst>
</file>

<file path=ppt/tags/tag3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2314_7*a*1"/>
  <p:tag name="KSO_WM_TEMPLATE_CATEGORY" val="custom"/>
  <p:tag name="KSO_WM_TEMPLATE_INDEX" val="20202314"/>
  <p:tag name="KSO_WM_UNIT_LAYERLEVEL" val="1"/>
  <p:tag name="KSO_WM_TAG_VERSION" val="1.0"/>
  <p:tag name="KSO_WM_BEAUTIFY_FLAG" val="#wm#"/>
  <p:tag name="KSO_WM_UNIT_ISCONTENTSTITLE" val="0"/>
  <p:tag name="KSO_WM_UNIT_PRESET_TEXT" val="单击此处添加标题"/>
  <p:tag name="KSO_WM_UNIT_NOCLEAR" val="0"/>
  <p:tag name="KSO_WM_UNIT_VALUE" val="9"/>
  <p:tag name="KSO_WM_UNIT_TYPE" val="a"/>
  <p:tag name="KSO_WM_UNIT_INDEX" val="1"/>
  <p:tag name="KSO_WM_UNIT_ISNUMDGMTITLE" val="0"/>
</p:tagLst>
</file>

<file path=ppt/tags/tag302.xml><?xml version="1.0" encoding="utf-8"?>
<p:tagLst xmlns:p="http://schemas.openxmlformats.org/presentationml/2006/main">
  <p:tag name="KSO_WM_BEAUTIFY_FLAG" val=""/>
</p:tagLst>
</file>

<file path=ppt/tags/tag303.xml><?xml version="1.0" encoding="utf-8"?>
<p:tagLst xmlns:p="http://schemas.openxmlformats.org/presentationml/2006/main">
  <p:tag name="KSO_WM_BEAUTIFY_FLAG" val=""/>
</p:tagLst>
</file>

<file path=ppt/tags/tag304.xml><?xml version="1.0" encoding="utf-8"?>
<p:tagLst xmlns:p="http://schemas.openxmlformats.org/presentationml/2006/main">
  <p:tag name="KSO_WM_BEAUTIFY_FLAG" val=""/>
</p:tagLst>
</file>

<file path=ppt/tags/tag305.xml><?xml version="1.0" encoding="utf-8"?>
<p:tagLst xmlns:p="http://schemas.openxmlformats.org/presentationml/2006/main">
  <p:tag name="TABLE_ENDDRAG_ORIGIN_RECT" val="844*347"/>
  <p:tag name="TABLE_ENDDRAG_RECT" val="34*105*844*347"/>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自定义 17">
      <a:dk1>
        <a:sysClr val="windowText" lastClr="000000"/>
      </a:dk1>
      <a:lt1>
        <a:sysClr val="window" lastClr="FFFFFF"/>
      </a:lt1>
      <a:dk2>
        <a:srgbClr val="E0EDF6"/>
      </a:dk2>
      <a:lt2>
        <a:srgbClr val="FFFFFF"/>
      </a:lt2>
      <a:accent1>
        <a:srgbClr val="005EA7"/>
      </a:accent1>
      <a:accent2>
        <a:srgbClr val="3C81BE"/>
      </a:accent2>
      <a:accent3>
        <a:srgbClr val="68A5D4"/>
      </a:accent3>
      <a:accent4>
        <a:srgbClr val="789FDA"/>
      </a:accent4>
      <a:accent5>
        <a:srgbClr val="9464B3"/>
      </a:accent5>
      <a:accent6>
        <a:srgbClr val="A7005E"/>
      </a:accent6>
      <a:hlink>
        <a:srgbClr val="658BD5"/>
      </a:hlink>
      <a:folHlink>
        <a:srgbClr val="A16AA5"/>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18.1">
    <a:dk1>
      <a:srgbClr val="000000"/>
    </a:dk1>
    <a:lt1>
      <a:srgbClr val="FFFFFF"/>
    </a:lt1>
    <a:dk2>
      <a:srgbClr val="300025"/>
    </a:dk2>
    <a:lt2>
      <a:srgbClr val="FFFFFF"/>
    </a:lt2>
    <a:accent1>
      <a:srgbClr val="FCC400"/>
    </a:accent1>
    <a:accent2>
      <a:srgbClr val="FF8D41"/>
    </a:accent2>
    <a:accent3>
      <a:srgbClr val="F08BB4"/>
    </a:accent3>
    <a:accent4>
      <a:srgbClr val="4EC9F6"/>
    </a:accent4>
    <a:accent5>
      <a:srgbClr val="5B8FF9"/>
    </a:accent5>
    <a:accent6>
      <a:srgbClr val="7262FD"/>
    </a:accent6>
    <a:hlink>
      <a:srgbClr val="0563C1"/>
    </a:hlink>
    <a:folHlink>
      <a:srgbClr val="954D72"/>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0</TotalTime>
  <Words>4228</Words>
  <Application>WPS 演示</Application>
  <PresentationFormat>宽屏</PresentationFormat>
  <Paragraphs>827</Paragraphs>
  <Slides>14</Slides>
  <Notes>0</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14</vt:i4>
      </vt:variant>
    </vt:vector>
  </HeadingPairs>
  <TitlesOfParts>
    <vt:vector size="25" baseType="lpstr">
      <vt:lpstr>Arial</vt:lpstr>
      <vt:lpstr>宋体</vt:lpstr>
      <vt:lpstr>Wingdings</vt:lpstr>
      <vt:lpstr>微软雅黑</vt:lpstr>
      <vt:lpstr>Arial</vt:lpstr>
      <vt:lpstr>黑体</vt:lpstr>
      <vt:lpstr>思源黑体 CN Regular</vt:lpstr>
      <vt:lpstr>Arial Unicode MS</vt:lpstr>
      <vt:lpstr>Arial Black</vt:lpstr>
      <vt:lpstr>Office 主题​​</vt:lpstr>
      <vt:lpstr>1_Office 主题​​</vt:lpstr>
      <vt:lpstr>PowerPoint 演示文稿</vt:lpstr>
      <vt:lpstr>客观数据分析</vt:lpstr>
      <vt:lpstr>PowerPoint 演示文稿</vt:lpstr>
      <vt:lpstr>PowerPoint 演示文稿</vt:lpstr>
      <vt:lpstr>PowerPoint 演示文稿</vt:lpstr>
      <vt:lpstr>PowerPoint 演示文稿</vt:lpstr>
      <vt:lpstr>PowerPoint 演示文稿</vt:lpstr>
      <vt:lpstr>主观对比分析</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Administrator</dc:creator>
  <cp:lastModifiedBy>Administrator</cp:lastModifiedBy>
  <cp:revision>41</cp:revision>
  <dcterms:created xsi:type="dcterms:W3CDTF">2025-08-26T01:16:00Z</dcterms:created>
  <dcterms:modified xsi:type="dcterms:W3CDTF">2025-08-26T06:20:50Z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2052-11.8.2.11718</vt:lpwstr>
  </property>
  <property fmtid="{D5CDD505-2E9C-101B-9397-08002B2CF9AE}" pid="3" name="ICV">
    <vt:lpwstr>2195F3845A8914164FF075683541ABA4_43</vt:lpwstr>
  </property>
</Properties>
</file>